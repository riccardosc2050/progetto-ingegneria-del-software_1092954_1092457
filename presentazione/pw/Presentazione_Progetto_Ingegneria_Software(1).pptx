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73" r:id="rId8"/>
    <p:sldId id="274" r:id="rId9"/>
    <p:sldId id="270" r:id="rId10"/>
    <p:sldId id="275" r:id="rId11"/>
    <p:sldId id="276" r:id="rId12"/>
    <p:sldId id="272" r:id="rId13"/>
    <p:sldId id="277" r:id="rId14"/>
    <p:sldId id="261" r:id="rId15"/>
    <p:sldId id="278" r:id="rId16"/>
    <p:sldId id="262" r:id="rId17"/>
    <p:sldId id="263" r:id="rId18"/>
    <p:sldId id="280" r:id="rId19"/>
    <p:sldId id="281" r:id="rId20"/>
    <p:sldId id="282" r:id="rId21"/>
    <p:sldId id="283" r:id="rId22"/>
    <p:sldId id="284" r:id="rId23"/>
    <p:sldId id="285" r:id="rId24"/>
    <p:sldId id="279" r:id="rId25"/>
    <p:sldId id="286" r:id="rId26"/>
    <p:sldId id="264" r:id="rId27"/>
    <p:sldId id="265" r:id="rId28"/>
    <p:sldId id="266" r:id="rId29"/>
    <p:sldId id="267" r:id="rId30"/>
    <p:sldId id="268" r:id="rId31"/>
    <p:sldId id="269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B323"/>
    <a:srgbClr val="CE8D07"/>
    <a:srgbClr val="00FFFF"/>
    <a:srgbClr val="66FFFF"/>
    <a:srgbClr val="E7E9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2616" y="63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83A76A-3D54-43FC-A4C3-C729BC59CED8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1F2A543C-EB67-4603-993C-BF68B73CB8B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Coordinamento moduli Maven</a:t>
          </a:r>
        </a:p>
      </dgm:t>
    </dgm:pt>
    <dgm:pt modelId="{E076D867-6588-4153-A76A-62192F1712BC}" type="parTrans" cxnId="{45E1327C-9135-428E-9AA4-CA48D679449A}">
      <dgm:prSet/>
      <dgm:spPr/>
      <dgm:t>
        <a:bodyPr/>
        <a:lstStyle/>
        <a:p>
          <a:endParaRPr lang="en-US"/>
        </a:p>
      </dgm:t>
    </dgm:pt>
    <dgm:pt modelId="{4FEF1A91-83DA-4CA8-839C-C8A9B91849BA}" type="sibTrans" cxnId="{45E1327C-9135-428E-9AA4-CA48D679449A}">
      <dgm:prSet/>
      <dgm:spPr/>
      <dgm:t>
        <a:bodyPr/>
        <a:lstStyle/>
        <a:p>
          <a:endParaRPr lang="en-US"/>
        </a:p>
      </dgm:t>
    </dgm:pt>
    <dgm:pt modelId="{D637DC6B-16F2-42EF-91B3-70304B5BC8FF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Configurazione pom.xml</a:t>
          </a:r>
          <a:endParaRPr lang="en-US"/>
        </a:p>
      </dgm:t>
    </dgm:pt>
    <dgm:pt modelId="{06B97277-9ACC-4BA0-BC0A-F891511DE77C}" type="parTrans" cxnId="{F86CC0BE-6080-4129-B369-3427858FDE5E}">
      <dgm:prSet/>
      <dgm:spPr/>
      <dgm:t>
        <a:bodyPr/>
        <a:lstStyle/>
        <a:p>
          <a:endParaRPr lang="en-US"/>
        </a:p>
      </dgm:t>
    </dgm:pt>
    <dgm:pt modelId="{1405E72F-92FC-4872-A758-EC4AEF31A2E1}" type="sibTrans" cxnId="{F86CC0BE-6080-4129-B369-3427858FDE5E}">
      <dgm:prSet/>
      <dgm:spPr/>
      <dgm:t>
        <a:bodyPr/>
        <a:lstStyle/>
        <a:p>
          <a:endParaRPr lang="en-US"/>
        </a:p>
      </dgm:t>
    </dgm:pt>
    <dgm:pt modelId="{B8AD4494-1A54-4007-ABD1-4FD301A56F3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Comprensione di Spring Boot per il data base</a:t>
          </a:r>
          <a:endParaRPr lang="en-US"/>
        </a:p>
      </dgm:t>
    </dgm:pt>
    <dgm:pt modelId="{8BEA6744-F004-46CC-92AD-F561D28C960D}" type="parTrans" cxnId="{83C4950F-BCE1-4261-B2EA-8DA4B155DAD0}">
      <dgm:prSet/>
      <dgm:spPr/>
      <dgm:t>
        <a:bodyPr/>
        <a:lstStyle/>
        <a:p>
          <a:endParaRPr lang="en-US"/>
        </a:p>
      </dgm:t>
    </dgm:pt>
    <dgm:pt modelId="{07EBAD76-258D-4E62-86E4-E383DB2070CE}" type="sibTrans" cxnId="{83C4950F-BCE1-4261-B2EA-8DA4B155DAD0}">
      <dgm:prSet/>
      <dgm:spPr/>
      <dgm:t>
        <a:bodyPr/>
        <a:lstStyle/>
        <a:p>
          <a:endParaRPr lang="en-US"/>
        </a:p>
      </dgm:t>
    </dgm:pt>
    <dgm:pt modelId="{DFCDF8C0-AA99-42E9-8CB7-E64F819BF6E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Separazione livelli (dominio, service, data)</a:t>
          </a:r>
          <a:endParaRPr lang="en-US"/>
        </a:p>
      </dgm:t>
    </dgm:pt>
    <dgm:pt modelId="{B2673BA7-850F-49CF-8D40-29B7E386FBE4}" type="parTrans" cxnId="{81F6D5E0-DFAF-4F6E-B27A-BC6756DF09DA}">
      <dgm:prSet/>
      <dgm:spPr/>
      <dgm:t>
        <a:bodyPr/>
        <a:lstStyle/>
        <a:p>
          <a:endParaRPr lang="en-US"/>
        </a:p>
      </dgm:t>
    </dgm:pt>
    <dgm:pt modelId="{F0739D95-5447-48A3-9AEB-58AE1377914F}" type="sibTrans" cxnId="{81F6D5E0-DFAF-4F6E-B27A-BC6756DF09DA}">
      <dgm:prSet/>
      <dgm:spPr/>
      <dgm:t>
        <a:bodyPr/>
        <a:lstStyle/>
        <a:p>
          <a:endParaRPr lang="en-US"/>
        </a:p>
      </dgm:t>
    </dgm:pt>
    <dgm:pt modelId="{F18F742F-9839-40A2-A130-7FC4F74AFA7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Function decomposition</a:t>
          </a:r>
          <a:endParaRPr lang="en-US"/>
        </a:p>
      </dgm:t>
    </dgm:pt>
    <dgm:pt modelId="{788B5ABC-303F-4679-86EC-622E6970311D}" type="parTrans" cxnId="{6319E8ED-61AE-4C45-B214-792796286095}">
      <dgm:prSet/>
      <dgm:spPr/>
      <dgm:t>
        <a:bodyPr/>
        <a:lstStyle/>
        <a:p>
          <a:endParaRPr lang="en-US"/>
        </a:p>
      </dgm:t>
    </dgm:pt>
    <dgm:pt modelId="{5DCFD629-E2C8-4348-BC58-7DACBA52C7D7}" type="sibTrans" cxnId="{6319E8ED-61AE-4C45-B214-792796286095}">
      <dgm:prSet/>
      <dgm:spPr/>
      <dgm:t>
        <a:bodyPr/>
        <a:lstStyle/>
        <a:p>
          <a:endParaRPr lang="en-US"/>
        </a:p>
      </dgm:t>
    </dgm:pt>
    <dgm:pt modelId="{A29B7ACB-7836-4B0D-B678-AC9664D9408B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(dominio, service, data)</a:t>
          </a:r>
          <a:endParaRPr lang="en-US"/>
        </a:p>
      </dgm:t>
    </dgm:pt>
    <dgm:pt modelId="{1A49F7A9-63A2-479C-B9D0-C809E132D857}" type="parTrans" cxnId="{397FC426-D35B-4AE0-809B-09C752302F40}">
      <dgm:prSet/>
      <dgm:spPr/>
      <dgm:t>
        <a:bodyPr/>
        <a:lstStyle/>
        <a:p>
          <a:endParaRPr lang="en-US"/>
        </a:p>
      </dgm:t>
    </dgm:pt>
    <dgm:pt modelId="{569FB586-4896-4D4D-9581-3ECB27626A1A}" type="sibTrans" cxnId="{397FC426-D35B-4AE0-809B-09C752302F40}">
      <dgm:prSet/>
      <dgm:spPr/>
      <dgm:t>
        <a:bodyPr/>
        <a:lstStyle/>
        <a:p>
          <a:endParaRPr lang="en-US"/>
        </a:p>
      </dgm:t>
    </dgm:pt>
    <dgm:pt modelId="{35E80382-21C3-48DD-A20F-3398316BFEC5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it-IT"/>
            <a:t>Sviluppare la GUI</a:t>
          </a:r>
          <a:endParaRPr lang="en-US"/>
        </a:p>
      </dgm:t>
    </dgm:pt>
    <dgm:pt modelId="{0EDD67AA-F3ED-4030-9326-1F35F814D6C4}" type="parTrans" cxnId="{2772D750-5D16-422D-A8AD-FE3962C1361B}">
      <dgm:prSet/>
      <dgm:spPr/>
      <dgm:t>
        <a:bodyPr/>
        <a:lstStyle/>
        <a:p>
          <a:endParaRPr lang="en-US"/>
        </a:p>
      </dgm:t>
    </dgm:pt>
    <dgm:pt modelId="{D0F8840B-87BD-4666-A303-F34BF6990CAE}" type="sibTrans" cxnId="{2772D750-5D16-422D-A8AD-FE3962C1361B}">
      <dgm:prSet/>
      <dgm:spPr/>
      <dgm:t>
        <a:bodyPr/>
        <a:lstStyle/>
        <a:p>
          <a:endParaRPr lang="en-US"/>
        </a:p>
      </dgm:t>
    </dgm:pt>
    <dgm:pt modelId="{1300EFF0-76B5-496C-8D14-0B48F862278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Comprensione e gestione MVC</a:t>
          </a:r>
          <a:endParaRPr lang="en-US"/>
        </a:p>
      </dgm:t>
    </dgm:pt>
    <dgm:pt modelId="{2687C8DA-FC59-4D89-97AF-BEB6F10A6BD3}" type="parTrans" cxnId="{2C7CCA2D-F7AF-4727-9077-E11E340FB638}">
      <dgm:prSet/>
      <dgm:spPr/>
      <dgm:t>
        <a:bodyPr/>
        <a:lstStyle/>
        <a:p>
          <a:endParaRPr lang="en-US"/>
        </a:p>
      </dgm:t>
    </dgm:pt>
    <dgm:pt modelId="{F8A57A23-4573-4976-B4DD-19A9847426B7}" type="sibTrans" cxnId="{2C7CCA2D-F7AF-4727-9077-E11E340FB638}">
      <dgm:prSet/>
      <dgm:spPr/>
      <dgm:t>
        <a:bodyPr/>
        <a:lstStyle/>
        <a:p>
          <a:endParaRPr lang="en-US"/>
        </a:p>
      </dgm:t>
    </dgm:pt>
    <dgm:pt modelId="{78C52FBA-16A5-47C7-8D7B-78974C622B85}" type="pres">
      <dgm:prSet presAssocID="{3D83A76A-3D54-43FC-A4C3-C729BC59CED8}" presName="root" presStyleCnt="0">
        <dgm:presLayoutVars>
          <dgm:dir/>
          <dgm:resizeHandles val="exact"/>
        </dgm:presLayoutVars>
      </dgm:prSet>
      <dgm:spPr/>
    </dgm:pt>
    <dgm:pt modelId="{09DC8506-7F44-4C47-A815-2F3175D49297}" type="pres">
      <dgm:prSet presAssocID="{1F2A543C-EB67-4603-993C-BF68B73CB8BA}" presName="compNode" presStyleCnt="0"/>
      <dgm:spPr/>
    </dgm:pt>
    <dgm:pt modelId="{90CCF731-8D09-4660-A324-CA1402B2D94D}" type="pres">
      <dgm:prSet presAssocID="{1F2A543C-EB67-4603-993C-BF68B73CB8B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ign dei livelli con riempimento a tinta unita"/>
        </a:ext>
      </dgm:extLst>
    </dgm:pt>
    <dgm:pt modelId="{1CB2430C-A380-47C8-919A-FCF14FA3EF75}" type="pres">
      <dgm:prSet presAssocID="{1F2A543C-EB67-4603-993C-BF68B73CB8BA}" presName="iconSpace" presStyleCnt="0"/>
      <dgm:spPr/>
    </dgm:pt>
    <dgm:pt modelId="{E1DD04C1-C02C-4E4B-8961-1D896913BA32}" type="pres">
      <dgm:prSet presAssocID="{1F2A543C-EB67-4603-993C-BF68B73CB8BA}" presName="parTx" presStyleLbl="revTx" presStyleIdx="0" presStyleCnt="8">
        <dgm:presLayoutVars>
          <dgm:chMax val="0"/>
          <dgm:chPref val="0"/>
        </dgm:presLayoutVars>
      </dgm:prSet>
      <dgm:spPr/>
    </dgm:pt>
    <dgm:pt modelId="{26AFB26E-A8ED-4902-9FE9-6060B5D6658D}" type="pres">
      <dgm:prSet presAssocID="{1F2A543C-EB67-4603-993C-BF68B73CB8BA}" presName="txSpace" presStyleCnt="0"/>
      <dgm:spPr/>
    </dgm:pt>
    <dgm:pt modelId="{9E403EA2-50CC-40F0-8C5B-34A50B8CED0A}" type="pres">
      <dgm:prSet presAssocID="{1F2A543C-EB67-4603-993C-BF68B73CB8BA}" presName="desTx" presStyleLbl="revTx" presStyleIdx="1" presStyleCnt="8">
        <dgm:presLayoutVars/>
      </dgm:prSet>
      <dgm:spPr/>
    </dgm:pt>
    <dgm:pt modelId="{4D8FE5C8-E2CB-4E3B-8786-DBDFB4258E0C}" type="pres">
      <dgm:prSet presAssocID="{4FEF1A91-83DA-4CA8-839C-C8A9B91849BA}" presName="sibTrans" presStyleCnt="0"/>
      <dgm:spPr/>
    </dgm:pt>
    <dgm:pt modelId="{3F9228BD-CBFF-4737-A297-FB9CE83C8458}" type="pres">
      <dgm:prSet presAssocID="{B8AD4494-1A54-4007-ABD1-4FD301A56F33}" presName="compNode" presStyleCnt="0"/>
      <dgm:spPr/>
    </dgm:pt>
    <dgm:pt modelId="{24EF038E-80E3-4835-ACBB-38888982A7C4}" type="pres">
      <dgm:prSet presAssocID="{B8AD4494-1A54-4007-ABD1-4FD301A56F3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B562B06-73B1-4B54-9D81-3421A73AA3F5}" type="pres">
      <dgm:prSet presAssocID="{B8AD4494-1A54-4007-ABD1-4FD301A56F33}" presName="iconSpace" presStyleCnt="0"/>
      <dgm:spPr/>
    </dgm:pt>
    <dgm:pt modelId="{DCA936B3-D518-4D38-B1E5-6E7D61385305}" type="pres">
      <dgm:prSet presAssocID="{B8AD4494-1A54-4007-ABD1-4FD301A56F33}" presName="parTx" presStyleLbl="revTx" presStyleIdx="2" presStyleCnt="8">
        <dgm:presLayoutVars>
          <dgm:chMax val="0"/>
          <dgm:chPref val="0"/>
        </dgm:presLayoutVars>
      </dgm:prSet>
      <dgm:spPr/>
    </dgm:pt>
    <dgm:pt modelId="{21E2B11D-1A25-4772-9595-4FFFE82CDB94}" type="pres">
      <dgm:prSet presAssocID="{B8AD4494-1A54-4007-ABD1-4FD301A56F33}" presName="txSpace" presStyleCnt="0"/>
      <dgm:spPr/>
    </dgm:pt>
    <dgm:pt modelId="{894E2B9A-C3F5-418C-9701-E1D6C7750A20}" type="pres">
      <dgm:prSet presAssocID="{B8AD4494-1A54-4007-ABD1-4FD301A56F33}" presName="desTx" presStyleLbl="revTx" presStyleIdx="3" presStyleCnt="8">
        <dgm:presLayoutVars/>
      </dgm:prSet>
      <dgm:spPr/>
    </dgm:pt>
    <dgm:pt modelId="{2ADC6FD0-917A-4C27-B1EA-67DDB005E7C3}" type="pres">
      <dgm:prSet presAssocID="{07EBAD76-258D-4E62-86E4-E383DB2070CE}" presName="sibTrans" presStyleCnt="0"/>
      <dgm:spPr/>
    </dgm:pt>
    <dgm:pt modelId="{D66CF636-94DD-4AFB-823E-4F9168C45581}" type="pres">
      <dgm:prSet presAssocID="{F18F742F-9839-40A2-A130-7FC4F74AFA72}" presName="compNode" presStyleCnt="0"/>
      <dgm:spPr/>
    </dgm:pt>
    <dgm:pt modelId="{FB3B0B42-A912-4E99-B57E-E84FA21BD61A}" type="pres">
      <dgm:prSet presAssocID="{F18F742F-9839-40A2-A130-7FC4F74AFA7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B9B77089-0EDB-406C-97B5-80425CA2B7FF}" type="pres">
      <dgm:prSet presAssocID="{F18F742F-9839-40A2-A130-7FC4F74AFA72}" presName="iconSpace" presStyleCnt="0"/>
      <dgm:spPr/>
    </dgm:pt>
    <dgm:pt modelId="{1F0CE8C2-9DC5-4484-ADB2-120E876C1F9B}" type="pres">
      <dgm:prSet presAssocID="{F18F742F-9839-40A2-A130-7FC4F74AFA72}" presName="parTx" presStyleLbl="revTx" presStyleIdx="4" presStyleCnt="8">
        <dgm:presLayoutVars>
          <dgm:chMax val="0"/>
          <dgm:chPref val="0"/>
        </dgm:presLayoutVars>
      </dgm:prSet>
      <dgm:spPr/>
    </dgm:pt>
    <dgm:pt modelId="{BF492FE2-B37B-4C0A-AE73-477204838284}" type="pres">
      <dgm:prSet presAssocID="{F18F742F-9839-40A2-A130-7FC4F74AFA72}" presName="txSpace" presStyleCnt="0"/>
      <dgm:spPr/>
    </dgm:pt>
    <dgm:pt modelId="{36B0428A-836C-4E59-91D1-D820E0DBB003}" type="pres">
      <dgm:prSet presAssocID="{F18F742F-9839-40A2-A130-7FC4F74AFA72}" presName="desTx" presStyleLbl="revTx" presStyleIdx="5" presStyleCnt="8">
        <dgm:presLayoutVars/>
      </dgm:prSet>
      <dgm:spPr/>
    </dgm:pt>
    <dgm:pt modelId="{07BA6581-94E5-46CE-9C95-D37C5DFAE7B0}" type="pres">
      <dgm:prSet presAssocID="{5DCFD629-E2C8-4348-BC58-7DACBA52C7D7}" presName="sibTrans" presStyleCnt="0"/>
      <dgm:spPr/>
    </dgm:pt>
    <dgm:pt modelId="{C7CA39C6-A3B7-44E2-9139-B29D103D9374}" type="pres">
      <dgm:prSet presAssocID="{35E80382-21C3-48DD-A20F-3398316BFEC5}" presName="compNode" presStyleCnt="0"/>
      <dgm:spPr/>
    </dgm:pt>
    <dgm:pt modelId="{331B2BEB-EC41-47C4-8721-7598C26CEFFF}" type="pres">
      <dgm:prSet presAssocID="{35E80382-21C3-48DD-A20F-3398316BFEC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 con riempimento a tinta unita"/>
        </a:ext>
      </dgm:extLst>
    </dgm:pt>
    <dgm:pt modelId="{EB44E182-CD7E-44EE-8AD8-393DE622389B}" type="pres">
      <dgm:prSet presAssocID="{35E80382-21C3-48DD-A20F-3398316BFEC5}" presName="iconSpace" presStyleCnt="0"/>
      <dgm:spPr/>
    </dgm:pt>
    <dgm:pt modelId="{74BD1268-C12F-4819-90C9-731C23CB031F}" type="pres">
      <dgm:prSet presAssocID="{35E80382-21C3-48DD-A20F-3398316BFEC5}" presName="parTx" presStyleLbl="revTx" presStyleIdx="6" presStyleCnt="8">
        <dgm:presLayoutVars>
          <dgm:chMax val="0"/>
          <dgm:chPref val="0"/>
        </dgm:presLayoutVars>
      </dgm:prSet>
      <dgm:spPr/>
    </dgm:pt>
    <dgm:pt modelId="{F03EA609-8820-4CA7-B5B6-27B6642C3569}" type="pres">
      <dgm:prSet presAssocID="{35E80382-21C3-48DD-A20F-3398316BFEC5}" presName="txSpace" presStyleCnt="0"/>
      <dgm:spPr/>
    </dgm:pt>
    <dgm:pt modelId="{BBBB01C6-67C2-4001-8CC8-BDA101E353C6}" type="pres">
      <dgm:prSet presAssocID="{35E80382-21C3-48DD-A20F-3398316BFEC5}" presName="desTx" presStyleLbl="revTx" presStyleIdx="7" presStyleCnt="8">
        <dgm:presLayoutVars/>
      </dgm:prSet>
      <dgm:spPr/>
    </dgm:pt>
  </dgm:ptLst>
  <dgm:cxnLst>
    <dgm:cxn modelId="{D68DD408-EA0E-4DC7-863E-BB82CE40D02A}" type="presOf" srcId="{1F2A543C-EB67-4603-993C-BF68B73CB8BA}" destId="{E1DD04C1-C02C-4E4B-8961-1D896913BA32}" srcOrd="0" destOrd="0" presId="urn:microsoft.com/office/officeart/2018/2/layout/IconLabelDescriptionList"/>
    <dgm:cxn modelId="{83C4950F-BCE1-4261-B2EA-8DA4B155DAD0}" srcId="{3D83A76A-3D54-43FC-A4C3-C729BC59CED8}" destId="{B8AD4494-1A54-4007-ABD1-4FD301A56F33}" srcOrd="1" destOrd="0" parTransId="{8BEA6744-F004-46CC-92AD-F561D28C960D}" sibTransId="{07EBAD76-258D-4E62-86E4-E383DB2070CE}"/>
    <dgm:cxn modelId="{2BCA171E-9C36-443A-89DB-D511EDCCB5FF}" type="presOf" srcId="{D637DC6B-16F2-42EF-91B3-70304B5BC8FF}" destId="{9E403EA2-50CC-40F0-8C5B-34A50B8CED0A}" srcOrd="0" destOrd="0" presId="urn:microsoft.com/office/officeart/2018/2/layout/IconLabelDescriptionList"/>
    <dgm:cxn modelId="{397FC426-D35B-4AE0-809B-09C752302F40}" srcId="{F18F742F-9839-40A2-A130-7FC4F74AFA72}" destId="{A29B7ACB-7836-4B0D-B678-AC9664D9408B}" srcOrd="0" destOrd="0" parTransId="{1A49F7A9-63A2-479C-B9D0-C809E132D857}" sibTransId="{569FB586-4896-4D4D-9581-3ECB27626A1A}"/>
    <dgm:cxn modelId="{2C7CCA2D-F7AF-4727-9077-E11E340FB638}" srcId="{35E80382-21C3-48DD-A20F-3398316BFEC5}" destId="{1300EFF0-76B5-496C-8D14-0B48F862278C}" srcOrd="0" destOrd="0" parTransId="{2687C8DA-FC59-4D89-97AF-BEB6F10A6BD3}" sibTransId="{F8A57A23-4573-4976-B4DD-19A9847426B7}"/>
    <dgm:cxn modelId="{D6E40960-C359-4178-BC05-05D202116A04}" type="presOf" srcId="{3D83A76A-3D54-43FC-A4C3-C729BC59CED8}" destId="{78C52FBA-16A5-47C7-8D7B-78974C622B85}" srcOrd="0" destOrd="0" presId="urn:microsoft.com/office/officeart/2018/2/layout/IconLabelDescriptionList"/>
    <dgm:cxn modelId="{02575667-0F73-4665-8511-942785BF51BC}" type="presOf" srcId="{DFCDF8C0-AA99-42E9-8CB7-E64F819BF6EC}" destId="{894E2B9A-C3F5-418C-9701-E1D6C7750A20}" srcOrd="0" destOrd="0" presId="urn:microsoft.com/office/officeart/2018/2/layout/IconLabelDescriptionList"/>
    <dgm:cxn modelId="{79BEA26F-68E5-44AD-A62F-B43298CF8098}" type="presOf" srcId="{1300EFF0-76B5-496C-8D14-0B48F862278C}" destId="{BBBB01C6-67C2-4001-8CC8-BDA101E353C6}" srcOrd="0" destOrd="0" presId="urn:microsoft.com/office/officeart/2018/2/layout/IconLabelDescriptionList"/>
    <dgm:cxn modelId="{61DFF24F-FF01-4A0D-9A2F-F5F795A0708B}" type="presOf" srcId="{35E80382-21C3-48DD-A20F-3398316BFEC5}" destId="{74BD1268-C12F-4819-90C9-731C23CB031F}" srcOrd="0" destOrd="0" presId="urn:microsoft.com/office/officeart/2018/2/layout/IconLabelDescriptionList"/>
    <dgm:cxn modelId="{2772D750-5D16-422D-A8AD-FE3962C1361B}" srcId="{3D83A76A-3D54-43FC-A4C3-C729BC59CED8}" destId="{35E80382-21C3-48DD-A20F-3398316BFEC5}" srcOrd="3" destOrd="0" parTransId="{0EDD67AA-F3ED-4030-9326-1F35F814D6C4}" sibTransId="{D0F8840B-87BD-4666-A303-F34BF6990CAE}"/>
    <dgm:cxn modelId="{AB53BB7B-093D-444F-885F-A23A8F43CC44}" type="presOf" srcId="{B8AD4494-1A54-4007-ABD1-4FD301A56F33}" destId="{DCA936B3-D518-4D38-B1E5-6E7D61385305}" srcOrd="0" destOrd="0" presId="urn:microsoft.com/office/officeart/2018/2/layout/IconLabelDescriptionList"/>
    <dgm:cxn modelId="{45E1327C-9135-428E-9AA4-CA48D679449A}" srcId="{3D83A76A-3D54-43FC-A4C3-C729BC59CED8}" destId="{1F2A543C-EB67-4603-993C-BF68B73CB8BA}" srcOrd="0" destOrd="0" parTransId="{E076D867-6588-4153-A76A-62192F1712BC}" sibTransId="{4FEF1A91-83DA-4CA8-839C-C8A9B91849BA}"/>
    <dgm:cxn modelId="{42A1E79B-E5AE-4EFD-A00B-4740BF477F7E}" type="presOf" srcId="{A29B7ACB-7836-4B0D-B678-AC9664D9408B}" destId="{36B0428A-836C-4E59-91D1-D820E0DBB003}" srcOrd="0" destOrd="0" presId="urn:microsoft.com/office/officeart/2018/2/layout/IconLabelDescriptionList"/>
    <dgm:cxn modelId="{F86CC0BE-6080-4129-B369-3427858FDE5E}" srcId="{1F2A543C-EB67-4603-993C-BF68B73CB8BA}" destId="{D637DC6B-16F2-42EF-91B3-70304B5BC8FF}" srcOrd="0" destOrd="0" parTransId="{06B97277-9ACC-4BA0-BC0A-F891511DE77C}" sibTransId="{1405E72F-92FC-4872-A758-EC4AEF31A2E1}"/>
    <dgm:cxn modelId="{81F6D5E0-DFAF-4F6E-B27A-BC6756DF09DA}" srcId="{B8AD4494-1A54-4007-ABD1-4FD301A56F33}" destId="{DFCDF8C0-AA99-42E9-8CB7-E64F819BF6EC}" srcOrd="0" destOrd="0" parTransId="{B2673BA7-850F-49CF-8D40-29B7E386FBE4}" sibTransId="{F0739D95-5447-48A3-9AEB-58AE1377914F}"/>
    <dgm:cxn modelId="{C581E7EB-163B-4186-813E-D7C7C268F420}" type="presOf" srcId="{F18F742F-9839-40A2-A130-7FC4F74AFA72}" destId="{1F0CE8C2-9DC5-4484-ADB2-120E876C1F9B}" srcOrd="0" destOrd="0" presId="urn:microsoft.com/office/officeart/2018/2/layout/IconLabelDescriptionList"/>
    <dgm:cxn modelId="{6319E8ED-61AE-4C45-B214-792796286095}" srcId="{3D83A76A-3D54-43FC-A4C3-C729BC59CED8}" destId="{F18F742F-9839-40A2-A130-7FC4F74AFA72}" srcOrd="2" destOrd="0" parTransId="{788B5ABC-303F-4679-86EC-622E6970311D}" sibTransId="{5DCFD629-E2C8-4348-BC58-7DACBA52C7D7}"/>
    <dgm:cxn modelId="{9FE0EBC4-8058-431C-944D-A63CB4C5896A}" type="presParOf" srcId="{78C52FBA-16A5-47C7-8D7B-78974C622B85}" destId="{09DC8506-7F44-4C47-A815-2F3175D49297}" srcOrd="0" destOrd="0" presId="urn:microsoft.com/office/officeart/2018/2/layout/IconLabelDescriptionList"/>
    <dgm:cxn modelId="{5C96BA3A-C09C-4449-BAD5-66543EC6994C}" type="presParOf" srcId="{09DC8506-7F44-4C47-A815-2F3175D49297}" destId="{90CCF731-8D09-4660-A324-CA1402B2D94D}" srcOrd="0" destOrd="0" presId="urn:microsoft.com/office/officeart/2018/2/layout/IconLabelDescriptionList"/>
    <dgm:cxn modelId="{C075FF6D-19CE-4F4B-A508-3D2588D5E9B9}" type="presParOf" srcId="{09DC8506-7F44-4C47-A815-2F3175D49297}" destId="{1CB2430C-A380-47C8-919A-FCF14FA3EF75}" srcOrd="1" destOrd="0" presId="urn:microsoft.com/office/officeart/2018/2/layout/IconLabelDescriptionList"/>
    <dgm:cxn modelId="{FE1D2A73-721E-4E46-ADF7-E60AB91C80A9}" type="presParOf" srcId="{09DC8506-7F44-4C47-A815-2F3175D49297}" destId="{E1DD04C1-C02C-4E4B-8961-1D896913BA32}" srcOrd="2" destOrd="0" presId="urn:microsoft.com/office/officeart/2018/2/layout/IconLabelDescriptionList"/>
    <dgm:cxn modelId="{B3622534-3E65-4DEA-9139-07562215D211}" type="presParOf" srcId="{09DC8506-7F44-4C47-A815-2F3175D49297}" destId="{26AFB26E-A8ED-4902-9FE9-6060B5D6658D}" srcOrd="3" destOrd="0" presId="urn:microsoft.com/office/officeart/2018/2/layout/IconLabelDescriptionList"/>
    <dgm:cxn modelId="{0556C653-48AB-4B8C-8EE7-0EF9FE9B15FB}" type="presParOf" srcId="{09DC8506-7F44-4C47-A815-2F3175D49297}" destId="{9E403EA2-50CC-40F0-8C5B-34A50B8CED0A}" srcOrd="4" destOrd="0" presId="urn:microsoft.com/office/officeart/2018/2/layout/IconLabelDescriptionList"/>
    <dgm:cxn modelId="{FE23EBDB-23B8-44C0-A4A3-49D037E84205}" type="presParOf" srcId="{78C52FBA-16A5-47C7-8D7B-78974C622B85}" destId="{4D8FE5C8-E2CB-4E3B-8786-DBDFB4258E0C}" srcOrd="1" destOrd="0" presId="urn:microsoft.com/office/officeart/2018/2/layout/IconLabelDescriptionList"/>
    <dgm:cxn modelId="{84399D09-A7B6-485A-80C3-33BC0AE098B0}" type="presParOf" srcId="{78C52FBA-16A5-47C7-8D7B-78974C622B85}" destId="{3F9228BD-CBFF-4737-A297-FB9CE83C8458}" srcOrd="2" destOrd="0" presId="urn:microsoft.com/office/officeart/2018/2/layout/IconLabelDescriptionList"/>
    <dgm:cxn modelId="{D516EFB6-DD06-49B6-9B8A-779F8D650E55}" type="presParOf" srcId="{3F9228BD-CBFF-4737-A297-FB9CE83C8458}" destId="{24EF038E-80E3-4835-ACBB-38888982A7C4}" srcOrd="0" destOrd="0" presId="urn:microsoft.com/office/officeart/2018/2/layout/IconLabelDescriptionList"/>
    <dgm:cxn modelId="{B9286827-F94D-4893-B12D-C4FE84BB6861}" type="presParOf" srcId="{3F9228BD-CBFF-4737-A297-FB9CE83C8458}" destId="{1B562B06-73B1-4B54-9D81-3421A73AA3F5}" srcOrd="1" destOrd="0" presId="urn:microsoft.com/office/officeart/2018/2/layout/IconLabelDescriptionList"/>
    <dgm:cxn modelId="{C34AF346-2B88-4683-8CEF-19E37E53E29A}" type="presParOf" srcId="{3F9228BD-CBFF-4737-A297-FB9CE83C8458}" destId="{DCA936B3-D518-4D38-B1E5-6E7D61385305}" srcOrd="2" destOrd="0" presId="urn:microsoft.com/office/officeart/2018/2/layout/IconLabelDescriptionList"/>
    <dgm:cxn modelId="{9617FA65-DC1C-4239-B3C7-80A6FC21EBDD}" type="presParOf" srcId="{3F9228BD-CBFF-4737-A297-FB9CE83C8458}" destId="{21E2B11D-1A25-4772-9595-4FFFE82CDB94}" srcOrd="3" destOrd="0" presId="urn:microsoft.com/office/officeart/2018/2/layout/IconLabelDescriptionList"/>
    <dgm:cxn modelId="{1DC778D7-788F-46AB-9BB9-DE9E0EFE2AAB}" type="presParOf" srcId="{3F9228BD-CBFF-4737-A297-FB9CE83C8458}" destId="{894E2B9A-C3F5-418C-9701-E1D6C7750A20}" srcOrd="4" destOrd="0" presId="urn:microsoft.com/office/officeart/2018/2/layout/IconLabelDescriptionList"/>
    <dgm:cxn modelId="{A25E1036-29F1-4F1B-A263-2F72E554A67E}" type="presParOf" srcId="{78C52FBA-16A5-47C7-8D7B-78974C622B85}" destId="{2ADC6FD0-917A-4C27-B1EA-67DDB005E7C3}" srcOrd="3" destOrd="0" presId="urn:microsoft.com/office/officeart/2018/2/layout/IconLabelDescriptionList"/>
    <dgm:cxn modelId="{43D69964-024D-403E-88CC-47AF3875CA2E}" type="presParOf" srcId="{78C52FBA-16A5-47C7-8D7B-78974C622B85}" destId="{D66CF636-94DD-4AFB-823E-4F9168C45581}" srcOrd="4" destOrd="0" presId="urn:microsoft.com/office/officeart/2018/2/layout/IconLabelDescriptionList"/>
    <dgm:cxn modelId="{B274648A-AB3C-4DFC-978B-FE5BFE1499C4}" type="presParOf" srcId="{D66CF636-94DD-4AFB-823E-4F9168C45581}" destId="{FB3B0B42-A912-4E99-B57E-E84FA21BD61A}" srcOrd="0" destOrd="0" presId="urn:microsoft.com/office/officeart/2018/2/layout/IconLabelDescriptionList"/>
    <dgm:cxn modelId="{085441F0-7E69-4087-8161-5FD72F269BD0}" type="presParOf" srcId="{D66CF636-94DD-4AFB-823E-4F9168C45581}" destId="{B9B77089-0EDB-406C-97B5-80425CA2B7FF}" srcOrd="1" destOrd="0" presId="urn:microsoft.com/office/officeart/2018/2/layout/IconLabelDescriptionList"/>
    <dgm:cxn modelId="{13E36C6E-DA5C-4C46-B525-AB133BEF08B2}" type="presParOf" srcId="{D66CF636-94DD-4AFB-823E-4F9168C45581}" destId="{1F0CE8C2-9DC5-4484-ADB2-120E876C1F9B}" srcOrd="2" destOrd="0" presId="urn:microsoft.com/office/officeart/2018/2/layout/IconLabelDescriptionList"/>
    <dgm:cxn modelId="{EB603423-1E6C-4ED3-8F07-DCA21158B392}" type="presParOf" srcId="{D66CF636-94DD-4AFB-823E-4F9168C45581}" destId="{BF492FE2-B37B-4C0A-AE73-477204838284}" srcOrd="3" destOrd="0" presId="urn:microsoft.com/office/officeart/2018/2/layout/IconLabelDescriptionList"/>
    <dgm:cxn modelId="{DECE7451-07FD-46C5-9D17-88B5BB977A00}" type="presParOf" srcId="{D66CF636-94DD-4AFB-823E-4F9168C45581}" destId="{36B0428A-836C-4E59-91D1-D820E0DBB003}" srcOrd="4" destOrd="0" presId="urn:microsoft.com/office/officeart/2018/2/layout/IconLabelDescriptionList"/>
    <dgm:cxn modelId="{31134638-0640-4311-8E07-C5A56491211E}" type="presParOf" srcId="{78C52FBA-16A5-47C7-8D7B-78974C622B85}" destId="{07BA6581-94E5-46CE-9C95-D37C5DFAE7B0}" srcOrd="5" destOrd="0" presId="urn:microsoft.com/office/officeart/2018/2/layout/IconLabelDescriptionList"/>
    <dgm:cxn modelId="{3CAE196A-6C8C-48BD-8C40-97624D7C304A}" type="presParOf" srcId="{78C52FBA-16A5-47C7-8D7B-78974C622B85}" destId="{C7CA39C6-A3B7-44E2-9139-B29D103D9374}" srcOrd="6" destOrd="0" presId="urn:microsoft.com/office/officeart/2018/2/layout/IconLabelDescriptionList"/>
    <dgm:cxn modelId="{0AFCCB40-0BF7-401E-81AB-2BEB59225312}" type="presParOf" srcId="{C7CA39C6-A3B7-44E2-9139-B29D103D9374}" destId="{331B2BEB-EC41-47C4-8721-7598C26CEFFF}" srcOrd="0" destOrd="0" presId="urn:microsoft.com/office/officeart/2018/2/layout/IconLabelDescriptionList"/>
    <dgm:cxn modelId="{67DAA953-E377-4A13-9953-6055038952A7}" type="presParOf" srcId="{C7CA39C6-A3B7-44E2-9139-B29D103D9374}" destId="{EB44E182-CD7E-44EE-8AD8-393DE622389B}" srcOrd="1" destOrd="0" presId="urn:microsoft.com/office/officeart/2018/2/layout/IconLabelDescriptionList"/>
    <dgm:cxn modelId="{B585EB38-B435-4433-BA6B-83E4438CAB3D}" type="presParOf" srcId="{C7CA39C6-A3B7-44E2-9139-B29D103D9374}" destId="{74BD1268-C12F-4819-90C9-731C23CB031F}" srcOrd="2" destOrd="0" presId="urn:microsoft.com/office/officeart/2018/2/layout/IconLabelDescriptionList"/>
    <dgm:cxn modelId="{331B0D6F-984B-47E7-9D66-B33A38E80487}" type="presParOf" srcId="{C7CA39C6-A3B7-44E2-9139-B29D103D9374}" destId="{F03EA609-8820-4CA7-B5B6-27B6642C3569}" srcOrd="3" destOrd="0" presId="urn:microsoft.com/office/officeart/2018/2/layout/IconLabelDescriptionList"/>
    <dgm:cxn modelId="{B055371E-7782-4903-A540-CC3D344C9C87}" type="presParOf" srcId="{C7CA39C6-A3B7-44E2-9139-B29D103D9374}" destId="{BBBB01C6-67C2-4001-8CC8-BDA101E353C6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3969803-4621-45A1-ACAC-FA2C952E349B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3662E8B-8644-4889-AF87-5695FA160A1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Paradigma di programmazione</a:t>
          </a:r>
          <a:endParaRPr lang="en-US"/>
        </a:p>
      </dgm:t>
    </dgm:pt>
    <dgm:pt modelId="{AD3E2FD3-FA05-42DA-898F-543C4F2FD580}" type="parTrans" cxnId="{26C10E30-8AAA-4ECE-A3B7-8EC58DFF045F}">
      <dgm:prSet/>
      <dgm:spPr/>
      <dgm:t>
        <a:bodyPr/>
        <a:lstStyle/>
        <a:p>
          <a:endParaRPr lang="en-US"/>
        </a:p>
      </dgm:t>
    </dgm:pt>
    <dgm:pt modelId="{460C8BF8-05C8-4C0E-8138-3DFE87CDEAC3}" type="sibTrans" cxnId="{26C10E30-8AAA-4ECE-A3B7-8EC58DFF045F}">
      <dgm:prSet/>
      <dgm:spPr/>
      <dgm:t>
        <a:bodyPr/>
        <a:lstStyle/>
        <a:p>
          <a:endParaRPr lang="en-US"/>
        </a:p>
      </dgm:t>
    </dgm:pt>
    <dgm:pt modelId="{EB3B4275-B3E2-48E7-9EB9-ED534923C157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Programmazione orientata agli oggetti</a:t>
          </a:r>
          <a:endParaRPr lang="en-US" b="1"/>
        </a:p>
      </dgm:t>
    </dgm:pt>
    <dgm:pt modelId="{823DD850-9F65-4D0A-9C5A-36DF0F5CD6F7}" type="parTrans" cxnId="{F15772ED-B359-4C1D-8D88-19B4FD48CF64}">
      <dgm:prSet/>
      <dgm:spPr/>
      <dgm:t>
        <a:bodyPr/>
        <a:lstStyle/>
        <a:p>
          <a:endParaRPr lang="en-US"/>
        </a:p>
      </dgm:t>
    </dgm:pt>
    <dgm:pt modelId="{6B07B672-15AE-4C26-90BB-CBFC3B0C6210}" type="sibTrans" cxnId="{F15772ED-B359-4C1D-8D88-19B4FD48CF64}">
      <dgm:prSet/>
      <dgm:spPr/>
      <dgm:t>
        <a:bodyPr/>
        <a:lstStyle/>
        <a:p>
          <a:endParaRPr lang="en-US"/>
        </a:p>
      </dgm:t>
    </dgm:pt>
    <dgm:pt modelId="{50D36014-BB13-4863-AF9A-2A4248B9390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Uso di DTO e Mapper</a:t>
          </a:r>
          <a:endParaRPr lang="en-US" b="1"/>
        </a:p>
      </dgm:t>
    </dgm:pt>
    <dgm:pt modelId="{4F98BB47-6E50-472B-98F7-5B936EB6F193}" type="parTrans" cxnId="{CB6CB37F-D01B-4732-9C47-AB108A35869C}">
      <dgm:prSet/>
      <dgm:spPr/>
      <dgm:t>
        <a:bodyPr/>
        <a:lstStyle/>
        <a:p>
          <a:endParaRPr lang="en-US"/>
        </a:p>
      </dgm:t>
    </dgm:pt>
    <dgm:pt modelId="{D6830009-F98F-4EC8-9281-AF14D987AAEB}" type="sibTrans" cxnId="{CB6CB37F-D01B-4732-9C47-AB108A35869C}">
      <dgm:prSet/>
      <dgm:spPr/>
      <dgm:t>
        <a:bodyPr/>
        <a:lstStyle/>
        <a:p>
          <a:endParaRPr lang="en-US"/>
        </a:p>
      </dgm:t>
    </dgm:pt>
    <dgm:pt modelId="{50C2A93B-9D63-4533-AB11-6136DBAD5A36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Uso di Singleton (Root, SessionManager)</a:t>
          </a:r>
          <a:endParaRPr lang="en-US" b="1"/>
        </a:p>
      </dgm:t>
    </dgm:pt>
    <dgm:pt modelId="{AAA85F8C-AF70-429E-A7AD-267D23789901}" type="parTrans" cxnId="{4361A393-A7DB-4192-941A-17D3660D2A9E}">
      <dgm:prSet/>
      <dgm:spPr/>
      <dgm:t>
        <a:bodyPr/>
        <a:lstStyle/>
        <a:p>
          <a:endParaRPr lang="en-US"/>
        </a:p>
      </dgm:t>
    </dgm:pt>
    <dgm:pt modelId="{22BA05F2-E0F2-4FCE-AE1F-395B87807A1A}" type="sibTrans" cxnId="{4361A393-A7DB-4192-941A-17D3660D2A9E}">
      <dgm:prSet/>
      <dgm:spPr/>
      <dgm:t>
        <a:bodyPr/>
        <a:lstStyle/>
        <a:p>
          <a:endParaRPr lang="en-US"/>
        </a:p>
      </dgm:t>
    </dgm:pt>
    <dgm:pt modelId="{3F32343B-F6CE-41C4-B342-74FAA4474BA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Modellazione</a:t>
          </a:r>
          <a:endParaRPr lang="en-US"/>
        </a:p>
      </dgm:t>
    </dgm:pt>
    <dgm:pt modelId="{F77BB02B-59EF-4AD7-BCE7-845A2E5574D2}" type="parTrans" cxnId="{EEB5DC1B-1A7C-43D6-B546-F8181F17DF10}">
      <dgm:prSet/>
      <dgm:spPr/>
      <dgm:t>
        <a:bodyPr/>
        <a:lstStyle/>
        <a:p>
          <a:endParaRPr lang="en-US"/>
        </a:p>
      </dgm:t>
    </dgm:pt>
    <dgm:pt modelId="{438CAC44-C11C-4AD9-BB29-16C2744B24C5}" type="sibTrans" cxnId="{EEB5DC1B-1A7C-43D6-B546-F8181F17DF10}">
      <dgm:prSet/>
      <dgm:spPr/>
      <dgm:t>
        <a:bodyPr/>
        <a:lstStyle/>
        <a:p>
          <a:endParaRPr lang="en-US"/>
        </a:p>
      </dgm:t>
    </dgm:pt>
    <dgm:pt modelId="{37FC7AAB-ECC3-46B4-87F0-88E0CAA0B67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UML (diagrammi classi, package, architettura</a:t>
          </a:r>
          <a:r>
            <a:rPr lang="it-IT"/>
            <a:t>)</a:t>
          </a:r>
          <a:endParaRPr lang="en-US"/>
        </a:p>
      </dgm:t>
    </dgm:pt>
    <dgm:pt modelId="{0DF4952A-C6D5-4D9A-89AB-6444C88E0D42}" type="parTrans" cxnId="{DCC7ABDA-80EA-4B8A-ACB9-C7F45F1EA529}">
      <dgm:prSet/>
      <dgm:spPr/>
      <dgm:t>
        <a:bodyPr/>
        <a:lstStyle/>
        <a:p>
          <a:endParaRPr lang="en-US"/>
        </a:p>
      </dgm:t>
    </dgm:pt>
    <dgm:pt modelId="{319C4081-E979-41C2-AEDB-14CC68CBE132}" type="sibTrans" cxnId="{DCC7ABDA-80EA-4B8A-ACB9-C7F45F1EA529}">
      <dgm:prSet/>
      <dgm:spPr/>
      <dgm:t>
        <a:bodyPr/>
        <a:lstStyle/>
        <a:p>
          <a:endParaRPr lang="en-US"/>
        </a:p>
      </dgm:t>
    </dgm:pt>
    <dgm:pt modelId="{9B5F6642-951A-4389-8C6B-4FF0C55CBC2D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Linguaggio</a:t>
          </a:r>
          <a:endParaRPr lang="en-US"/>
        </a:p>
      </dgm:t>
    </dgm:pt>
    <dgm:pt modelId="{D7EEBBD9-996F-4277-8F87-5194B3417F18}" type="parTrans" cxnId="{3DAD9404-2566-4D26-9B79-7C870C587F5D}">
      <dgm:prSet/>
      <dgm:spPr/>
      <dgm:t>
        <a:bodyPr/>
        <a:lstStyle/>
        <a:p>
          <a:endParaRPr lang="en-US"/>
        </a:p>
      </dgm:t>
    </dgm:pt>
    <dgm:pt modelId="{69396DA2-48A5-4150-99D4-73B98BBAF5AD}" type="sibTrans" cxnId="{3DAD9404-2566-4D26-9B79-7C870C587F5D}">
      <dgm:prSet/>
      <dgm:spPr/>
      <dgm:t>
        <a:bodyPr/>
        <a:lstStyle/>
        <a:p>
          <a:endParaRPr lang="en-US"/>
        </a:p>
      </dgm:t>
    </dgm:pt>
    <dgm:pt modelId="{2C9D9BDD-697C-4683-83E3-A8D998D92CC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Java</a:t>
          </a:r>
          <a:endParaRPr lang="en-US" b="1"/>
        </a:p>
      </dgm:t>
    </dgm:pt>
    <dgm:pt modelId="{BA8D86FB-3351-4DF8-9E39-9447C1C7EDE6}" type="parTrans" cxnId="{15D89F57-01F9-40A9-9DC2-519641DB4975}">
      <dgm:prSet/>
      <dgm:spPr/>
      <dgm:t>
        <a:bodyPr/>
        <a:lstStyle/>
        <a:p>
          <a:endParaRPr lang="en-US"/>
        </a:p>
      </dgm:t>
    </dgm:pt>
    <dgm:pt modelId="{2DBE1025-AB77-47D6-BCBE-04532B111A34}" type="sibTrans" cxnId="{15D89F57-01F9-40A9-9DC2-519641DB4975}">
      <dgm:prSet/>
      <dgm:spPr/>
      <dgm:t>
        <a:bodyPr/>
        <a:lstStyle/>
        <a:p>
          <a:endParaRPr lang="en-US"/>
        </a:p>
      </dgm:t>
    </dgm:pt>
    <dgm:pt modelId="{F89FBA01-FEC4-42A6-BF11-60F4061F012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Framework e Librerie</a:t>
          </a:r>
          <a:endParaRPr lang="en-US"/>
        </a:p>
      </dgm:t>
    </dgm:pt>
    <dgm:pt modelId="{11E3462D-166D-4C1B-BD86-35D089541CBA}" type="parTrans" cxnId="{C3B99F9C-AFFB-4982-AC0A-7BF3F068D2BF}">
      <dgm:prSet/>
      <dgm:spPr/>
      <dgm:t>
        <a:bodyPr/>
        <a:lstStyle/>
        <a:p>
          <a:endParaRPr lang="en-US"/>
        </a:p>
      </dgm:t>
    </dgm:pt>
    <dgm:pt modelId="{AFB1F3D9-1CD0-405F-8EDC-EEB32480D4B0}" type="sibTrans" cxnId="{C3B99F9C-AFFB-4982-AC0A-7BF3F068D2BF}">
      <dgm:prSet/>
      <dgm:spPr/>
      <dgm:t>
        <a:bodyPr/>
        <a:lstStyle/>
        <a:p>
          <a:endParaRPr lang="en-US"/>
        </a:p>
      </dgm:t>
    </dgm:pt>
    <dgm:pt modelId="{43DDB59B-44F4-4173-BE47-9B9DF355716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Spring Boot	|	Spring Data JPA</a:t>
          </a:r>
          <a:endParaRPr lang="en-US" b="1"/>
        </a:p>
      </dgm:t>
    </dgm:pt>
    <dgm:pt modelId="{20C0F62A-1284-4D98-A20E-6EEE198946E0}" type="parTrans" cxnId="{7FADA905-2D3E-44D5-8B26-DF8E68AEED49}">
      <dgm:prSet/>
      <dgm:spPr/>
      <dgm:t>
        <a:bodyPr/>
        <a:lstStyle/>
        <a:p>
          <a:endParaRPr lang="en-US"/>
        </a:p>
      </dgm:t>
    </dgm:pt>
    <dgm:pt modelId="{609C4D57-699A-47CC-BEFF-5FA3998CDBF0}" type="sibTrans" cxnId="{7FADA905-2D3E-44D5-8B26-DF8E68AEED49}">
      <dgm:prSet/>
      <dgm:spPr/>
      <dgm:t>
        <a:bodyPr/>
        <a:lstStyle/>
        <a:p>
          <a:endParaRPr lang="en-US"/>
        </a:p>
      </dgm:t>
    </dgm:pt>
    <dgm:pt modelId="{141E825E-CFDD-4FC1-9CF1-2D6A32DDBD14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b="1"/>
            <a:t>H2 Database	|	Swing (GUI)</a:t>
          </a:r>
          <a:endParaRPr lang="en-US" b="1"/>
        </a:p>
      </dgm:t>
    </dgm:pt>
    <dgm:pt modelId="{67C74B6E-00CE-4745-A6C0-D5DA72931C28}" type="parTrans" cxnId="{2EE58229-1291-478D-B6BE-4671222F8284}">
      <dgm:prSet/>
      <dgm:spPr/>
      <dgm:t>
        <a:bodyPr/>
        <a:lstStyle/>
        <a:p>
          <a:endParaRPr lang="en-US"/>
        </a:p>
      </dgm:t>
    </dgm:pt>
    <dgm:pt modelId="{C8F30257-80A3-4313-898F-37BCE993E878}" type="sibTrans" cxnId="{2EE58229-1291-478D-B6BE-4671222F8284}">
      <dgm:prSet/>
      <dgm:spPr/>
      <dgm:t>
        <a:bodyPr/>
        <a:lstStyle/>
        <a:p>
          <a:endParaRPr lang="en-US"/>
        </a:p>
      </dgm:t>
    </dgm:pt>
    <dgm:pt modelId="{45C9CEC5-CDEA-4A41-9FB6-A8CEA9B71FFA}" type="pres">
      <dgm:prSet presAssocID="{F3969803-4621-45A1-ACAC-FA2C952E349B}" presName="root" presStyleCnt="0">
        <dgm:presLayoutVars>
          <dgm:dir/>
          <dgm:resizeHandles val="exact"/>
        </dgm:presLayoutVars>
      </dgm:prSet>
      <dgm:spPr/>
    </dgm:pt>
    <dgm:pt modelId="{CAB6DC10-5EF8-4FA0-937E-9F888E25170A}" type="pres">
      <dgm:prSet presAssocID="{43662E8B-8644-4889-AF87-5695FA160A1E}" presName="compNode" presStyleCnt="0"/>
      <dgm:spPr/>
    </dgm:pt>
    <dgm:pt modelId="{1C7032CA-8E6C-470E-8B66-067A9573AC52}" type="pres">
      <dgm:prSet presAssocID="{43662E8B-8644-4889-AF87-5695FA160A1E}" presName="bgRect" presStyleLbl="bgShp" presStyleIdx="0" presStyleCnt="4"/>
      <dgm:spPr/>
    </dgm:pt>
    <dgm:pt modelId="{0C16C53A-6C37-47EA-A8D8-BF9C8646A622}" type="pres">
      <dgm:prSet presAssocID="{43662E8B-8644-4889-AF87-5695FA160A1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atore (maschile) con riempimento a tinta unita"/>
        </a:ext>
      </dgm:extLst>
    </dgm:pt>
    <dgm:pt modelId="{E5B90280-5E3E-481D-AA7E-08624142ED55}" type="pres">
      <dgm:prSet presAssocID="{43662E8B-8644-4889-AF87-5695FA160A1E}" presName="spaceRect" presStyleCnt="0"/>
      <dgm:spPr/>
    </dgm:pt>
    <dgm:pt modelId="{B838C32A-00AE-43AE-B77C-B1D5C601FF82}" type="pres">
      <dgm:prSet presAssocID="{43662E8B-8644-4889-AF87-5695FA160A1E}" presName="parTx" presStyleLbl="revTx" presStyleIdx="0" presStyleCnt="8">
        <dgm:presLayoutVars>
          <dgm:chMax val="0"/>
          <dgm:chPref val="0"/>
        </dgm:presLayoutVars>
      </dgm:prSet>
      <dgm:spPr/>
    </dgm:pt>
    <dgm:pt modelId="{993839AC-EBB1-4525-AB93-AFC5EFAFFE3B}" type="pres">
      <dgm:prSet presAssocID="{43662E8B-8644-4889-AF87-5695FA160A1E}" presName="desTx" presStyleLbl="revTx" presStyleIdx="1" presStyleCnt="8">
        <dgm:presLayoutVars/>
      </dgm:prSet>
      <dgm:spPr/>
    </dgm:pt>
    <dgm:pt modelId="{8B520376-E10B-4DFD-922A-514726F8833B}" type="pres">
      <dgm:prSet presAssocID="{460C8BF8-05C8-4C0E-8138-3DFE87CDEAC3}" presName="sibTrans" presStyleCnt="0"/>
      <dgm:spPr/>
    </dgm:pt>
    <dgm:pt modelId="{1EB0D9D5-BA4E-4B69-AE0C-AAF407E7A972}" type="pres">
      <dgm:prSet presAssocID="{3F32343B-F6CE-41C4-B342-74FAA4474BAC}" presName="compNode" presStyleCnt="0"/>
      <dgm:spPr/>
    </dgm:pt>
    <dgm:pt modelId="{3C7121CF-D02E-49EC-BAE5-709835E791E5}" type="pres">
      <dgm:prSet presAssocID="{3F32343B-F6CE-41C4-B342-74FAA4474BAC}" presName="bgRect" presStyleLbl="bgShp" presStyleIdx="1" presStyleCnt="4"/>
      <dgm:spPr/>
    </dgm:pt>
    <dgm:pt modelId="{FCF46C24-6885-4E5C-9439-2C733C3ECB3F}" type="pres">
      <dgm:prSet presAssocID="{3F32343B-F6CE-41C4-B342-74FAA4474BA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D3F2A862-89C0-4DEA-A121-9CC3BBB692FE}" type="pres">
      <dgm:prSet presAssocID="{3F32343B-F6CE-41C4-B342-74FAA4474BAC}" presName="spaceRect" presStyleCnt="0"/>
      <dgm:spPr/>
    </dgm:pt>
    <dgm:pt modelId="{9760E814-C017-4607-9288-BBEFF6C32A1D}" type="pres">
      <dgm:prSet presAssocID="{3F32343B-F6CE-41C4-B342-74FAA4474BAC}" presName="parTx" presStyleLbl="revTx" presStyleIdx="2" presStyleCnt="8">
        <dgm:presLayoutVars>
          <dgm:chMax val="0"/>
          <dgm:chPref val="0"/>
        </dgm:presLayoutVars>
      </dgm:prSet>
      <dgm:spPr/>
    </dgm:pt>
    <dgm:pt modelId="{D50B830A-A262-4A1F-B231-A17CE92C2F2A}" type="pres">
      <dgm:prSet presAssocID="{3F32343B-F6CE-41C4-B342-74FAA4474BAC}" presName="desTx" presStyleLbl="revTx" presStyleIdx="3" presStyleCnt="8">
        <dgm:presLayoutVars/>
      </dgm:prSet>
      <dgm:spPr/>
    </dgm:pt>
    <dgm:pt modelId="{C91E4F52-9430-44E3-9D0B-87E0116673B3}" type="pres">
      <dgm:prSet presAssocID="{438CAC44-C11C-4AD9-BB29-16C2744B24C5}" presName="sibTrans" presStyleCnt="0"/>
      <dgm:spPr/>
    </dgm:pt>
    <dgm:pt modelId="{435224FD-8A13-4820-8ECB-7D6999C0426B}" type="pres">
      <dgm:prSet presAssocID="{9B5F6642-951A-4389-8C6B-4FF0C55CBC2D}" presName="compNode" presStyleCnt="0"/>
      <dgm:spPr/>
    </dgm:pt>
    <dgm:pt modelId="{631EF692-2073-49CF-B9E8-77176BC20A5F}" type="pres">
      <dgm:prSet presAssocID="{9B5F6642-951A-4389-8C6B-4FF0C55CBC2D}" presName="bgRect" presStyleLbl="bgShp" presStyleIdx="2" presStyleCnt="4"/>
      <dgm:spPr/>
    </dgm:pt>
    <dgm:pt modelId="{67990C7D-1AC0-4D23-BA80-9D7416C63026}" type="pres">
      <dgm:prSet presAssocID="{9B5F6642-951A-4389-8C6B-4FF0C55CBC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33AA5F0B-332D-438C-A583-A209B70A858F}" type="pres">
      <dgm:prSet presAssocID="{9B5F6642-951A-4389-8C6B-4FF0C55CBC2D}" presName="spaceRect" presStyleCnt="0"/>
      <dgm:spPr/>
    </dgm:pt>
    <dgm:pt modelId="{166D8EDB-B02B-471E-B07F-D9E361BC975C}" type="pres">
      <dgm:prSet presAssocID="{9B5F6642-951A-4389-8C6B-4FF0C55CBC2D}" presName="parTx" presStyleLbl="revTx" presStyleIdx="4" presStyleCnt="8">
        <dgm:presLayoutVars>
          <dgm:chMax val="0"/>
          <dgm:chPref val="0"/>
        </dgm:presLayoutVars>
      </dgm:prSet>
      <dgm:spPr/>
    </dgm:pt>
    <dgm:pt modelId="{346E9FCC-47C4-458F-8468-5E9FA5F1CE64}" type="pres">
      <dgm:prSet presAssocID="{9B5F6642-951A-4389-8C6B-4FF0C55CBC2D}" presName="desTx" presStyleLbl="revTx" presStyleIdx="5" presStyleCnt="8">
        <dgm:presLayoutVars/>
      </dgm:prSet>
      <dgm:spPr/>
    </dgm:pt>
    <dgm:pt modelId="{87673030-D62B-4966-A040-A516A3ECEA9E}" type="pres">
      <dgm:prSet presAssocID="{69396DA2-48A5-4150-99D4-73B98BBAF5AD}" presName="sibTrans" presStyleCnt="0"/>
      <dgm:spPr/>
    </dgm:pt>
    <dgm:pt modelId="{D83139E3-162E-4ABB-98C1-42705EB88C87}" type="pres">
      <dgm:prSet presAssocID="{F89FBA01-FEC4-42A6-BF11-60F4061F0129}" presName="compNode" presStyleCnt="0"/>
      <dgm:spPr/>
    </dgm:pt>
    <dgm:pt modelId="{B22882A4-A2FA-4D96-9149-4E9096AEA83E}" type="pres">
      <dgm:prSet presAssocID="{F89FBA01-FEC4-42A6-BF11-60F4061F0129}" presName="bgRect" presStyleLbl="bgShp" presStyleIdx="3" presStyleCnt="4"/>
      <dgm:spPr/>
    </dgm:pt>
    <dgm:pt modelId="{0F028DCE-00AD-4777-87C8-2902AB525E42}" type="pres">
      <dgm:prSet presAssocID="{F89FBA01-FEC4-42A6-BF11-60F4061F012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BFF85323-5111-46E1-8220-1950F420E7F2}" type="pres">
      <dgm:prSet presAssocID="{F89FBA01-FEC4-42A6-BF11-60F4061F0129}" presName="spaceRect" presStyleCnt="0"/>
      <dgm:spPr/>
    </dgm:pt>
    <dgm:pt modelId="{3487360F-165C-41F7-A124-F6A694746C04}" type="pres">
      <dgm:prSet presAssocID="{F89FBA01-FEC4-42A6-BF11-60F4061F0129}" presName="parTx" presStyleLbl="revTx" presStyleIdx="6" presStyleCnt="8">
        <dgm:presLayoutVars>
          <dgm:chMax val="0"/>
          <dgm:chPref val="0"/>
        </dgm:presLayoutVars>
      </dgm:prSet>
      <dgm:spPr/>
    </dgm:pt>
    <dgm:pt modelId="{F6744DAF-B681-4182-A7ED-D797FD6F15DF}" type="pres">
      <dgm:prSet presAssocID="{F89FBA01-FEC4-42A6-BF11-60F4061F0129}" presName="desTx" presStyleLbl="revTx" presStyleIdx="7" presStyleCnt="8">
        <dgm:presLayoutVars/>
      </dgm:prSet>
      <dgm:spPr/>
    </dgm:pt>
  </dgm:ptLst>
  <dgm:cxnLst>
    <dgm:cxn modelId="{3DAD9404-2566-4D26-9B79-7C870C587F5D}" srcId="{F3969803-4621-45A1-ACAC-FA2C952E349B}" destId="{9B5F6642-951A-4389-8C6B-4FF0C55CBC2D}" srcOrd="2" destOrd="0" parTransId="{D7EEBBD9-996F-4277-8F87-5194B3417F18}" sibTransId="{69396DA2-48A5-4150-99D4-73B98BBAF5AD}"/>
    <dgm:cxn modelId="{7FADA905-2D3E-44D5-8B26-DF8E68AEED49}" srcId="{F89FBA01-FEC4-42A6-BF11-60F4061F0129}" destId="{43DDB59B-44F4-4173-BE47-9B9DF3557169}" srcOrd="0" destOrd="0" parTransId="{20C0F62A-1284-4D98-A20E-6EEE198946E0}" sibTransId="{609C4D57-699A-47CC-BEFF-5FA3998CDBF0}"/>
    <dgm:cxn modelId="{0C58FC09-43B2-40AA-991D-EC27ECCF3E3B}" type="presOf" srcId="{F89FBA01-FEC4-42A6-BF11-60F4061F0129}" destId="{3487360F-165C-41F7-A124-F6A694746C04}" srcOrd="0" destOrd="0" presId="urn:microsoft.com/office/officeart/2018/2/layout/IconVerticalSolidList"/>
    <dgm:cxn modelId="{E088AD10-6B3E-412F-9A4B-0B14B088CDAC}" type="presOf" srcId="{2C9D9BDD-697C-4683-83E3-A8D998D92CC9}" destId="{346E9FCC-47C4-458F-8468-5E9FA5F1CE64}" srcOrd="0" destOrd="0" presId="urn:microsoft.com/office/officeart/2018/2/layout/IconVerticalSolidList"/>
    <dgm:cxn modelId="{E814E419-2D4E-4E71-BA73-B5FE12A26F22}" type="presOf" srcId="{50D36014-BB13-4863-AF9A-2A4248B93906}" destId="{993839AC-EBB1-4525-AB93-AFC5EFAFFE3B}" srcOrd="0" destOrd="1" presId="urn:microsoft.com/office/officeart/2018/2/layout/IconVerticalSolidList"/>
    <dgm:cxn modelId="{EEB5DC1B-1A7C-43D6-B546-F8181F17DF10}" srcId="{F3969803-4621-45A1-ACAC-FA2C952E349B}" destId="{3F32343B-F6CE-41C4-B342-74FAA4474BAC}" srcOrd="1" destOrd="0" parTransId="{F77BB02B-59EF-4AD7-BCE7-845A2E5574D2}" sibTransId="{438CAC44-C11C-4AD9-BB29-16C2744B24C5}"/>
    <dgm:cxn modelId="{2EE58229-1291-478D-B6BE-4671222F8284}" srcId="{F89FBA01-FEC4-42A6-BF11-60F4061F0129}" destId="{141E825E-CFDD-4FC1-9CF1-2D6A32DDBD14}" srcOrd="1" destOrd="0" parTransId="{67C74B6E-00CE-4745-A6C0-D5DA72931C28}" sibTransId="{C8F30257-80A3-4313-898F-37BCE993E878}"/>
    <dgm:cxn modelId="{26C10E30-8AAA-4ECE-A3B7-8EC58DFF045F}" srcId="{F3969803-4621-45A1-ACAC-FA2C952E349B}" destId="{43662E8B-8644-4889-AF87-5695FA160A1E}" srcOrd="0" destOrd="0" parTransId="{AD3E2FD3-FA05-42DA-898F-543C4F2FD580}" sibTransId="{460C8BF8-05C8-4C0E-8138-3DFE87CDEAC3}"/>
    <dgm:cxn modelId="{1DE57F51-B9A6-44B2-AC65-F82BFE49606F}" type="presOf" srcId="{F3969803-4621-45A1-ACAC-FA2C952E349B}" destId="{45C9CEC5-CDEA-4A41-9FB6-A8CEA9B71FFA}" srcOrd="0" destOrd="0" presId="urn:microsoft.com/office/officeart/2018/2/layout/IconVerticalSolidList"/>
    <dgm:cxn modelId="{15D89F57-01F9-40A9-9DC2-519641DB4975}" srcId="{9B5F6642-951A-4389-8C6B-4FF0C55CBC2D}" destId="{2C9D9BDD-697C-4683-83E3-A8D998D92CC9}" srcOrd="0" destOrd="0" parTransId="{BA8D86FB-3351-4DF8-9E39-9447C1C7EDE6}" sibTransId="{2DBE1025-AB77-47D6-BCBE-04532B111A34}"/>
    <dgm:cxn modelId="{CB6CB37F-D01B-4732-9C47-AB108A35869C}" srcId="{43662E8B-8644-4889-AF87-5695FA160A1E}" destId="{50D36014-BB13-4863-AF9A-2A4248B93906}" srcOrd="1" destOrd="0" parTransId="{4F98BB47-6E50-472B-98F7-5B936EB6F193}" sibTransId="{D6830009-F98F-4EC8-9281-AF14D987AAEB}"/>
    <dgm:cxn modelId="{0C4FFC8C-C130-4284-8248-3D1D05D298A5}" type="presOf" srcId="{9B5F6642-951A-4389-8C6B-4FF0C55CBC2D}" destId="{166D8EDB-B02B-471E-B07F-D9E361BC975C}" srcOrd="0" destOrd="0" presId="urn:microsoft.com/office/officeart/2018/2/layout/IconVerticalSolidList"/>
    <dgm:cxn modelId="{4361A393-A7DB-4192-941A-17D3660D2A9E}" srcId="{43662E8B-8644-4889-AF87-5695FA160A1E}" destId="{50C2A93B-9D63-4533-AB11-6136DBAD5A36}" srcOrd="2" destOrd="0" parTransId="{AAA85F8C-AF70-429E-A7AD-267D23789901}" sibTransId="{22BA05F2-E0F2-4FCE-AE1F-395B87807A1A}"/>
    <dgm:cxn modelId="{FB2BF593-494B-4470-A3FF-9BFE35B9BF89}" type="presOf" srcId="{43DDB59B-44F4-4173-BE47-9B9DF3557169}" destId="{F6744DAF-B681-4182-A7ED-D797FD6F15DF}" srcOrd="0" destOrd="0" presId="urn:microsoft.com/office/officeart/2018/2/layout/IconVerticalSolidList"/>
    <dgm:cxn modelId="{C3B99F9C-AFFB-4982-AC0A-7BF3F068D2BF}" srcId="{F3969803-4621-45A1-ACAC-FA2C952E349B}" destId="{F89FBA01-FEC4-42A6-BF11-60F4061F0129}" srcOrd="3" destOrd="0" parTransId="{11E3462D-166D-4C1B-BD86-35D089541CBA}" sibTransId="{AFB1F3D9-1CD0-405F-8EDC-EEB32480D4B0}"/>
    <dgm:cxn modelId="{55E703A6-BFCB-4947-9508-912303E3BC64}" type="presOf" srcId="{43662E8B-8644-4889-AF87-5695FA160A1E}" destId="{B838C32A-00AE-43AE-B77C-B1D5C601FF82}" srcOrd="0" destOrd="0" presId="urn:microsoft.com/office/officeart/2018/2/layout/IconVerticalSolidList"/>
    <dgm:cxn modelId="{557B72B5-4967-4177-A50A-0927DA2A5014}" type="presOf" srcId="{50C2A93B-9D63-4533-AB11-6136DBAD5A36}" destId="{993839AC-EBB1-4525-AB93-AFC5EFAFFE3B}" srcOrd="0" destOrd="2" presId="urn:microsoft.com/office/officeart/2018/2/layout/IconVerticalSolidList"/>
    <dgm:cxn modelId="{DCC7ABDA-80EA-4B8A-ACB9-C7F45F1EA529}" srcId="{3F32343B-F6CE-41C4-B342-74FAA4474BAC}" destId="{37FC7AAB-ECC3-46B4-87F0-88E0CAA0B67C}" srcOrd="0" destOrd="0" parTransId="{0DF4952A-C6D5-4D9A-89AB-6444C88E0D42}" sibTransId="{319C4081-E979-41C2-AEDB-14CC68CBE132}"/>
    <dgm:cxn modelId="{657E25ED-776E-4578-A453-411CB0AF1106}" type="presOf" srcId="{141E825E-CFDD-4FC1-9CF1-2D6A32DDBD14}" destId="{F6744DAF-B681-4182-A7ED-D797FD6F15DF}" srcOrd="0" destOrd="1" presId="urn:microsoft.com/office/officeart/2018/2/layout/IconVerticalSolidList"/>
    <dgm:cxn modelId="{461D65ED-3EC7-4C1F-AFB1-6FA62C147D2C}" type="presOf" srcId="{3F32343B-F6CE-41C4-B342-74FAA4474BAC}" destId="{9760E814-C017-4607-9288-BBEFF6C32A1D}" srcOrd="0" destOrd="0" presId="urn:microsoft.com/office/officeart/2018/2/layout/IconVerticalSolidList"/>
    <dgm:cxn modelId="{F15772ED-B359-4C1D-8D88-19B4FD48CF64}" srcId="{43662E8B-8644-4889-AF87-5695FA160A1E}" destId="{EB3B4275-B3E2-48E7-9EB9-ED534923C157}" srcOrd="0" destOrd="0" parTransId="{823DD850-9F65-4D0A-9C5A-36DF0F5CD6F7}" sibTransId="{6B07B672-15AE-4C26-90BB-CBFC3B0C6210}"/>
    <dgm:cxn modelId="{AB8AD0F7-C13A-4614-8142-25576FC142DF}" type="presOf" srcId="{EB3B4275-B3E2-48E7-9EB9-ED534923C157}" destId="{993839AC-EBB1-4525-AB93-AFC5EFAFFE3B}" srcOrd="0" destOrd="0" presId="urn:microsoft.com/office/officeart/2018/2/layout/IconVerticalSolidList"/>
    <dgm:cxn modelId="{66AD65FE-BBAC-4515-8E86-31181244B5D2}" type="presOf" srcId="{37FC7AAB-ECC3-46B4-87F0-88E0CAA0B67C}" destId="{D50B830A-A262-4A1F-B231-A17CE92C2F2A}" srcOrd="0" destOrd="0" presId="urn:microsoft.com/office/officeart/2018/2/layout/IconVerticalSolidList"/>
    <dgm:cxn modelId="{3F5FE22A-FB1F-489B-98A0-D4B36BA85E4B}" type="presParOf" srcId="{45C9CEC5-CDEA-4A41-9FB6-A8CEA9B71FFA}" destId="{CAB6DC10-5EF8-4FA0-937E-9F888E25170A}" srcOrd="0" destOrd="0" presId="urn:microsoft.com/office/officeart/2018/2/layout/IconVerticalSolidList"/>
    <dgm:cxn modelId="{E8FC6FFE-09E6-42F1-9369-8D0E6D879FD3}" type="presParOf" srcId="{CAB6DC10-5EF8-4FA0-937E-9F888E25170A}" destId="{1C7032CA-8E6C-470E-8B66-067A9573AC52}" srcOrd="0" destOrd="0" presId="urn:microsoft.com/office/officeart/2018/2/layout/IconVerticalSolidList"/>
    <dgm:cxn modelId="{4EDC3D37-41BE-4080-8281-19726DA70A9C}" type="presParOf" srcId="{CAB6DC10-5EF8-4FA0-937E-9F888E25170A}" destId="{0C16C53A-6C37-47EA-A8D8-BF9C8646A622}" srcOrd="1" destOrd="0" presId="urn:microsoft.com/office/officeart/2018/2/layout/IconVerticalSolidList"/>
    <dgm:cxn modelId="{100B9974-E57E-4E4D-A2BA-07EF4849700D}" type="presParOf" srcId="{CAB6DC10-5EF8-4FA0-937E-9F888E25170A}" destId="{E5B90280-5E3E-481D-AA7E-08624142ED55}" srcOrd="2" destOrd="0" presId="urn:microsoft.com/office/officeart/2018/2/layout/IconVerticalSolidList"/>
    <dgm:cxn modelId="{0E6F8B07-9506-49FB-B3E6-2C2D1FCEB30A}" type="presParOf" srcId="{CAB6DC10-5EF8-4FA0-937E-9F888E25170A}" destId="{B838C32A-00AE-43AE-B77C-B1D5C601FF82}" srcOrd="3" destOrd="0" presId="urn:microsoft.com/office/officeart/2018/2/layout/IconVerticalSolidList"/>
    <dgm:cxn modelId="{3FE5E200-717D-4702-872A-61EEA9DA4176}" type="presParOf" srcId="{CAB6DC10-5EF8-4FA0-937E-9F888E25170A}" destId="{993839AC-EBB1-4525-AB93-AFC5EFAFFE3B}" srcOrd="4" destOrd="0" presId="urn:microsoft.com/office/officeart/2018/2/layout/IconVerticalSolidList"/>
    <dgm:cxn modelId="{22F2D86A-24BD-4703-AD18-CBFD8C9745CD}" type="presParOf" srcId="{45C9CEC5-CDEA-4A41-9FB6-A8CEA9B71FFA}" destId="{8B520376-E10B-4DFD-922A-514726F8833B}" srcOrd="1" destOrd="0" presId="urn:microsoft.com/office/officeart/2018/2/layout/IconVerticalSolidList"/>
    <dgm:cxn modelId="{7180C48A-6340-4A4D-B0C9-BCF2926A9919}" type="presParOf" srcId="{45C9CEC5-CDEA-4A41-9FB6-A8CEA9B71FFA}" destId="{1EB0D9D5-BA4E-4B69-AE0C-AAF407E7A972}" srcOrd="2" destOrd="0" presId="urn:microsoft.com/office/officeart/2018/2/layout/IconVerticalSolidList"/>
    <dgm:cxn modelId="{DF15BFFC-896E-4995-AA02-4FD5B2B0FA91}" type="presParOf" srcId="{1EB0D9D5-BA4E-4B69-AE0C-AAF407E7A972}" destId="{3C7121CF-D02E-49EC-BAE5-709835E791E5}" srcOrd="0" destOrd="0" presId="urn:microsoft.com/office/officeart/2018/2/layout/IconVerticalSolidList"/>
    <dgm:cxn modelId="{61C917EE-049E-4574-901C-AAECACD86A17}" type="presParOf" srcId="{1EB0D9D5-BA4E-4B69-AE0C-AAF407E7A972}" destId="{FCF46C24-6885-4E5C-9439-2C733C3ECB3F}" srcOrd="1" destOrd="0" presId="urn:microsoft.com/office/officeart/2018/2/layout/IconVerticalSolidList"/>
    <dgm:cxn modelId="{22E843C8-C675-4C41-BF20-04D18E135B15}" type="presParOf" srcId="{1EB0D9D5-BA4E-4B69-AE0C-AAF407E7A972}" destId="{D3F2A862-89C0-4DEA-A121-9CC3BBB692FE}" srcOrd="2" destOrd="0" presId="urn:microsoft.com/office/officeart/2018/2/layout/IconVerticalSolidList"/>
    <dgm:cxn modelId="{7BD2BD8B-8F56-485E-9E95-81740903DB33}" type="presParOf" srcId="{1EB0D9D5-BA4E-4B69-AE0C-AAF407E7A972}" destId="{9760E814-C017-4607-9288-BBEFF6C32A1D}" srcOrd="3" destOrd="0" presId="urn:microsoft.com/office/officeart/2018/2/layout/IconVerticalSolidList"/>
    <dgm:cxn modelId="{94F817B5-5D85-42C8-843B-35502294D5D2}" type="presParOf" srcId="{1EB0D9D5-BA4E-4B69-AE0C-AAF407E7A972}" destId="{D50B830A-A262-4A1F-B231-A17CE92C2F2A}" srcOrd="4" destOrd="0" presId="urn:microsoft.com/office/officeart/2018/2/layout/IconVerticalSolidList"/>
    <dgm:cxn modelId="{F8F87BE1-C071-4B52-B57C-E1CA9B18E723}" type="presParOf" srcId="{45C9CEC5-CDEA-4A41-9FB6-A8CEA9B71FFA}" destId="{C91E4F52-9430-44E3-9D0B-87E0116673B3}" srcOrd="3" destOrd="0" presId="urn:microsoft.com/office/officeart/2018/2/layout/IconVerticalSolidList"/>
    <dgm:cxn modelId="{0FAEC111-825B-4600-B5AF-7D16A808D6FC}" type="presParOf" srcId="{45C9CEC5-CDEA-4A41-9FB6-A8CEA9B71FFA}" destId="{435224FD-8A13-4820-8ECB-7D6999C0426B}" srcOrd="4" destOrd="0" presId="urn:microsoft.com/office/officeart/2018/2/layout/IconVerticalSolidList"/>
    <dgm:cxn modelId="{D5464077-95D4-419F-8C7F-BA91CA17BB58}" type="presParOf" srcId="{435224FD-8A13-4820-8ECB-7D6999C0426B}" destId="{631EF692-2073-49CF-B9E8-77176BC20A5F}" srcOrd="0" destOrd="0" presId="urn:microsoft.com/office/officeart/2018/2/layout/IconVerticalSolidList"/>
    <dgm:cxn modelId="{2343CFDA-3989-4DE6-9DE6-95FB5991D39A}" type="presParOf" srcId="{435224FD-8A13-4820-8ECB-7D6999C0426B}" destId="{67990C7D-1AC0-4D23-BA80-9D7416C63026}" srcOrd="1" destOrd="0" presId="urn:microsoft.com/office/officeart/2018/2/layout/IconVerticalSolidList"/>
    <dgm:cxn modelId="{20CEF09F-FED3-4DE4-831A-0741BF760584}" type="presParOf" srcId="{435224FD-8A13-4820-8ECB-7D6999C0426B}" destId="{33AA5F0B-332D-438C-A583-A209B70A858F}" srcOrd="2" destOrd="0" presId="urn:microsoft.com/office/officeart/2018/2/layout/IconVerticalSolidList"/>
    <dgm:cxn modelId="{049EA755-0A78-461D-86C5-BBBD34890C53}" type="presParOf" srcId="{435224FD-8A13-4820-8ECB-7D6999C0426B}" destId="{166D8EDB-B02B-471E-B07F-D9E361BC975C}" srcOrd="3" destOrd="0" presId="urn:microsoft.com/office/officeart/2018/2/layout/IconVerticalSolidList"/>
    <dgm:cxn modelId="{1B2E8822-C67A-4764-A2B4-8538DAD0855B}" type="presParOf" srcId="{435224FD-8A13-4820-8ECB-7D6999C0426B}" destId="{346E9FCC-47C4-458F-8468-5E9FA5F1CE64}" srcOrd="4" destOrd="0" presId="urn:microsoft.com/office/officeart/2018/2/layout/IconVerticalSolidList"/>
    <dgm:cxn modelId="{19A844A2-487C-4D20-9DBD-B559E4C883AD}" type="presParOf" srcId="{45C9CEC5-CDEA-4A41-9FB6-A8CEA9B71FFA}" destId="{87673030-D62B-4966-A040-A516A3ECEA9E}" srcOrd="5" destOrd="0" presId="urn:microsoft.com/office/officeart/2018/2/layout/IconVerticalSolidList"/>
    <dgm:cxn modelId="{D678CD15-4A1E-47A9-804F-88550C0E2D74}" type="presParOf" srcId="{45C9CEC5-CDEA-4A41-9FB6-A8CEA9B71FFA}" destId="{D83139E3-162E-4ABB-98C1-42705EB88C87}" srcOrd="6" destOrd="0" presId="urn:microsoft.com/office/officeart/2018/2/layout/IconVerticalSolidList"/>
    <dgm:cxn modelId="{26EE0722-7069-4CE2-9189-F6963E9D98BF}" type="presParOf" srcId="{D83139E3-162E-4ABB-98C1-42705EB88C87}" destId="{B22882A4-A2FA-4D96-9149-4E9096AEA83E}" srcOrd="0" destOrd="0" presId="urn:microsoft.com/office/officeart/2018/2/layout/IconVerticalSolidList"/>
    <dgm:cxn modelId="{D274EBE0-78D6-49F2-8E3E-D661D581817F}" type="presParOf" srcId="{D83139E3-162E-4ABB-98C1-42705EB88C87}" destId="{0F028DCE-00AD-4777-87C8-2902AB525E42}" srcOrd="1" destOrd="0" presId="urn:microsoft.com/office/officeart/2018/2/layout/IconVerticalSolidList"/>
    <dgm:cxn modelId="{D88312EF-2541-46D2-B2DA-4D8BA99B67C9}" type="presParOf" srcId="{D83139E3-162E-4ABB-98C1-42705EB88C87}" destId="{BFF85323-5111-46E1-8220-1950F420E7F2}" srcOrd="2" destOrd="0" presId="urn:microsoft.com/office/officeart/2018/2/layout/IconVerticalSolidList"/>
    <dgm:cxn modelId="{00B98723-32BB-442C-A6C1-7E32D04F3F4D}" type="presParOf" srcId="{D83139E3-162E-4ABB-98C1-42705EB88C87}" destId="{3487360F-165C-41F7-A124-F6A694746C04}" srcOrd="3" destOrd="0" presId="urn:microsoft.com/office/officeart/2018/2/layout/IconVerticalSolidList"/>
    <dgm:cxn modelId="{88490B6D-030A-44F6-9D49-035BCFC91DAB}" type="presParOf" srcId="{D83139E3-162E-4ABB-98C1-42705EB88C87}" destId="{F6744DAF-B681-4182-A7ED-D797FD6F15DF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63397A0-3A36-4717-800F-2D924CDFB568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2464FC7-C07E-4716-84DE-7D317C20328C}">
      <dgm:prSet/>
      <dgm:spPr/>
      <dgm:t>
        <a:bodyPr/>
        <a:lstStyle/>
        <a:p>
          <a:r>
            <a:rPr lang="it-IT" dirty="0"/>
            <a:t>🔄 Iterazioni brevi</a:t>
          </a:r>
          <a:endParaRPr lang="en-US" dirty="0"/>
        </a:p>
      </dgm:t>
    </dgm:pt>
    <dgm:pt modelId="{6224C45A-34E6-44D1-AF2B-33FDBF4E4361}" type="parTrans" cxnId="{A7AB49DA-D2D5-431B-89A4-55003817AE4E}">
      <dgm:prSet/>
      <dgm:spPr/>
      <dgm:t>
        <a:bodyPr/>
        <a:lstStyle/>
        <a:p>
          <a:endParaRPr lang="en-US"/>
        </a:p>
      </dgm:t>
    </dgm:pt>
    <dgm:pt modelId="{E6FF8814-CB2B-4948-8734-604EB419053F}" type="sibTrans" cxnId="{A7AB49DA-D2D5-431B-89A4-55003817AE4E}">
      <dgm:prSet/>
      <dgm:spPr/>
      <dgm:t>
        <a:bodyPr/>
        <a:lstStyle/>
        <a:p>
          <a:endParaRPr lang="en-US"/>
        </a:p>
      </dgm:t>
    </dgm:pt>
    <dgm:pt modelId="{CFDF10FD-CE79-4B4F-A453-CEC494900194}">
      <dgm:prSet/>
      <dgm:spPr/>
      <dgm:t>
        <a:bodyPr/>
        <a:lstStyle/>
        <a:p>
          <a:r>
            <a:rPr lang="it-IT"/>
            <a:t>♻ Refactoring continuo</a:t>
          </a:r>
          <a:endParaRPr lang="en-US"/>
        </a:p>
      </dgm:t>
    </dgm:pt>
    <dgm:pt modelId="{1DBAE262-C3B6-419D-A9BC-B601FB95A84F}" type="parTrans" cxnId="{E293AB49-0D35-4EC5-84BC-CA156D0D98AC}">
      <dgm:prSet/>
      <dgm:spPr/>
      <dgm:t>
        <a:bodyPr/>
        <a:lstStyle/>
        <a:p>
          <a:endParaRPr lang="en-US"/>
        </a:p>
      </dgm:t>
    </dgm:pt>
    <dgm:pt modelId="{02765360-979E-4FDE-8830-90FEBB551C94}" type="sibTrans" cxnId="{E293AB49-0D35-4EC5-84BC-CA156D0D98AC}">
      <dgm:prSet/>
      <dgm:spPr/>
      <dgm:t>
        <a:bodyPr/>
        <a:lstStyle/>
        <a:p>
          <a:endParaRPr lang="en-US"/>
        </a:p>
      </dgm:t>
    </dgm:pt>
    <dgm:pt modelId="{CC0345B0-FF81-44B8-944D-8AF4DA49F7A3}">
      <dgm:prSet/>
      <dgm:spPr/>
      <dgm:t>
        <a:bodyPr/>
        <a:lstStyle/>
        <a:p>
          <a:r>
            <a:rPr lang="it-IT" dirty="0"/>
            <a:t>👥 </a:t>
          </a:r>
          <a:r>
            <a:rPr lang="it-IT" dirty="0" err="1"/>
            <a:t>Pair</a:t>
          </a:r>
          <a:r>
            <a:rPr lang="it-IT" dirty="0"/>
            <a:t> programming quasi costantemente</a:t>
          </a:r>
          <a:endParaRPr lang="en-US" dirty="0"/>
        </a:p>
      </dgm:t>
    </dgm:pt>
    <dgm:pt modelId="{D30A92E5-CBF2-4061-A75C-B489C81E669C}" type="parTrans" cxnId="{5AE0A3B3-FA0D-48C8-BB2A-28E673C82D72}">
      <dgm:prSet/>
      <dgm:spPr/>
      <dgm:t>
        <a:bodyPr/>
        <a:lstStyle/>
        <a:p>
          <a:endParaRPr lang="en-US"/>
        </a:p>
      </dgm:t>
    </dgm:pt>
    <dgm:pt modelId="{9E93C95C-C9C0-49FF-8381-A2EF78155904}" type="sibTrans" cxnId="{5AE0A3B3-FA0D-48C8-BB2A-28E673C82D72}">
      <dgm:prSet/>
      <dgm:spPr/>
      <dgm:t>
        <a:bodyPr/>
        <a:lstStyle/>
        <a:p>
          <a:endParaRPr lang="en-US"/>
        </a:p>
      </dgm:t>
    </dgm:pt>
    <dgm:pt modelId="{60852C64-8EDC-4360-9BA1-7EBB99CEDBB9}">
      <dgm:prSet/>
      <dgm:spPr/>
      <dgm:t>
        <a:bodyPr/>
        <a:lstStyle/>
        <a:p>
          <a:r>
            <a:rPr lang="it-IT"/>
            <a:t>📝 Documentazione aggiornata progressivamente</a:t>
          </a:r>
          <a:endParaRPr lang="en-US"/>
        </a:p>
      </dgm:t>
    </dgm:pt>
    <dgm:pt modelId="{716BB4C3-C1B8-4584-ACD0-1A81C757D614}" type="parTrans" cxnId="{6CF6CF4C-68C2-449F-A4A1-9B8B75A2D294}">
      <dgm:prSet/>
      <dgm:spPr/>
      <dgm:t>
        <a:bodyPr/>
        <a:lstStyle/>
        <a:p>
          <a:endParaRPr lang="en-US"/>
        </a:p>
      </dgm:t>
    </dgm:pt>
    <dgm:pt modelId="{DB04E63F-7D77-4B30-8033-A02C080CA26F}" type="sibTrans" cxnId="{6CF6CF4C-68C2-449F-A4A1-9B8B75A2D294}">
      <dgm:prSet/>
      <dgm:spPr/>
      <dgm:t>
        <a:bodyPr/>
        <a:lstStyle/>
        <a:p>
          <a:endParaRPr lang="en-US"/>
        </a:p>
      </dgm:t>
    </dgm:pt>
    <dgm:pt modelId="{D8641DA1-A029-4AC7-A850-09E542FBD258}">
      <dgm:prSet/>
      <dgm:spPr/>
      <dgm:t>
        <a:bodyPr/>
        <a:lstStyle/>
        <a:p>
          <a:r>
            <a:rPr lang="it-IT"/>
            <a:t>🔁 Feedback loop continuo tra sviluppo e miglioramento</a:t>
          </a:r>
          <a:endParaRPr lang="en-US"/>
        </a:p>
      </dgm:t>
    </dgm:pt>
    <dgm:pt modelId="{3EDA092E-BD9C-420E-9887-0048134E49A2}" type="parTrans" cxnId="{9B2139A4-1D77-48A8-9028-B7B0EDC81180}">
      <dgm:prSet/>
      <dgm:spPr/>
      <dgm:t>
        <a:bodyPr/>
        <a:lstStyle/>
        <a:p>
          <a:endParaRPr lang="en-US"/>
        </a:p>
      </dgm:t>
    </dgm:pt>
    <dgm:pt modelId="{3E24227B-0F95-4824-8482-5F57C270F59F}" type="sibTrans" cxnId="{9B2139A4-1D77-48A8-9028-B7B0EDC81180}">
      <dgm:prSet/>
      <dgm:spPr/>
      <dgm:t>
        <a:bodyPr/>
        <a:lstStyle/>
        <a:p>
          <a:endParaRPr lang="en-US"/>
        </a:p>
      </dgm:t>
    </dgm:pt>
    <dgm:pt modelId="{CC0D350B-FB48-41CC-8FBA-612F5DF83851}" type="pres">
      <dgm:prSet presAssocID="{B63397A0-3A36-4717-800F-2D924CDFB568}" presName="linear" presStyleCnt="0">
        <dgm:presLayoutVars>
          <dgm:animLvl val="lvl"/>
          <dgm:resizeHandles val="exact"/>
        </dgm:presLayoutVars>
      </dgm:prSet>
      <dgm:spPr/>
    </dgm:pt>
    <dgm:pt modelId="{11C79A29-1E90-49D4-B163-B76A598B5BFE}" type="pres">
      <dgm:prSet presAssocID="{B2464FC7-C07E-4716-84DE-7D317C20328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652FD58A-FFF3-4A1D-BECB-D61CC0AA3F26}" type="pres">
      <dgm:prSet presAssocID="{E6FF8814-CB2B-4948-8734-604EB419053F}" presName="spacer" presStyleCnt="0"/>
      <dgm:spPr/>
    </dgm:pt>
    <dgm:pt modelId="{9123BF39-C238-42E5-BE69-F3481899017F}" type="pres">
      <dgm:prSet presAssocID="{CFDF10FD-CE79-4B4F-A453-CEC494900194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ACB0205-1CD3-416D-8202-48C1EFBEF592}" type="pres">
      <dgm:prSet presAssocID="{02765360-979E-4FDE-8830-90FEBB551C94}" presName="spacer" presStyleCnt="0"/>
      <dgm:spPr/>
    </dgm:pt>
    <dgm:pt modelId="{B4FAFFFB-DD9B-4A85-AB58-1221E0B306CA}" type="pres">
      <dgm:prSet presAssocID="{CC0345B0-FF81-44B8-944D-8AF4DA49F7A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B9C2365-20CA-4C47-B6A9-BD1E703070BC}" type="pres">
      <dgm:prSet presAssocID="{9E93C95C-C9C0-49FF-8381-A2EF78155904}" presName="spacer" presStyleCnt="0"/>
      <dgm:spPr/>
    </dgm:pt>
    <dgm:pt modelId="{609C4B47-F65C-4919-9693-E68E8808CBC1}" type="pres">
      <dgm:prSet presAssocID="{60852C64-8EDC-4360-9BA1-7EBB99CEDBB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49C348D-68C6-404A-B2C1-3A3738420129}" type="pres">
      <dgm:prSet presAssocID="{DB04E63F-7D77-4B30-8033-A02C080CA26F}" presName="spacer" presStyleCnt="0"/>
      <dgm:spPr/>
    </dgm:pt>
    <dgm:pt modelId="{B7C7EADA-65F9-4F33-AA50-E1A57A922F8E}" type="pres">
      <dgm:prSet presAssocID="{D8641DA1-A029-4AC7-A850-09E542FBD25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858C511E-CDCF-4CBA-86C8-3500206FBC43}" type="presOf" srcId="{D8641DA1-A029-4AC7-A850-09E542FBD258}" destId="{B7C7EADA-65F9-4F33-AA50-E1A57A922F8E}" srcOrd="0" destOrd="0" presId="urn:microsoft.com/office/officeart/2005/8/layout/vList2"/>
    <dgm:cxn modelId="{6C654369-3574-4BF9-A70D-F2DA3F86198B}" type="presOf" srcId="{B63397A0-3A36-4717-800F-2D924CDFB568}" destId="{CC0D350B-FB48-41CC-8FBA-612F5DF83851}" srcOrd="0" destOrd="0" presId="urn:microsoft.com/office/officeart/2005/8/layout/vList2"/>
    <dgm:cxn modelId="{E293AB49-0D35-4EC5-84BC-CA156D0D98AC}" srcId="{B63397A0-3A36-4717-800F-2D924CDFB568}" destId="{CFDF10FD-CE79-4B4F-A453-CEC494900194}" srcOrd="1" destOrd="0" parTransId="{1DBAE262-C3B6-419D-A9BC-B601FB95A84F}" sibTransId="{02765360-979E-4FDE-8830-90FEBB551C94}"/>
    <dgm:cxn modelId="{6CF6CF4C-68C2-449F-A4A1-9B8B75A2D294}" srcId="{B63397A0-3A36-4717-800F-2D924CDFB568}" destId="{60852C64-8EDC-4360-9BA1-7EBB99CEDBB9}" srcOrd="3" destOrd="0" parTransId="{716BB4C3-C1B8-4584-ACD0-1A81C757D614}" sibTransId="{DB04E63F-7D77-4B30-8033-A02C080CA26F}"/>
    <dgm:cxn modelId="{12A12B81-FA58-40CD-AE8F-2B6A6A696F45}" type="presOf" srcId="{CFDF10FD-CE79-4B4F-A453-CEC494900194}" destId="{9123BF39-C238-42E5-BE69-F3481899017F}" srcOrd="0" destOrd="0" presId="urn:microsoft.com/office/officeart/2005/8/layout/vList2"/>
    <dgm:cxn modelId="{9B2139A4-1D77-48A8-9028-B7B0EDC81180}" srcId="{B63397A0-3A36-4717-800F-2D924CDFB568}" destId="{D8641DA1-A029-4AC7-A850-09E542FBD258}" srcOrd="4" destOrd="0" parTransId="{3EDA092E-BD9C-420E-9887-0048134E49A2}" sibTransId="{3E24227B-0F95-4824-8482-5F57C270F59F}"/>
    <dgm:cxn modelId="{6961A2AF-74CA-4EC7-8CF7-13CE55FC9B43}" type="presOf" srcId="{60852C64-8EDC-4360-9BA1-7EBB99CEDBB9}" destId="{609C4B47-F65C-4919-9693-E68E8808CBC1}" srcOrd="0" destOrd="0" presId="urn:microsoft.com/office/officeart/2005/8/layout/vList2"/>
    <dgm:cxn modelId="{5AE0A3B3-FA0D-48C8-BB2A-28E673C82D72}" srcId="{B63397A0-3A36-4717-800F-2D924CDFB568}" destId="{CC0345B0-FF81-44B8-944D-8AF4DA49F7A3}" srcOrd="2" destOrd="0" parTransId="{D30A92E5-CBF2-4061-A75C-B489C81E669C}" sibTransId="{9E93C95C-C9C0-49FF-8381-A2EF78155904}"/>
    <dgm:cxn modelId="{EC1ABBBA-697C-4602-AB1D-3915E9A2E03C}" type="presOf" srcId="{CC0345B0-FF81-44B8-944D-8AF4DA49F7A3}" destId="{B4FAFFFB-DD9B-4A85-AB58-1221E0B306CA}" srcOrd="0" destOrd="0" presId="urn:microsoft.com/office/officeart/2005/8/layout/vList2"/>
    <dgm:cxn modelId="{A7AB49DA-D2D5-431B-89A4-55003817AE4E}" srcId="{B63397A0-3A36-4717-800F-2D924CDFB568}" destId="{B2464FC7-C07E-4716-84DE-7D317C20328C}" srcOrd="0" destOrd="0" parTransId="{6224C45A-34E6-44D1-AF2B-33FDBF4E4361}" sibTransId="{E6FF8814-CB2B-4948-8734-604EB419053F}"/>
    <dgm:cxn modelId="{35145EEF-3C85-4E15-9BBF-17A0A12E6139}" type="presOf" srcId="{B2464FC7-C07E-4716-84DE-7D317C20328C}" destId="{11C79A29-1E90-49D4-B163-B76A598B5BFE}" srcOrd="0" destOrd="0" presId="urn:microsoft.com/office/officeart/2005/8/layout/vList2"/>
    <dgm:cxn modelId="{AFC7A8D1-CC86-4DF2-B5D1-5ADE1D3FF240}" type="presParOf" srcId="{CC0D350B-FB48-41CC-8FBA-612F5DF83851}" destId="{11C79A29-1E90-49D4-B163-B76A598B5BFE}" srcOrd="0" destOrd="0" presId="urn:microsoft.com/office/officeart/2005/8/layout/vList2"/>
    <dgm:cxn modelId="{AAEAC3AD-DFE4-4F36-A047-188D2165A782}" type="presParOf" srcId="{CC0D350B-FB48-41CC-8FBA-612F5DF83851}" destId="{652FD58A-FFF3-4A1D-BECB-D61CC0AA3F26}" srcOrd="1" destOrd="0" presId="urn:microsoft.com/office/officeart/2005/8/layout/vList2"/>
    <dgm:cxn modelId="{CE0578E9-4570-46E3-8AB7-BFB82A539ECF}" type="presParOf" srcId="{CC0D350B-FB48-41CC-8FBA-612F5DF83851}" destId="{9123BF39-C238-42E5-BE69-F3481899017F}" srcOrd="2" destOrd="0" presId="urn:microsoft.com/office/officeart/2005/8/layout/vList2"/>
    <dgm:cxn modelId="{961202BE-2579-4707-94F9-FAD6CC4D2980}" type="presParOf" srcId="{CC0D350B-FB48-41CC-8FBA-612F5DF83851}" destId="{DACB0205-1CD3-416D-8202-48C1EFBEF592}" srcOrd="3" destOrd="0" presId="urn:microsoft.com/office/officeart/2005/8/layout/vList2"/>
    <dgm:cxn modelId="{A87729E3-1A76-457D-9AF4-6C54AC901EF4}" type="presParOf" srcId="{CC0D350B-FB48-41CC-8FBA-612F5DF83851}" destId="{B4FAFFFB-DD9B-4A85-AB58-1221E0B306CA}" srcOrd="4" destOrd="0" presId="urn:microsoft.com/office/officeart/2005/8/layout/vList2"/>
    <dgm:cxn modelId="{67053319-8E2D-4E6D-A47F-50DC156FAE59}" type="presParOf" srcId="{CC0D350B-FB48-41CC-8FBA-612F5DF83851}" destId="{3B9C2365-20CA-4C47-B6A9-BD1E703070BC}" srcOrd="5" destOrd="0" presId="urn:microsoft.com/office/officeart/2005/8/layout/vList2"/>
    <dgm:cxn modelId="{A3820805-BCEE-453C-BBA8-4736DF18DF5D}" type="presParOf" srcId="{CC0D350B-FB48-41CC-8FBA-612F5DF83851}" destId="{609C4B47-F65C-4919-9693-E68E8808CBC1}" srcOrd="6" destOrd="0" presId="urn:microsoft.com/office/officeart/2005/8/layout/vList2"/>
    <dgm:cxn modelId="{A7E4AE55-1893-48A0-99B2-07812F5F2A17}" type="presParOf" srcId="{CC0D350B-FB48-41CC-8FBA-612F5DF83851}" destId="{849C348D-68C6-404A-B2C1-3A3738420129}" srcOrd="7" destOrd="0" presId="urn:microsoft.com/office/officeart/2005/8/layout/vList2"/>
    <dgm:cxn modelId="{E94E047A-C699-415F-98C2-14A82C2392C9}" type="presParOf" srcId="{CC0D350B-FB48-41CC-8FBA-612F5DF83851}" destId="{B7C7EADA-65F9-4F33-AA50-E1A57A922F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10743E9-57CA-4BA1-8431-7A4B250AC03E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DF5E6F3-FF6C-4B9C-A2B2-D6EC5BCAAF29}">
      <dgm:prSet/>
      <dgm:spPr/>
      <dgm:t>
        <a:bodyPr/>
        <a:lstStyle/>
        <a:p>
          <a:r>
            <a:rPr lang="it-IT"/>
            <a:t>API</a:t>
          </a:r>
          <a:endParaRPr lang="en-US"/>
        </a:p>
      </dgm:t>
    </dgm:pt>
    <dgm:pt modelId="{72520550-7682-48DC-A813-0138D689153A}" type="parTrans" cxnId="{D7B54091-03AA-4F3F-B5D6-19746217BFA7}">
      <dgm:prSet/>
      <dgm:spPr/>
      <dgm:t>
        <a:bodyPr/>
        <a:lstStyle/>
        <a:p>
          <a:endParaRPr lang="en-US"/>
        </a:p>
      </dgm:t>
    </dgm:pt>
    <dgm:pt modelId="{1701076E-4B2D-4C6E-9A1B-056153D1A81E}" type="sibTrans" cxnId="{D7B54091-03AA-4F3F-B5D6-19746217BFA7}">
      <dgm:prSet/>
      <dgm:spPr/>
      <dgm:t>
        <a:bodyPr/>
        <a:lstStyle/>
        <a:p>
          <a:endParaRPr lang="en-US"/>
        </a:p>
      </dgm:t>
    </dgm:pt>
    <dgm:pt modelId="{F81C6C93-1234-405F-8EDD-926218016F95}">
      <dgm:prSet/>
      <dgm:spPr/>
      <dgm:t>
        <a:bodyPr/>
        <a:lstStyle/>
        <a:p>
          <a:r>
            <a:rPr lang="it-IT"/>
            <a:t>UseCase </a:t>
          </a:r>
          <a:endParaRPr lang="en-US"/>
        </a:p>
      </dgm:t>
    </dgm:pt>
    <dgm:pt modelId="{5D6A2C4C-CC8D-477B-A5AA-247C01D7EB09}" type="parTrans" cxnId="{E5AC23B4-F458-4155-BA41-AFD5D718AC35}">
      <dgm:prSet/>
      <dgm:spPr/>
      <dgm:t>
        <a:bodyPr/>
        <a:lstStyle/>
        <a:p>
          <a:endParaRPr lang="en-US"/>
        </a:p>
      </dgm:t>
    </dgm:pt>
    <dgm:pt modelId="{C31D6316-2F00-4293-B657-E4CE0CD5666C}" type="sibTrans" cxnId="{E5AC23B4-F458-4155-BA41-AFD5D718AC35}">
      <dgm:prSet/>
      <dgm:spPr/>
      <dgm:t>
        <a:bodyPr/>
        <a:lstStyle/>
        <a:p>
          <a:endParaRPr lang="en-US"/>
        </a:p>
      </dgm:t>
    </dgm:pt>
    <dgm:pt modelId="{96DF9D49-71E0-45DB-98C6-72F05802D583}">
      <dgm:prSet/>
      <dgm:spPr/>
      <dgm:t>
        <a:bodyPr/>
        <a:lstStyle/>
        <a:p>
          <a:r>
            <a:rPr lang="it-IT"/>
            <a:t>Service</a:t>
          </a:r>
          <a:endParaRPr lang="en-US"/>
        </a:p>
      </dgm:t>
    </dgm:pt>
    <dgm:pt modelId="{756AFE38-4037-49EE-AE39-176F73101000}" type="parTrans" cxnId="{FC0360EB-187B-42E7-A0BE-0ED53D211BFA}">
      <dgm:prSet/>
      <dgm:spPr/>
      <dgm:t>
        <a:bodyPr/>
        <a:lstStyle/>
        <a:p>
          <a:endParaRPr lang="en-US"/>
        </a:p>
      </dgm:t>
    </dgm:pt>
    <dgm:pt modelId="{3DA26967-E649-45A6-A8F5-1B47BEBF8E76}" type="sibTrans" cxnId="{FC0360EB-187B-42E7-A0BE-0ED53D211BFA}">
      <dgm:prSet/>
      <dgm:spPr/>
      <dgm:t>
        <a:bodyPr/>
        <a:lstStyle/>
        <a:p>
          <a:endParaRPr lang="en-US"/>
        </a:p>
      </dgm:t>
    </dgm:pt>
    <dgm:pt modelId="{05FE3EA0-04BF-4438-87EF-CC65D2515412}">
      <dgm:prSet/>
      <dgm:spPr/>
      <dgm:t>
        <a:bodyPr/>
        <a:lstStyle/>
        <a:p>
          <a:r>
            <a:rPr lang="it-IT"/>
            <a:t>Data</a:t>
          </a:r>
          <a:endParaRPr lang="en-US"/>
        </a:p>
      </dgm:t>
    </dgm:pt>
    <dgm:pt modelId="{BE3E598C-7113-4200-97E8-914E353AD1F6}" type="parTrans" cxnId="{1B4D36FC-8DA8-430A-91FB-F946F211490E}">
      <dgm:prSet/>
      <dgm:spPr/>
      <dgm:t>
        <a:bodyPr/>
        <a:lstStyle/>
        <a:p>
          <a:endParaRPr lang="en-US"/>
        </a:p>
      </dgm:t>
    </dgm:pt>
    <dgm:pt modelId="{07D1A57B-1052-4A5D-A67C-E8031ADBEB44}" type="sibTrans" cxnId="{1B4D36FC-8DA8-430A-91FB-F946F211490E}">
      <dgm:prSet/>
      <dgm:spPr/>
      <dgm:t>
        <a:bodyPr/>
        <a:lstStyle/>
        <a:p>
          <a:endParaRPr lang="en-US"/>
        </a:p>
      </dgm:t>
    </dgm:pt>
    <dgm:pt modelId="{2E568535-0B7F-4D00-9C5E-5DC284F0F0E8}" type="pres">
      <dgm:prSet presAssocID="{310743E9-57CA-4BA1-8431-7A4B250AC03E}" presName="outerComposite" presStyleCnt="0">
        <dgm:presLayoutVars>
          <dgm:chMax val="5"/>
          <dgm:dir/>
          <dgm:resizeHandles val="exact"/>
        </dgm:presLayoutVars>
      </dgm:prSet>
      <dgm:spPr/>
    </dgm:pt>
    <dgm:pt modelId="{5A824BB5-27FD-4DF7-BE13-6316D9AACDF0}" type="pres">
      <dgm:prSet presAssocID="{310743E9-57CA-4BA1-8431-7A4B250AC03E}" presName="dummyMaxCanvas" presStyleCnt="0">
        <dgm:presLayoutVars/>
      </dgm:prSet>
      <dgm:spPr/>
    </dgm:pt>
    <dgm:pt modelId="{1B2D7666-330A-489D-8639-BAB73FD4DDC1}" type="pres">
      <dgm:prSet presAssocID="{310743E9-57CA-4BA1-8431-7A4B250AC03E}" presName="FourNodes_1" presStyleLbl="node1" presStyleIdx="0" presStyleCnt="4">
        <dgm:presLayoutVars>
          <dgm:bulletEnabled val="1"/>
        </dgm:presLayoutVars>
      </dgm:prSet>
      <dgm:spPr/>
    </dgm:pt>
    <dgm:pt modelId="{0BC36ADF-9915-4A56-A753-6F9B6A78FF6C}" type="pres">
      <dgm:prSet presAssocID="{310743E9-57CA-4BA1-8431-7A4B250AC03E}" presName="FourNodes_2" presStyleLbl="node1" presStyleIdx="1" presStyleCnt="4">
        <dgm:presLayoutVars>
          <dgm:bulletEnabled val="1"/>
        </dgm:presLayoutVars>
      </dgm:prSet>
      <dgm:spPr/>
    </dgm:pt>
    <dgm:pt modelId="{B758C4E0-62B1-432F-834F-F5C279C23361}" type="pres">
      <dgm:prSet presAssocID="{310743E9-57CA-4BA1-8431-7A4B250AC03E}" presName="FourNodes_3" presStyleLbl="node1" presStyleIdx="2" presStyleCnt="4">
        <dgm:presLayoutVars>
          <dgm:bulletEnabled val="1"/>
        </dgm:presLayoutVars>
      </dgm:prSet>
      <dgm:spPr/>
    </dgm:pt>
    <dgm:pt modelId="{F28FAEF6-BCF0-40E7-B894-BD04DA1C77A4}" type="pres">
      <dgm:prSet presAssocID="{310743E9-57CA-4BA1-8431-7A4B250AC03E}" presName="FourNodes_4" presStyleLbl="node1" presStyleIdx="3" presStyleCnt="4">
        <dgm:presLayoutVars>
          <dgm:bulletEnabled val="1"/>
        </dgm:presLayoutVars>
      </dgm:prSet>
      <dgm:spPr/>
    </dgm:pt>
    <dgm:pt modelId="{4DE10867-1A53-4A8C-8572-3D120F84A44C}" type="pres">
      <dgm:prSet presAssocID="{310743E9-57CA-4BA1-8431-7A4B250AC03E}" presName="FourConn_1-2" presStyleLbl="fgAccFollowNode1" presStyleIdx="0" presStyleCnt="3">
        <dgm:presLayoutVars>
          <dgm:bulletEnabled val="1"/>
        </dgm:presLayoutVars>
      </dgm:prSet>
      <dgm:spPr/>
    </dgm:pt>
    <dgm:pt modelId="{F2DA60A5-B54E-412C-8039-5683CCEA1BA0}" type="pres">
      <dgm:prSet presAssocID="{310743E9-57CA-4BA1-8431-7A4B250AC03E}" presName="FourConn_2-3" presStyleLbl="fgAccFollowNode1" presStyleIdx="1" presStyleCnt="3">
        <dgm:presLayoutVars>
          <dgm:bulletEnabled val="1"/>
        </dgm:presLayoutVars>
      </dgm:prSet>
      <dgm:spPr/>
    </dgm:pt>
    <dgm:pt modelId="{AE096E0A-BD20-4E33-8082-16A68BA40D51}" type="pres">
      <dgm:prSet presAssocID="{310743E9-57CA-4BA1-8431-7A4B250AC03E}" presName="FourConn_3-4" presStyleLbl="fgAccFollowNode1" presStyleIdx="2" presStyleCnt="3">
        <dgm:presLayoutVars>
          <dgm:bulletEnabled val="1"/>
        </dgm:presLayoutVars>
      </dgm:prSet>
      <dgm:spPr/>
    </dgm:pt>
    <dgm:pt modelId="{28407F3D-9EE0-4628-A0B0-3A7165AB063D}" type="pres">
      <dgm:prSet presAssocID="{310743E9-57CA-4BA1-8431-7A4B250AC03E}" presName="FourNodes_1_text" presStyleLbl="node1" presStyleIdx="3" presStyleCnt="4">
        <dgm:presLayoutVars>
          <dgm:bulletEnabled val="1"/>
        </dgm:presLayoutVars>
      </dgm:prSet>
      <dgm:spPr/>
    </dgm:pt>
    <dgm:pt modelId="{F0058EB8-67FE-47C2-8F92-00BBB13A7EC4}" type="pres">
      <dgm:prSet presAssocID="{310743E9-57CA-4BA1-8431-7A4B250AC03E}" presName="FourNodes_2_text" presStyleLbl="node1" presStyleIdx="3" presStyleCnt="4">
        <dgm:presLayoutVars>
          <dgm:bulletEnabled val="1"/>
        </dgm:presLayoutVars>
      </dgm:prSet>
      <dgm:spPr/>
    </dgm:pt>
    <dgm:pt modelId="{217A7EB5-B0C9-4832-95C0-4D8F18D5C8C3}" type="pres">
      <dgm:prSet presAssocID="{310743E9-57CA-4BA1-8431-7A4B250AC03E}" presName="FourNodes_3_text" presStyleLbl="node1" presStyleIdx="3" presStyleCnt="4">
        <dgm:presLayoutVars>
          <dgm:bulletEnabled val="1"/>
        </dgm:presLayoutVars>
      </dgm:prSet>
      <dgm:spPr/>
    </dgm:pt>
    <dgm:pt modelId="{4A164152-1033-49B6-B3B7-EC66E11A5075}" type="pres">
      <dgm:prSet presAssocID="{310743E9-57CA-4BA1-8431-7A4B250AC03E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D2C560F-1B3D-4219-82DF-2156C881D992}" type="presOf" srcId="{F81C6C93-1234-405F-8EDD-926218016F95}" destId="{0BC36ADF-9915-4A56-A753-6F9B6A78FF6C}" srcOrd="0" destOrd="0" presId="urn:microsoft.com/office/officeart/2005/8/layout/vProcess5"/>
    <dgm:cxn modelId="{7997EB0F-18DF-47D5-930C-0AD71D2E6486}" type="presOf" srcId="{96DF9D49-71E0-45DB-98C6-72F05802D583}" destId="{B758C4E0-62B1-432F-834F-F5C279C23361}" srcOrd="0" destOrd="0" presId="urn:microsoft.com/office/officeart/2005/8/layout/vProcess5"/>
    <dgm:cxn modelId="{11FFA03B-887C-4430-8AC2-BEBE27DAEF25}" type="presOf" srcId="{05FE3EA0-04BF-4438-87EF-CC65D2515412}" destId="{4A164152-1033-49B6-B3B7-EC66E11A5075}" srcOrd="1" destOrd="0" presId="urn:microsoft.com/office/officeart/2005/8/layout/vProcess5"/>
    <dgm:cxn modelId="{594F045F-F8D5-4141-8A12-37DF5A02F811}" type="presOf" srcId="{CDF5E6F3-FF6C-4B9C-A2B2-D6EC5BCAAF29}" destId="{28407F3D-9EE0-4628-A0B0-3A7165AB063D}" srcOrd="1" destOrd="0" presId="urn:microsoft.com/office/officeart/2005/8/layout/vProcess5"/>
    <dgm:cxn modelId="{2623E86A-F516-484B-9640-F3AF433EE47A}" type="presOf" srcId="{3DA26967-E649-45A6-A8F5-1B47BEBF8E76}" destId="{AE096E0A-BD20-4E33-8082-16A68BA40D51}" srcOrd="0" destOrd="0" presId="urn:microsoft.com/office/officeart/2005/8/layout/vProcess5"/>
    <dgm:cxn modelId="{AA3E2F74-31DA-4947-82D0-B0B99B994A9D}" type="presOf" srcId="{CDF5E6F3-FF6C-4B9C-A2B2-D6EC5BCAAF29}" destId="{1B2D7666-330A-489D-8639-BAB73FD4DDC1}" srcOrd="0" destOrd="0" presId="urn:microsoft.com/office/officeart/2005/8/layout/vProcess5"/>
    <dgm:cxn modelId="{8A2F2F7B-5D05-4D1D-A723-F6C8450999C6}" type="presOf" srcId="{1701076E-4B2D-4C6E-9A1B-056153D1A81E}" destId="{4DE10867-1A53-4A8C-8572-3D120F84A44C}" srcOrd="0" destOrd="0" presId="urn:microsoft.com/office/officeart/2005/8/layout/vProcess5"/>
    <dgm:cxn modelId="{72179784-1BDF-428B-8050-1F28B26A3328}" type="presOf" srcId="{F81C6C93-1234-405F-8EDD-926218016F95}" destId="{F0058EB8-67FE-47C2-8F92-00BBB13A7EC4}" srcOrd="1" destOrd="0" presId="urn:microsoft.com/office/officeart/2005/8/layout/vProcess5"/>
    <dgm:cxn modelId="{D7B54091-03AA-4F3F-B5D6-19746217BFA7}" srcId="{310743E9-57CA-4BA1-8431-7A4B250AC03E}" destId="{CDF5E6F3-FF6C-4B9C-A2B2-D6EC5BCAAF29}" srcOrd="0" destOrd="0" parTransId="{72520550-7682-48DC-A813-0138D689153A}" sibTransId="{1701076E-4B2D-4C6E-9A1B-056153D1A81E}"/>
    <dgm:cxn modelId="{4F27CD91-69D9-4D7E-AD4C-0ACBC91EDCDB}" type="presOf" srcId="{310743E9-57CA-4BA1-8431-7A4B250AC03E}" destId="{2E568535-0B7F-4D00-9C5E-5DC284F0F0E8}" srcOrd="0" destOrd="0" presId="urn:microsoft.com/office/officeart/2005/8/layout/vProcess5"/>
    <dgm:cxn modelId="{B74A2899-D595-4E71-B71B-A690286C71CE}" type="presOf" srcId="{05FE3EA0-04BF-4438-87EF-CC65D2515412}" destId="{F28FAEF6-BCF0-40E7-B894-BD04DA1C77A4}" srcOrd="0" destOrd="0" presId="urn:microsoft.com/office/officeart/2005/8/layout/vProcess5"/>
    <dgm:cxn modelId="{06D903A5-0E7D-45FE-8B7A-B1FBB095FF3A}" type="presOf" srcId="{96DF9D49-71E0-45DB-98C6-72F05802D583}" destId="{217A7EB5-B0C9-4832-95C0-4D8F18D5C8C3}" srcOrd="1" destOrd="0" presId="urn:microsoft.com/office/officeart/2005/8/layout/vProcess5"/>
    <dgm:cxn modelId="{E5AC23B4-F458-4155-BA41-AFD5D718AC35}" srcId="{310743E9-57CA-4BA1-8431-7A4B250AC03E}" destId="{F81C6C93-1234-405F-8EDD-926218016F95}" srcOrd="1" destOrd="0" parTransId="{5D6A2C4C-CC8D-477B-A5AA-247C01D7EB09}" sibTransId="{C31D6316-2F00-4293-B657-E4CE0CD5666C}"/>
    <dgm:cxn modelId="{298069E0-BD60-4C64-B011-BF653BF96AC5}" type="presOf" srcId="{C31D6316-2F00-4293-B657-E4CE0CD5666C}" destId="{F2DA60A5-B54E-412C-8039-5683CCEA1BA0}" srcOrd="0" destOrd="0" presId="urn:microsoft.com/office/officeart/2005/8/layout/vProcess5"/>
    <dgm:cxn modelId="{FC0360EB-187B-42E7-A0BE-0ED53D211BFA}" srcId="{310743E9-57CA-4BA1-8431-7A4B250AC03E}" destId="{96DF9D49-71E0-45DB-98C6-72F05802D583}" srcOrd="2" destOrd="0" parTransId="{756AFE38-4037-49EE-AE39-176F73101000}" sibTransId="{3DA26967-E649-45A6-A8F5-1B47BEBF8E76}"/>
    <dgm:cxn modelId="{1B4D36FC-8DA8-430A-91FB-F946F211490E}" srcId="{310743E9-57CA-4BA1-8431-7A4B250AC03E}" destId="{05FE3EA0-04BF-4438-87EF-CC65D2515412}" srcOrd="3" destOrd="0" parTransId="{BE3E598C-7113-4200-97E8-914E353AD1F6}" sibTransId="{07D1A57B-1052-4A5D-A67C-E8031ADBEB44}"/>
    <dgm:cxn modelId="{7058BB7E-D89C-44B5-8E64-0324C08D0B24}" type="presParOf" srcId="{2E568535-0B7F-4D00-9C5E-5DC284F0F0E8}" destId="{5A824BB5-27FD-4DF7-BE13-6316D9AACDF0}" srcOrd="0" destOrd="0" presId="urn:microsoft.com/office/officeart/2005/8/layout/vProcess5"/>
    <dgm:cxn modelId="{447FF64C-FE79-48BE-A748-D8E8D3A2D13D}" type="presParOf" srcId="{2E568535-0B7F-4D00-9C5E-5DC284F0F0E8}" destId="{1B2D7666-330A-489D-8639-BAB73FD4DDC1}" srcOrd="1" destOrd="0" presId="urn:microsoft.com/office/officeart/2005/8/layout/vProcess5"/>
    <dgm:cxn modelId="{E79BFE91-5F11-4213-AC1D-87665DAD1604}" type="presParOf" srcId="{2E568535-0B7F-4D00-9C5E-5DC284F0F0E8}" destId="{0BC36ADF-9915-4A56-A753-6F9B6A78FF6C}" srcOrd="2" destOrd="0" presId="urn:microsoft.com/office/officeart/2005/8/layout/vProcess5"/>
    <dgm:cxn modelId="{E45B67CA-3180-43DF-A04B-5A4756472524}" type="presParOf" srcId="{2E568535-0B7F-4D00-9C5E-5DC284F0F0E8}" destId="{B758C4E0-62B1-432F-834F-F5C279C23361}" srcOrd="3" destOrd="0" presId="urn:microsoft.com/office/officeart/2005/8/layout/vProcess5"/>
    <dgm:cxn modelId="{D2F11C89-0867-4013-8280-53B56FCC58ED}" type="presParOf" srcId="{2E568535-0B7F-4D00-9C5E-5DC284F0F0E8}" destId="{F28FAEF6-BCF0-40E7-B894-BD04DA1C77A4}" srcOrd="4" destOrd="0" presId="urn:microsoft.com/office/officeart/2005/8/layout/vProcess5"/>
    <dgm:cxn modelId="{66119966-00FB-4846-BACA-860B6F17003D}" type="presParOf" srcId="{2E568535-0B7F-4D00-9C5E-5DC284F0F0E8}" destId="{4DE10867-1A53-4A8C-8572-3D120F84A44C}" srcOrd="5" destOrd="0" presId="urn:microsoft.com/office/officeart/2005/8/layout/vProcess5"/>
    <dgm:cxn modelId="{F59F2DBB-4BE3-4DB6-AA36-A09DB5E992B4}" type="presParOf" srcId="{2E568535-0B7F-4D00-9C5E-5DC284F0F0E8}" destId="{F2DA60A5-B54E-412C-8039-5683CCEA1BA0}" srcOrd="6" destOrd="0" presId="urn:microsoft.com/office/officeart/2005/8/layout/vProcess5"/>
    <dgm:cxn modelId="{3E03F2BC-0E96-403B-A210-E7A2B2EB10AA}" type="presParOf" srcId="{2E568535-0B7F-4D00-9C5E-5DC284F0F0E8}" destId="{AE096E0A-BD20-4E33-8082-16A68BA40D51}" srcOrd="7" destOrd="0" presId="urn:microsoft.com/office/officeart/2005/8/layout/vProcess5"/>
    <dgm:cxn modelId="{83C754BC-1FC0-4F11-BD14-44166DEE08FC}" type="presParOf" srcId="{2E568535-0B7F-4D00-9C5E-5DC284F0F0E8}" destId="{28407F3D-9EE0-4628-A0B0-3A7165AB063D}" srcOrd="8" destOrd="0" presId="urn:microsoft.com/office/officeart/2005/8/layout/vProcess5"/>
    <dgm:cxn modelId="{79B3E9D7-8090-4C33-BE70-B060A5BF5B41}" type="presParOf" srcId="{2E568535-0B7F-4D00-9C5E-5DC284F0F0E8}" destId="{F0058EB8-67FE-47C2-8F92-00BBB13A7EC4}" srcOrd="9" destOrd="0" presId="urn:microsoft.com/office/officeart/2005/8/layout/vProcess5"/>
    <dgm:cxn modelId="{BC86A73E-CC5C-4D80-A330-A3BEE0127E65}" type="presParOf" srcId="{2E568535-0B7F-4D00-9C5E-5DC284F0F0E8}" destId="{217A7EB5-B0C9-4832-95C0-4D8F18D5C8C3}" srcOrd="10" destOrd="0" presId="urn:microsoft.com/office/officeart/2005/8/layout/vProcess5"/>
    <dgm:cxn modelId="{CAC2FA27-F41C-48BB-9005-E77659492EF9}" type="presParOf" srcId="{2E568535-0B7F-4D00-9C5E-5DC284F0F0E8}" destId="{4A164152-1033-49B6-B3B7-EC66E11A5075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6F2984E-15B7-401B-AA97-28F774C5507C}" type="doc">
      <dgm:prSet loTypeId="urn:microsoft.com/office/officeart/2005/8/layout/vProcess5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AEB217C7-3EDA-4B2C-B5BC-3DA6DAE80446}">
      <dgm:prSet/>
      <dgm:spPr/>
      <dgm:t>
        <a:bodyPr/>
        <a:lstStyle/>
        <a:p>
          <a:r>
            <a:rPr lang="it-IT"/>
            <a:t>Model</a:t>
          </a:r>
          <a:endParaRPr lang="en-US"/>
        </a:p>
      </dgm:t>
    </dgm:pt>
    <dgm:pt modelId="{A1FD04E1-3FB6-4365-B868-47EDE1F28421}" type="parTrans" cxnId="{B5FFAD23-B325-4AF4-B0BC-AD0CAB4B1932}">
      <dgm:prSet/>
      <dgm:spPr/>
      <dgm:t>
        <a:bodyPr/>
        <a:lstStyle/>
        <a:p>
          <a:endParaRPr lang="en-US"/>
        </a:p>
      </dgm:t>
    </dgm:pt>
    <dgm:pt modelId="{359FD102-4DC2-45D2-8C3D-D83C11ED8A5B}" type="sibTrans" cxnId="{B5FFAD23-B325-4AF4-B0BC-AD0CAB4B1932}">
      <dgm:prSet/>
      <dgm:spPr/>
      <dgm:t>
        <a:bodyPr/>
        <a:lstStyle/>
        <a:p>
          <a:endParaRPr lang="en-US"/>
        </a:p>
      </dgm:t>
    </dgm:pt>
    <dgm:pt modelId="{759EAB00-522D-4033-A8B0-A52C55C5FAFD}">
      <dgm:prSet/>
      <dgm:spPr/>
      <dgm:t>
        <a:bodyPr/>
        <a:lstStyle/>
        <a:p>
          <a:r>
            <a:rPr lang="it-IT"/>
            <a:t>bridge</a:t>
          </a:r>
          <a:endParaRPr lang="en-US"/>
        </a:p>
      </dgm:t>
    </dgm:pt>
    <dgm:pt modelId="{0678F6AF-B93E-4D74-90D8-26C0BFBFDE5C}" type="parTrans" cxnId="{5BA82ECB-EFA1-4E72-B8AC-AE1E107E0F76}">
      <dgm:prSet/>
      <dgm:spPr/>
      <dgm:t>
        <a:bodyPr/>
        <a:lstStyle/>
        <a:p>
          <a:endParaRPr lang="en-US"/>
        </a:p>
      </dgm:t>
    </dgm:pt>
    <dgm:pt modelId="{090E9196-0816-4EC0-B49D-CCDA8651768A}" type="sibTrans" cxnId="{5BA82ECB-EFA1-4E72-B8AC-AE1E107E0F76}">
      <dgm:prSet/>
      <dgm:spPr/>
      <dgm:t>
        <a:bodyPr/>
        <a:lstStyle/>
        <a:p>
          <a:endParaRPr lang="en-US"/>
        </a:p>
      </dgm:t>
    </dgm:pt>
    <dgm:pt modelId="{52E0DABB-D34F-42AB-8F5A-177BB53ABDA7}">
      <dgm:prSet/>
      <dgm:spPr/>
      <dgm:t>
        <a:bodyPr/>
        <a:lstStyle/>
        <a:p>
          <a:r>
            <a:rPr lang="it-IT"/>
            <a:t>View</a:t>
          </a:r>
          <a:endParaRPr lang="en-US"/>
        </a:p>
      </dgm:t>
    </dgm:pt>
    <dgm:pt modelId="{360A2693-FF12-4CC3-B320-7F0264B86211}" type="parTrans" cxnId="{761F4B21-F692-433A-A9D0-DDA6F1DDEE94}">
      <dgm:prSet/>
      <dgm:spPr/>
      <dgm:t>
        <a:bodyPr/>
        <a:lstStyle/>
        <a:p>
          <a:endParaRPr lang="en-US"/>
        </a:p>
      </dgm:t>
    </dgm:pt>
    <dgm:pt modelId="{AE82A7E6-5B03-463D-BEAC-7CA8099611A8}" type="sibTrans" cxnId="{761F4B21-F692-433A-A9D0-DDA6F1DDEE94}">
      <dgm:prSet/>
      <dgm:spPr/>
      <dgm:t>
        <a:bodyPr/>
        <a:lstStyle/>
        <a:p>
          <a:endParaRPr lang="en-US"/>
        </a:p>
      </dgm:t>
    </dgm:pt>
    <dgm:pt modelId="{4567BD5E-F11D-4B87-A4EB-81737778A221}">
      <dgm:prSet/>
      <dgm:spPr/>
      <dgm:t>
        <a:bodyPr/>
        <a:lstStyle/>
        <a:p>
          <a:r>
            <a:rPr lang="it-IT"/>
            <a:t>control</a:t>
          </a:r>
          <a:endParaRPr lang="en-US"/>
        </a:p>
      </dgm:t>
    </dgm:pt>
    <dgm:pt modelId="{695DCD7D-D06F-4560-A2E1-4F1374C47341}" type="parTrans" cxnId="{27330C73-DDFC-4455-9562-4B1145D9E3F0}">
      <dgm:prSet/>
      <dgm:spPr/>
      <dgm:t>
        <a:bodyPr/>
        <a:lstStyle/>
        <a:p>
          <a:endParaRPr lang="en-US"/>
        </a:p>
      </dgm:t>
    </dgm:pt>
    <dgm:pt modelId="{805C156E-3EAD-4D9D-B074-6F6A752BAB8A}" type="sibTrans" cxnId="{27330C73-DDFC-4455-9562-4B1145D9E3F0}">
      <dgm:prSet/>
      <dgm:spPr/>
      <dgm:t>
        <a:bodyPr/>
        <a:lstStyle/>
        <a:p>
          <a:endParaRPr lang="en-US"/>
        </a:p>
      </dgm:t>
    </dgm:pt>
    <dgm:pt modelId="{C3AC31D6-981E-4383-8E3B-68F66BFF9ADD}" type="pres">
      <dgm:prSet presAssocID="{26F2984E-15B7-401B-AA97-28F774C5507C}" presName="outerComposite" presStyleCnt="0">
        <dgm:presLayoutVars>
          <dgm:chMax val="5"/>
          <dgm:dir/>
          <dgm:resizeHandles val="exact"/>
        </dgm:presLayoutVars>
      </dgm:prSet>
      <dgm:spPr/>
    </dgm:pt>
    <dgm:pt modelId="{6D481AFA-2DDE-4750-9571-E10DDEE61B4A}" type="pres">
      <dgm:prSet presAssocID="{26F2984E-15B7-401B-AA97-28F774C5507C}" presName="dummyMaxCanvas" presStyleCnt="0">
        <dgm:presLayoutVars/>
      </dgm:prSet>
      <dgm:spPr/>
    </dgm:pt>
    <dgm:pt modelId="{54538A66-6BF9-4462-8EBD-D019EDE23754}" type="pres">
      <dgm:prSet presAssocID="{26F2984E-15B7-401B-AA97-28F774C5507C}" presName="FourNodes_1" presStyleLbl="node1" presStyleIdx="0" presStyleCnt="4">
        <dgm:presLayoutVars>
          <dgm:bulletEnabled val="1"/>
        </dgm:presLayoutVars>
      </dgm:prSet>
      <dgm:spPr/>
    </dgm:pt>
    <dgm:pt modelId="{F0127888-B2FF-438A-AD44-612F3A084A40}" type="pres">
      <dgm:prSet presAssocID="{26F2984E-15B7-401B-AA97-28F774C5507C}" presName="FourNodes_2" presStyleLbl="node1" presStyleIdx="1" presStyleCnt="4">
        <dgm:presLayoutVars>
          <dgm:bulletEnabled val="1"/>
        </dgm:presLayoutVars>
      </dgm:prSet>
      <dgm:spPr/>
    </dgm:pt>
    <dgm:pt modelId="{C5063C8D-04FC-4767-8D14-B0DF72261FFD}" type="pres">
      <dgm:prSet presAssocID="{26F2984E-15B7-401B-AA97-28F774C5507C}" presName="FourNodes_3" presStyleLbl="node1" presStyleIdx="2" presStyleCnt="4">
        <dgm:presLayoutVars>
          <dgm:bulletEnabled val="1"/>
        </dgm:presLayoutVars>
      </dgm:prSet>
      <dgm:spPr/>
    </dgm:pt>
    <dgm:pt modelId="{566E696E-8F09-4665-81B5-B71DE6C60360}" type="pres">
      <dgm:prSet presAssocID="{26F2984E-15B7-401B-AA97-28F774C5507C}" presName="FourNodes_4" presStyleLbl="node1" presStyleIdx="3" presStyleCnt="4">
        <dgm:presLayoutVars>
          <dgm:bulletEnabled val="1"/>
        </dgm:presLayoutVars>
      </dgm:prSet>
      <dgm:spPr/>
    </dgm:pt>
    <dgm:pt modelId="{AC99EB88-EB65-4C98-B91A-DFF25DC3DB5F}" type="pres">
      <dgm:prSet presAssocID="{26F2984E-15B7-401B-AA97-28F774C5507C}" presName="FourConn_1-2" presStyleLbl="fgAccFollowNode1" presStyleIdx="0" presStyleCnt="3">
        <dgm:presLayoutVars>
          <dgm:bulletEnabled val="1"/>
        </dgm:presLayoutVars>
      </dgm:prSet>
      <dgm:spPr/>
    </dgm:pt>
    <dgm:pt modelId="{A1F9CCA2-3E7E-410D-823B-C50922831596}" type="pres">
      <dgm:prSet presAssocID="{26F2984E-15B7-401B-AA97-28F774C5507C}" presName="FourConn_2-3" presStyleLbl="fgAccFollowNode1" presStyleIdx="1" presStyleCnt="3">
        <dgm:presLayoutVars>
          <dgm:bulletEnabled val="1"/>
        </dgm:presLayoutVars>
      </dgm:prSet>
      <dgm:spPr/>
    </dgm:pt>
    <dgm:pt modelId="{40F41471-BE39-4BBF-B991-E2FEEB77D42E}" type="pres">
      <dgm:prSet presAssocID="{26F2984E-15B7-401B-AA97-28F774C5507C}" presName="FourConn_3-4" presStyleLbl="fgAccFollowNode1" presStyleIdx="2" presStyleCnt="3">
        <dgm:presLayoutVars>
          <dgm:bulletEnabled val="1"/>
        </dgm:presLayoutVars>
      </dgm:prSet>
      <dgm:spPr/>
    </dgm:pt>
    <dgm:pt modelId="{729FB017-8282-432E-966E-C71553FD1AA7}" type="pres">
      <dgm:prSet presAssocID="{26F2984E-15B7-401B-AA97-28F774C5507C}" presName="FourNodes_1_text" presStyleLbl="node1" presStyleIdx="3" presStyleCnt="4">
        <dgm:presLayoutVars>
          <dgm:bulletEnabled val="1"/>
        </dgm:presLayoutVars>
      </dgm:prSet>
      <dgm:spPr/>
    </dgm:pt>
    <dgm:pt modelId="{49269447-0F4F-47D2-B05C-B52FBD00C138}" type="pres">
      <dgm:prSet presAssocID="{26F2984E-15B7-401B-AA97-28F774C5507C}" presName="FourNodes_2_text" presStyleLbl="node1" presStyleIdx="3" presStyleCnt="4">
        <dgm:presLayoutVars>
          <dgm:bulletEnabled val="1"/>
        </dgm:presLayoutVars>
      </dgm:prSet>
      <dgm:spPr/>
    </dgm:pt>
    <dgm:pt modelId="{22AAD79E-44AB-465B-994C-775DF839905E}" type="pres">
      <dgm:prSet presAssocID="{26F2984E-15B7-401B-AA97-28F774C5507C}" presName="FourNodes_3_text" presStyleLbl="node1" presStyleIdx="3" presStyleCnt="4">
        <dgm:presLayoutVars>
          <dgm:bulletEnabled val="1"/>
        </dgm:presLayoutVars>
      </dgm:prSet>
      <dgm:spPr/>
    </dgm:pt>
    <dgm:pt modelId="{ED4E1945-C896-4C0B-B2F5-F1DB03894A70}" type="pres">
      <dgm:prSet presAssocID="{26F2984E-15B7-401B-AA97-28F774C5507C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5C8D170C-76AD-4FA8-907E-AFC8DB8855C3}" type="presOf" srcId="{52E0DABB-D34F-42AB-8F5A-177BB53ABDA7}" destId="{ED4E1945-C896-4C0B-B2F5-F1DB03894A70}" srcOrd="1" destOrd="0" presId="urn:microsoft.com/office/officeart/2005/8/layout/vProcess5"/>
    <dgm:cxn modelId="{5319FB1A-E18F-4A0A-B788-D968CB93BA12}" type="presOf" srcId="{759EAB00-522D-4033-A8B0-A52C55C5FAFD}" destId="{F0127888-B2FF-438A-AD44-612F3A084A40}" srcOrd="0" destOrd="0" presId="urn:microsoft.com/office/officeart/2005/8/layout/vProcess5"/>
    <dgm:cxn modelId="{761F4B21-F692-433A-A9D0-DDA6F1DDEE94}" srcId="{26F2984E-15B7-401B-AA97-28F774C5507C}" destId="{52E0DABB-D34F-42AB-8F5A-177BB53ABDA7}" srcOrd="3" destOrd="0" parTransId="{360A2693-FF12-4CC3-B320-7F0264B86211}" sibTransId="{AE82A7E6-5B03-463D-BEAC-7CA8099611A8}"/>
    <dgm:cxn modelId="{B5FFAD23-B325-4AF4-B0BC-AD0CAB4B1932}" srcId="{26F2984E-15B7-401B-AA97-28F774C5507C}" destId="{AEB217C7-3EDA-4B2C-B5BC-3DA6DAE80446}" srcOrd="0" destOrd="0" parTransId="{A1FD04E1-3FB6-4365-B868-47EDE1F28421}" sibTransId="{359FD102-4DC2-45D2-8C3D-D83C11ED8A5B}"/>
    <dgm:cxn modelId="{D1052A3C-A3F4-4953-B138-55E749149FDB}" type="presOf" srcId="{805C156E-3EAD-4D9D-B074-6F6A752BAB8A}" destId="{40F41471-BE39-4BBF-B991-E2FEEB77D42E}" srcOrd="0" destOrd="0" presId="urn:microsoft.com/office/officeart/2005/8/layout/vProcess5"/>
    <dgm:cxn modelId="{57B33A5B-4A79-41FC-96C5-1175C4FBBF7E}" type="presOf" srcId="{4567BD5E-F11D-4B87-A4EB-81737778A221}" destId="{22AAD79E-44AB-465B-994C-775DF839905E}" srcOrd="1" destOrd="0" presId="urn:microsoft.com/office/officeart/2005/8/layout/vProcess5"/>
    <dgm:cxn modelId="{CCF18842-198F-464B-9D37-4002E1E224E7}" type="presOf" srcId="{52E0DABB-D34F-42AB-8F5A-177BB53ABDA7}" destId="{566E696E-8F09-4665-81B5-B71DE6C60360}" srcOrd="0" destOrd="0" presId="urn:microsoft.com/office/officeart/2005/8/layout/vProcess5"/>
    <dgm:cxn modelId="{1AAEC664-657D-4A99-A4D9-752F819E2C99}" type="presOf" srcId="{759EAB00-522D-4033-A8B0-A52C55C5FAFD}" destId="{49269447-0F4F-47D2-B05C-B52FBD00C138}" srcOrd="1" destOrd="0" presId="urn:microsoft.com/office/officeart/2005/8/layout/vProcess5"/>
    <dgm:cxn modelId="{27330C73-DDFC-4455-9562-4B1145D9E3F0}" srcId="{26F2984E-15B7-401B-AA97-28F774C5507C}" destId="{4567BD5E-F11D-4B87-A4EB-81737778A221}" srcOrd="2" destOrd="0" parTransId="{695DCD7D-D06F-4560-A2E1-4F1374C47341}" sibTransId="{805C156E-3EAD-4D9D-B074-6F6A752BAB8A}"/>
    <dgm:cxn modelId="{EE744386-0FA8-4C1D-AAC3-4ECA02D1D026}" type="presOf" srcId="{AEB217C7-3EDA-4B2C-B5BC-3DA6DAE80446}" destId="{54538A66-6BF9-4462-8EBD-D019EDE23754}" srcOrd="0" destOrd="0" presId="urn:microsoft.com/office/officeart/2005/8/layout/vProcess5"/>
    <dgm:cxn modelId="{7928BE9A-B52E-4EA5-8635-6DF2EAD8DCCD}" type="presOf" srcId="{359FD102-4DC2-45D2-8C3D-D83C11ED8A5B}" destId="{AC99EB88-EB65-4C98-B91A-DFF25DC3DB5F}" srcOrd="0" destOrd="0" presId="urn:microsoft.com/office/officeart/2005/8/layout/vProcess5"/>
    <dgm:cxn modelId="{C5EFB9A0-A3D6-4A8B-809F-C34D78CE9351}" type="presOf" srcId="{090E9196-0816-4EC0-B49D-CCDA8651768A}" destId="{A1F9CCA2-3E7E-410D-823B-C50922831596}" srcOrd="0" destOrd="0" presId="urn:microsoft.com/office/officeart/2005/8/layout/vProcess5"/>
    <dgm:cxn modelId="{20A209AD-06F2-43B8-8175-54D3FA575F8C}" type="presOf" srcId="{AEB217C7-3EDA-4B2C-B5BC-3DA6DAE80446}" destId="{729FB017-8282-432E-966E-C71553FD1AA7}" srcOrd="1" destOrd="0" presId="urn:microsoft.com/office/officeart/2005/8/layout/vProcess5"/>
    <dgm:cxn modelId="{36DD37B5-3D4D-4936-8501-47C1297C1953}" type="presOf" srcId="{4567BD5E-F11D-4B87-A4EB-81737778A221}" destId="{C5063C8D-04FC-4767-8D14-B0DF72261FFD}" srcOrd="0" destOrd="0" presId="urn:microsoft.com/office/officeart/2005/8/layout/vProcess5"/>
    <dgm:cxn modelId="{5BA82ECB-EFA1-4E72-B8AC-AE1E107E0F76}" srcId="{26F2984E-15B7-401B-AA97-28F774C5507C}" destId="{759EAB00-522D-4033-A8B0-A52C55C5FAFD}" srcOrd="1" destOrd="0" parTransId="{0678F6AF-B93E-4D74-90D8-26C0BFBFDE5C}" sibTransId="{090E9196-0816-4EC0-B49D-CCDA8651768A}"/>
    <dgm:cxn modelId="{6446BACF-C36A-49BF-A7DD-699890DDA4BE}" type="presOf" srcId="{26F2984E-15B7-401B-AA97-28F774C5507C}" destId="{C3AC31D6-981E-4383-8E3B-68F66BFF9ADD}" srcOrd="0" destOrd="0" presId="urn:microsoft.com/office/officeart/2005/8/layout/vProcess5"/>
    <dgm:cxn modelId="{1840F990-B68B-4460-BB85-BE4C5B86FB90}" type="presParOf" srcId="{C3AC31D6-981E-4383-8E3B-68F66BFF9ADD}" destId="{6D481AFA-2DDE-4750-9571-E10DDEE61B4A}" srcOrd="0" destOrd="0" presId="urn:microsoft.com/office/officeart/2005/8/layout/vProcess5"/>
    <dgm:cxn modelId="{F9FA8A24-9816-4D0C-862B-E3D98F6F61EA}" type="presParOf" srcId="{C3AC31D6-981E-4383-8E3B-68F66BFF9ADD}" destId="{54538A66-6BF9-4462-8EBD-D019EDE23754}" srcOrd="1" destOrd="0" presId="urn:microsoft.com/office/officeart/2005/8/layout/vProcess5"/>
    <dgm:cxn modelId="{B4235A23-3259-4EB1-A34B-D2398CDFBD1B}" type="presParOf" srcId="{C3AC31D6-981E-4383-8E3B-68F66BFF9ADD}" destId="{F0127888-B2FF-438A-AD44-612F3A084A40}" srcOrd="2" destOrd="0" presId="urn:microsoft.com/office/officeart/2005/8/layout/vProcess5"/>
    <dgm:cxn modelId="{3E0E922F-33F8-4472-8EFD-CA81364EFE19}" type="presParOf" srcId="{C3AC31D6-981E-4383-8E3B-68F66BFF9ADD}" destId="{C5063C8D-04FC-4767-8D14-B0DF72261FFD}" srcOrd="3" destOrd="0" presId="urn:microsoft.com/office/officeart/2005/8/layout/vProcess5"/>
    <dgm:cxn modelId="{74455BD3-90CB-4B38-B1C7-D65382FABD82}" type="presParOf" srcId="{C3AC31D6-981E-4383-8E3B-68F66BFF9ADD}" destId="{566E696E-8F09-4665-81B5-B71DE6C60360}" srcOrd="4" destOrd="0" presId="urn:microsoft.com/office/officeart/2005/8/layout/vProcess5"/>
    <dgm:cxn modelId="{33536B4C-CDFD-4D7A-AEC8-6D0F4D2540EA}" type="presParOf" srcId="{C3AC31D6-981E-4383-8E3B-68F66BFF9ADD}" destId="{AC99EB88-EB65-4C98-B91A-DFF25DC3DB5F}" srcOrd="5" destOrd="0" presId="urn:microsoft.com/office/officeart/2005/8/layout/vProcess5"/>
    <dgm:cxn modelId="{A2239414-A1F8-498B-BDE0-8BD1EAE1CE80}" type="presParOf" srcId="{C3AC31D6-981E-4383-8E3B-68F66BFF9ADD}" destId="{A1F9CCA2-3E7E-410D-823B-C50922831596}" srcOrd="6" destOrd="0" presId="urn:microsoft.com/office/officeart/2005/8/layout/vProcess5"/>
    <dgm:cxn modelId="{5867DBD4-2FFD-4631-AA4E-53F418C628A9}" type="presParOf" srcId="{C3AC31D6-981E-4383-8E3B-68F66BFF9ADD}" destId="{40F41471-BE39-4BBF-B991-E2FEEB77D42E}" srcOrd="7" destOrd="0" presId="urn:microsoft.com/office/officeart/2005/8/layout/vProcess5"/>
    <dgm:cxn modelId="{B8B4E581-C5DD-40B5-A86B-EFC9DE0984B8}" type="presParOf" srcId="{C3AC31D6-981E-4383-8E3B-68F66BFF9ADD}" destId="{729FB017-8282-432E-966E-C71553FD1AA7}" srcOrd="8" destOrd="0" presId="urn:microsoft.com/office/officeart/2005/8/layout/vProcess5"/>
    <dgm:cxn modelId="{89ADA9F6-684D-4758-91DA-61EC0C4B4CFD}" type="presParOf" srcId="{C3AC31D6-981E-4383-8E3B-68F66BFF9ADD}" destId="{49269447-0F4F-47D2-B05C-B52FBD00C138}" srcOrd="9" destOrd="0" presId="urn:microsoft.com/office/officeart/2005/8/layout/vProcess5"/>
    <dgm:cxn modelId="{5C7B82EC-C824-4D18-B0BB-6FBA9AFD8030}" type="presParOf" srcId="{C3AC31D6-981E-4383-8E3B-68F66BFF9ADD}" destId="{22AAD79E-44AB-465B-994C-775DF839905E}" srcOrd="10" destOrd="0" presId="urn:microsoft.com/office/officeart/2005/8/layout/vProcess5"/>
    <dgm:cxn modelId="{DD6CDA9B-7C96-40FB-9F08-712E85ED3C50}" type="presParOf" srcId="{C3AC31D6-981E-4383-8E3B-68F66BFF9ADD}" destId="{ED4E1945-C896-4C0B-B2F5-F1DB03894A7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CCF731-8D09-4660-A324-CA1402B2D94D}">
      <dsp:nvSpPr>
        <dsp:cNvPr id="0" name=""/>
        <dsp:cNvSpPr/>
      </dsp:nvSpPr>
      <dsp:spPr>
        <a:xfrm>
          <a:off x="3947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DD04C1-C02C-4E4B-8961-1D896913BA32}">
      <dsp:nvSpPr>
        <dsp:cNvPr id="0" name=""/>
        <dsp:cNvSpPr/>
      </dsp:nvSpPr>
      <dsp:spPr>
        <a:xfrm>
          <a:off x="3947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Coordinamento moduli Maven</a:t>
          </a:r>
        </a:p>
      </dsp:txBody>
      <dsp:txXfrm>
        <a:off x="3947" y="1627599"/>
        <a:ext cx="1685390" cy="621528"/>
      </dsp:txXfrm>
    </dsp:sp>
    <dsp:sp modelId="{9E403EA2-50CC-40F0-8C5B-34A50B8CED0A}">
      <dsp:nvSpPr>
        <dsp:cNvPr id="0" name=""/>
        <dsp:cNvSpPr/>
      </dsp:nvSpPr>
      <dsp:spPr>
        <a:xfrm>
          <a:off x="3947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Configurazione pom.xml</a:t>
          </a:r>
          <a:endParaRPr lang="en-US" sz="1100" kern="1200"/>
        </a:p>
      </dsp:txBody>
      <dsp:txXfrm>
        <a:off x="3947" y="2282359"/>
        <a:ext cx="1685390" cy="345474"/>
      </dsp:txXfrm>
    </dsp:sp>
    <dsp:sp modelId="{24EF038E-80E3-4835-ACBB-38888982A7C4}">
      <dsp:nvSpPr>
        <dsp:cNvPr id="0" name=""/>
        <dsp:cNvSpPr/>
      </dsp:nvSpPr>
      <dsp:spPr>
        <a:xfrm>
          <a:off x="1984281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936B3-D518-4D38-B1E5-6E7D61385305}">
      <dsp:nvSpPr>
        <dsp:cNvPr id="0" name=""/>
        <dsp:cNvSpPr/>
      </dsp:nvSpPr>
      <dsp:spPr>
        <a:xfrm>
          <a:off x="1984281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Comprensione di Spring Boot per il data base</a:t>
          </a:r>
          <a:endParaRPr lang="en-US" sz="1400" kern="1200"/>
        </a:p>
      </dsp:txBody>
      <dsp:txXfrm>
        <a:off x="1984281" y="1627599"/>
        <a:ext cx="1685390" cy="621528"/>
      </dsp:txXfrm>
    </dsp:sp>
    <dsp:sp modelId="{894E2B9A-C3F5-418C-9701-E1D6C7750A20}">
      <dsp:nvSpPr>
        <dsp:cNvPr id="0" name=""/>
        <dsp:cNvSpPr/>
      </dsp:nvSpPr>
      <dsp:spPr>
        <a:xfrm>
          <a:off x="1984281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Separazione livelli (dominio, service, data)</a:t>
          </a:r>
          <a:endParaRPr lang="en-US" sz="1100" kern="1200"/>
        </a:p>
      </dsp:txBody>
      <dsp:txXfrm>
        <a:off x="1984281" y="2282359"/>
        <a:ext cx="1685390" cy="345474"/>
      </dsp:txXfrm>
    </dsp:sp>
    <dsp:sp modelId="{FB3B0B42-A912-4E99-B57E-E84FA21BD61A}">
      <dsp:nvSpPr>
        <dsp:cNvPr id="0" name=""/>
        <dsp:cNvSpPr/>
      </dsp:nvSpPr>
      <dsp:spPr>
        <a:xfrm>
          <a:off x="3964615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0CE8C2-9DC5-4484-ADB2-120E876C1F9B}">
      <dsp:nvSpPr>
        <dsp:cNvPr id="0" name=""/>
        <dsp:cNvSpPr/>
      </dsp:nvSpPr>
      <dsp:spPr>
        <a:xfrm>
          <a:off x="3964615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Function decomposition</a:t>
          </a:r>
          <a:endParaRPr lang="en-US" sz="1400" kern="1200"/>
        </a:p>
      </dsp:txBody>
      <dsp:txXfrm>
        <a:off x="3964615" y="1627599"/>
        <a:ext cx="1685390" cy="621528"/>
      </dsp:txXfrm>
    </dsp:sp>
    <dsp:sp modelId="{36B0428A-836C-4E59-91D1-D820E0DBB003}">
      <dsp:nvSpPr>
        <dsp:cNvPr id="0" name=""/>
        <dsp:cNvSpPr/>
      </dsp:nvSpPr>
      <dsp:spPr>
        <a:xfrm>
          <a:off x="3964615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(dominio, service, data)</a:t>
          </a:r>
          <a:endParaRPr lang="en-US" sz="1100" kern="1200"/>
        </a:p>
      </dsp:txBody>
      <dsp:txXfrm>
        <a:off x="3964615" y="2282359"/>
        <a:ext cx="1685390" cy="345474"/>
      </dsp:txXfrm>
    </dsp:sp>
    <dsp:sp modelId="{331B2BEB-EC41-47C4-8721-7598C26CEFFF}">
      <dsp:nvSpPr>
        <dsp:cNvPr id="0" name=""/>
        <dsp:cNvSpPr/>
      </dsp:nvSpPr>
      <dsp:spPr>
        <a:xfrm>
          <a:off x="5944949" y="966265"/>
          <a:ext cx="589886" cy="58988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BD1268-C12F-4819-90C9-731C23CB031F}">
      <dsp:nvSpPr>
        <dsp:cNvPr id="0" name=""/>
        <dsp:cNvSpPr/>
      </dsp:nvSpPr>
      <dsp:spPr>
        <a:xfrm>
          <a:off x="5944949" y="1627599"/>
          <a:ext cx="1685390" cy="6215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it-IT" sz="1400" kern="1200"/>
            <a:t>Sviluppare la GUI</a:t>
          </a:r>
          <a:endParaRPr lang="en-US" sz="1400" kern="1200"/>
        </a:p>
      </dsp:txBody>
      <dsp:txXfrm>
        <a:off x="5944949" y="1627599"/>
        <a:ext cx="1685390" cy="621528"/>
      </dsp:txXfrm>
    </dsp:sp>
    <dsp:sp modelId="{BBBB01C6-67C2-4001-8CC8-BDA101E353C6}">
      <dsp:nvSpPr>
        <dsp:cNvPr id="0" name=""/>
        <dsp:cNvSpPr/>
      </dsp:nvSpPr>
      <dsp:spPr>
        <a:xfrm>
          <a:off x="5944949" y="2282359"/>
          <a:ext cx="1685390" cy="34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kern="1200"/>
            <a:t>Comprensione e gestione MVC</a:t>
          </a:r>
          <a:endParaRPr lang="en-US" sz="1100" kern="1200"/>
        </a:p>
      </dsp:txBody>
      <dsp:txXfrm>
        <a:off x="5944949" y="2282359"/>
        <a:ext cx="1685390" cy="3454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7032CA-8E6C-470E-8B66-067A9573AC52}">
      <dsp:nvSpPr>
        <dsp:cNvPr id="0" name=""/>
        <dsp:cNvSpPr/>
      </dsp:nvSpPr>
      <dsp:spPr>
        <a:xfrm>
          <a:off x="0" y="3245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16C53A-6C37-47EA-A8D8-BF9C8646A622}">
      <dsp:nvSpPr>
        <dsp:cNvPr id="0" name=""/>
        <dsp:cNvSpPr/>
      </dsp:nvSpPr>
      <dsp:spPr>
        <a:xfrm>
          <a:off x="228474" y="173184"/>
          <a:ext cx="415407" cy="4154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38C32A-00AE-43AE-B77C-B1D5C601FF82}">
      <dsp:nvSpPr>
        <dsp:cNvPr id="0" name=""/>
        <dsp:cNvSpPr/>
      </dsp:nvSpPr>
      <dsp:spPr>
        <a:xfrm>
          <a:off x="872355" y="3245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Paradigma di programmazione</a:t>
          </a:r>
          <a:endParaRPr lang="en-US" sz="2000" kern="1200"/>
        </a:p>
      </dsp:txBody>
      <dsp:txXfrm>
        <a:off x="872355" y="3245"/>
        <a:ext cx="3435429" cy="755286"/>
      </dsp:txXfrm>
    </dsp:sp>
    <dsp:sp modelId="{993839AC-EBB1-4525-AB93-AFC5EFAFFE3B}">
      <dsp:nvSpPr>
        <dsp:cNvPr id="0" name=""/>
        <dsp:cNvSpPr/>
      </dsp:nvSpPr>
      <dsp:spPr>
        <a:xfrm>
          <a:off x="4307785" y="3245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Programmazione orientata agli oggetti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Uso di DTO e Mapper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Uso di Singleton (Root, SessionManager)</a:t>
          </a:r>
          <a:endParaRPr lang="en-US" sz="1100" b="1" kern="1200"/>
        </a:p>
      </dsp:txBody>
      <dsp:txXfrm>
        <a:off x="4307785" y="3245"/>
        <a:ext cx="3325650" cy="755286"/>
      </dsp:txXfrm>
    </dsp:sp>
    <dsp:sp modelId="{3C7121CF-D02E-49EC-BAE5-709835E791E5}">
      <dsp:nvSpPr>
        <dsp:cNvPr id="0" name=""/>
        <dsp:cNvSpPr/>
      </dsp:nvSpPr>
      <dsp:spPr>
        <a:xfrm>
          <a:off x="0" y="947352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F46C24-6885-4E5C-9439-2C733C3ECB3F}">
      <dsp:nvSpPr>
        <dsp:cNvPr id="0" name=""/>
        <dsp:cNvSpPr/>
      </dsp:nvSpPr>
      <dsp:spPr>
        <a:xfrm>
          <a:off x="228474" y="1117292"/>
          <a:ext cx="415407" cy="4154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60E814-C017-4607-9288-BBEFF6C32A1D}">
      <dsp:nvSpPr>
        <dsp:cNvPr id="0" name=""/>
        <dsp:cNvSpPr/>
      </dsp:nvSpPr>
      <dsp:spPr>
        <a:xfrm>
          <a:off x="872355" y="947352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Modellazione</a:t>
          </a:r>
          <a:endParaRPr lang="en-US" sz="2000" kern="1200"/>
        </a:p>
      </dsp:txBody>
      <dsp:txXfrm>
        <a:off x="872355" y="947352"/>
        <a:ext cx="3435429" cy="755286"/>
      </dsp:txXfrm>
    </dsp:sp>
    <dsp:sp modelId="{D50B830A-A262-4A1F-B231-A17CE92C2F2A}">
      <dsp:nvSpPr>
        <dsp:cNvPr id="0" name=""/>
        <dsp:cNvSpPr/>
      </dsp:nvSpPr>
      <dsp:spPr>
        <a:xfrm>
          <a:off x="4307785" y="947352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UML (diagrammi classi, package, architettura</a:t>
          </a:r>
          <a:r>
            <a:rPr lang="it-IT" sz="1100" kern="1200"/>
            <a:t>)</a:t>
          </a:r>
          <a:endParaRPr lang="en-US" sz="1100" kern="1200"/>
        </a:p>
      </dsp:txBody>
      <dsp:txXfrm>
        <a:off x="4307785" y="947352"/>
        <a:ext cx="3325650" cy="755286"/>
      </dsp:txXfrm>
    </dsp:sp>
    <dsp:sp modelId="{631EF692-2073-49CF-B9E8-77176BC20A5F}">
      <dsp:nvSpPr>
        <dsp:cNvPr id="0" name=""/>
        <dsp:cNvSpPr/>
      </dsp:nvSpPr>
      <dsp:spPr>
        <a:xfrm>
          <a:off x="0" y="1891460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990C7D-1AC0-4D23-BA80-9D7416C63026}">
      <dsp:nvSpPr>
        <dsp:cNvPr id="0" name=""/>
        <dsp:cNvSpPr/>
      </dsp:nvSpPr>
      <dsp:spPr>
        <a:xfrm>
          <a:off x="228474" y="2061400"/>
          <a:ext cx="415407" cy="4154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6D8EDB-B02B-471E-B07F-D9E361BC975C}">
      <dsp:nvSpPr>
        <dsp:cNvPr id="0" name=""/>
        <dsp:cNvSpPr/>
      </dsp:nvSpPr>
      <dsp:spPr>
        <a:xfrm>
          <a:off x="872355" y="1891460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Linguaggio</a:t>
          </a:r>
          <a:endParaRPr lang="en-US" sz="2000" kern="1200"/>
        </a:p>
      </dsp:txBody>
      <dsp:txXfrm>
        <a:off x="872355" y="1891460"/>
        <a:ext cx="3435429" cy="755286"/>
      </dsp:txXfrm>
    </dsp:sp>
    <dsp:sp modelId="{346E9FCC-47C4-458F-8468-5E9FA5F1CE64}">
      <dsp:nvSpPr>
        <dsp:cNvPr id="0" name=""/>
        <dsp:cNvSpPr/>
      </dsp:nvSpPr>
      <dsp:spPr>
        <a:xfrm>
          <a:off x="4307785" y="1891460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Java</a:t>
          </a:r>
          <a:endParaRPr lang="en-US" sz="1100" b="1" kern="1200"/>
        </a:p>
      </dsp:txBody>
      <dsp:txXfrm>
        <a:off x="4307785" y="1891460"/>
        <a:ext cx="3325650" cy="755286"/>
      </dsp:txXfrm>
    </dsp:sp>
    <dsp:sp modelId="{B22882A4-A2FA-4D96-9149-4E9096AEA83E}">
      <dsp:nvSpPr>
        <dsp:cNvPr id="0" name=""/>
        <dsp:cNvSpPr/>
      </dsp:nvSpPr>
      <dsp:spPr>
        <a:xfrm>
          <a:off x="0" y="2835568"/>
          <a:ext cx="7634288" cy="755286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028DCE-00AD-4777-87C8-2902AB525E42}">
      <dsp:nvSpPr>
        <dsp:cNvPr id="0" name=""/>
        <dsp:cNvSpPr/>
      </dsp:nvSpPr>
      <dsp:spPr>
        <a:xfrm>
          <a:off x="228474" y="3005507"/>
          <a:ext cx="415407" cy="41540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87360F-165C-41F7-A124-F6A694746C04}">
      <dsp:nvSpPr>
        <dsp:cNvPr id="0" name=""/>
        <dsp:cNvSpPr/>
      </dsp:nvSpPr>
      <dsp:spPr>
        <a:xfrm>
          <a:off x="872355" y="2835568"/>
          <a:ext cx="3435429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b="1" kern="1200"/>
            <a:t>Framework e Librerie</a:t>
          </a:r>
          <a:endParaRPr lang="en-US" sz="2000" kern="1200"/>
        </a:p>
      </dsp:txBody>
      <dsp:txXfrm>
        <a:off x="872355" y="2835568"/>
        <a:ext cx="3435429" cy="755286"/>
      </dsp:txXfrm>
    </dsp:sp>
    <dsp:sp modelId="{F6744DAF-B681-4182-A7ED-D797FD6F15DF}">
      <dsp:nvSpPr>
        <dsp:cNvPr id="0" name=""/>
        <dsp:cNvSpPr/>
      </dsp:nvSpPr>
      <dsp:spPr>
        <a:xfrm>
          <a:off x="4307785" y="2835568"/>
          <a:ext cx="3325650" cy="7552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934" tIns="79934" rIns="79934" bIns="79934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Spring Boot	|	Spring Data JPA</a:t>
          </a:r>
          <a:endParaRPr lang="en-US" sz="1100" b="1" kern="120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100" b="1" kern="1200"/>
            <a:t>H2 Database	|	Swing (GUI)</a:t>
          </a:r>
          <a:endParaRPr lang="en-US" sz="1100" b="1" kern="1200"/>
        </a:p>
      </dsp:txBody>
      <dsp:txXfrm>
        <a:off x="4307785" y="2835568"/>
        <a:ext cx="3325650" cy="7552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1C79A29-1E90-49D4-B163-B76A598B5BFE}">
      <dsp:nvSpPr>
        <dsp:cNvPr id="0" name=""/>
        <dsp:cNvSpPr/>
      </dsp:nvSpPr>
      <dsp:spPr>
        <a:xfrm>
          <a:off x="0" y="114410"/>
          <a:ext cx="7634288" cy="61775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 dirty="0"/>
            <a:t>🔄 Iterazioni brevi</a:t>
          </a:r>
          <a:endParaRPr lang="en-US" sz="2400" kern="1200" dirty="0"/>
        </a:p>
      </dsp:txBody>
      <dsp:txXfrm>
        <a:off x="30157" y="144567"/>
        <a:ext cx="7573974" cy="557445"/>
      </dsp:txXfrm>
    </dsp:sp>
    <dsp:sp modelId="{9123BF39-C238-42E5-BE69-F3481899017F}">
      <dsp:nvSpPr>
        <dsp:cNvPr id="0" name=""/>
        <dsp:cNvSpPr/>
      </dsp:nvSpPr>
      <dsp:spPr>
        <a:xfrm>
          <a:off x="0" y="801290"/>
          <a:ext cx="7634288" cy="617759"/>
        </a:xfrm>
        <a:prstGeom prst="roundRect">
          <a:avLst/>
        </a:prstGeom>
        <a:solidFill>
          <a:schemeClr val="accent5">
            <a:hueOff val="4778670"/>
            <a:satOff val="-10209"/>
            <a:lumOff val="-4265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♻ Refactoring continuo</a:t>
          </a:r>
          <a:endParaRPr lang="en-US" sz="2400" kern="1200"/>
        </a:p>
      </dsp:txBody>
      <dsp:txXfrm>
        <a:off x="30157" y="831447"/>
        <a:ext cx="7573974" cy="557445"/>
      </dsp:txXfrm>
    </dsp:sp>
    <dsp:sp modelId="{B4FAFFFB-DD9B-4A85-AB58-1221E0B306CA}">
      <dsp:nvSpPr>
        <dsp:cNvPr id="0" name=""/>
        <dsp:cNvSpPr/>
      </dsp:nvSpPr>
      <dsp:spPr>
        <a:xfrm>
          <a:off x="0" y="1488170"/>
          <a:ext cx="7634288" cy="617759"/>
        </a:xfrm>
        <a:prstGeom prst="roundRect">
          <a:avLst/>
        </a:prstGeom>
        <a:solidFill>
          <a:schemeClr val="accent5">
            <a:hueOff val="9557340"/>
            <a:satOff val="-20419"/>
            <a:lumOff val="-852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 dirty="0"/>
            <a:t>👥 </a:t>
          </a:r>
          <a:r>
            <a:rPr lang="it-IT" sz="2400" kern="1200" dirty="0" err="1"/>
            <a:t>Pair</a:t>
          </a:r>
          <a:r>
            <a:rPr lang="it-IT" sz="2400" kern="1200" dirty="0"/>
            <a:t> programming quasi costantemente</a:t>
          </a:r>
          <a:endParaRPr lang="en-US" sz="2400" kern="1200" dirty="0"/>
        </a:p>
      </dsp:txBody>
      <dsp:txXfrm>
        <a:off x="30157" y="1518327"/>
        <a:ext cx="7573974" cy="557445"/>
      </dsp:txXfrm>
    </dsp:sp>
    <dsp:sp modelId="{609C4B47-F65C-4919-9693-E68E8808CBC1}">
      <dsp:nvSpPr>
        <dsp:cNvPr id="0" name=""/>
        <dsp:cNvSpPr/>
      </dsp:nvSpPr>
      <dsp:spPr>
        <a:xfrm>
          <a:off x="0" y="2175050"/>
          <a:ext cx="7634288" cy="617759"/>
        </a:xfrm>
        <a:prstGeom prst="roundRect">
          <a:avLst/>
        </a:prstGeom>
        <a:solidFill>
          <a:schemeClr val="accent5">
            <a:hueOff val="14336010"/>
            <a:satOff val="-30628"/>
            <a:lumOff val="-12794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📝 Documentazione aggiornata progressivamente</a:t>
          </a:r>
          <a:endParaRPr lang="en-US" sz="2400" kern="1200"/>
        </a:p>
      </dsp:txBody>
      <dsp:txXfrm>
        <a:off x="30157" y="2205207"/>
        <a:ext cx="7573974" cy="557445"/>
      </dsp:txXfrm>
    </dsp:sp>
    <dsp:sp modelId="{B7C7EADA-65F9-4F33-AA50-E1A57A922F8E}">
      <dsp:nvSpPr>
        <dsp:cNvPr id="0" name=""/>
        <dsp:cNvSpPr/>
      </dsp:nvSpPr>
      <dsp:spPr>
        <a:xfrm>
          <a:off x="0" y="2861930"/>
          <a:ext cx="7634288" cy="617759"/>
        </a:xfrm>
        <a:prstGeom prst="roundRect">
          <a:avLst/>
        </a:prstGeom>
        <a:solidFill>
          <a:schemeClr val="accent5">
            <a:hueOff val="19114680"/>
            <a:satOff val="-40837"/>
            <a:lumOff val="-1705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400" kern="1200"/>
            <a:t>🔁 Feedback loop continuo tra sviluppo e miglioramento</a:t>
          </a:r>
          <a:endParaRPr lang="en-US" sz="2400" kern="1200"/>
        </a:p>
      </dsp:txBody>
      <dsp:txXfrm>
        <a:off x="30157" y="2892087"/>
        <a:ext cx="7573974" cy="55744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2D7666-330A-489D-8639-BAB73FD4DDC1}">
      <dsp:nvSpPr>
        <dsp:cNvPr id="0" name=""/>
        <dsp:cNvSpPr/>
      </dsp:nvSpPr>
      <dsp:spPr>
        <a:xfrm>
          <a:off x="0" y="0"/>
          <a:ext cx="5253553" cy="6602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API</a:t>
          </a:r>
          <a:endParaRPr lang="en-US" sz="2900" kern="1200"/>
        </a:p>
      </dsp:txBody>
      <dsp:txXfrm>
        <a:off x="19338" y="19338"/>
        <a:ext cx="4485289" cy="621585"/>
      </dsp:txXfrm>
    </dsp:sp>
    <dsp:sp modelId="{0BC36ADF-9915-4A56-A753-6F9B6A78FF6C}">
      <dsp:nvSpPr>
        <dsp:cNvPr id="0" name=""/>
        <dsp:cNvSpPr/>
      </dsp:nvSpPr>
      <dsp:spPr>
        <a:xfrm>
          <a:off x="439985" y="780308"/>
          <a:ext cx="5253553" cy="66026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UseCase </a:t>
          </a:r>
          <a:endParaRPr lang="en-US" sz="2900" kern="1200"/>
        </a:p>
      </dsp:txBody>
      <dsp:txXfrm>
        <a:off x="459323" y="799646"/>
        <a:ext cx="4345722" cy="621585"/>
      </dsp:txXfrm>
    </dsp:sp>
    <dsp:sp modelId="{B758C4E0-62B1-432F-834F-F5C279C23361}">
      <dsp:nvSpPr>
        <dsp:cNvPr id="0" name=""/>
        <dsp:cNvSpPr/>
      </dsp:nvSpPr>
      <dsp:spPr>
        <a:xfrm>
          <a:off x="873403" y="1560617"/>
          <a:ext cx="5253553" cy="66026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Service</a:t>
          </a:r>
          <a:endParaRPr lang="en-US" sz="2900" kern="1200"/>
        </a:p>
      </dsp:txBody>
      <dsp:txXfrm>
        <a:off x="892741" y="1579955"/>
        <a:ext cx="4352289" cy="621585"/>
      </dsp:txXfrm>
    </dsp:sp>
    <dsp:sp modelId="{F28FAEF6-BCF0-40E7-B894-BD04DA1C77A4}">
      <dsp:nvSpPr>
        <dsp:cNvPr id="0" name=""/>
        <dsp:cNvSpPr/>
      </dsp:nvSpPr>
      <dsp:spPr>
        <a:xfrm>
          <a:off x="1313388" y="2340925"/>
          <a:ext cx="5253553" cy="66026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900" kern="1200"/>
            <a:t>Data</a:t>
          </a:r>
          <a:endParaRPr lang="en-US" sz="2900" kern="1200"/>
        </a:p>
      </dsp:txBody>
      <dsp:txXfrm>
        <a:off x="1332726" y="2360263"/>
        <a:ext cx="4345722" cy="621585"/>
      </dsp:txXfrm>
    </dsp:sp>
    <dsp:sp modelId="{4DE10867-1A53-4A8C-8572-3D120F84A44C}">
      <dsp:nvSpPr>
        <dsp:cNvPr id="0" name=""/>
        <dsp:cNvSpPr/>
      </dsp:nvSpPr>
      <dsp:spPr>
        <a:xfrm>
          <a:off x="4824383" y="505700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920946" y="505700"/>
        <a:ext cx="236043" cy="322950"/>
      </dsp:txXfrm>
    </dsp:sp>
    <dsp:sp modelId="{F2DA60A5-B54E-412C-8039-5683CCEA1BA0}">
      <dsp:nvSpPr>
        <dsp:cNvPr id="0" name=""/>
        <dsp:cNvSpPr/>
      </dsp:nvSpPr>
      <dsp:spPr>
        <a:xfrm>
          <a:off x="5264368" y="1286008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360931" y="1286008"/>
        <a:ext cx="236043" cy="322950"/>
      </dsp:txXfrm>
    </dsp:sp>
    <dsp:sp modelId="{AE096E0A-BD20-4E33-8082-16A68BA40D51}">
      <dsp:nvSpPr>
        <dsp:cNvPr id="0" name=""/>
        <dsp:cNvSpPr/>
      </dsp:nvSpPr>
      <dsp:spPr>
        <a:xfrm>
          <a:off x="5697787" y="2066317"/>
          <a:ext cx="429169" cy="429169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794350" y="2066317"/>
        <a:ext cx="236043" cy="32295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538A66-6BF9-4462-8EBD-D019EDE23754}">
      <dsp:nvSpPr>
        <dsp:cNvPr id="0" name=""/>
        <dsp:cNvSpPr/>
      </dsp:nvSpPr>
      <dsp:spPr>
        <a:xfrm>
          <a:off x="0" y="0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Model</a:t>
          </a:r>
          <a:endParaRPr lang="en-US" sz="3000" kern="1200"/>
        </a:p>
      </dsp:txBody>
      <dsp:txXfrm>
        <a:off x="19976" y="19976"/>
        <a:ext cx="4852269" cy="642088"/>
      </dsp:txXfrm>
    </dsp:sp>
    <dsp:sp modelId="{F0127888-B2FF-438A-AD44-612F3A084A40}">
      <dsp:nvSpPr>
        <dsp:cNvPr id="0" name=""/>
        <dsp:cNvSpPr/>
      </dsp:nvSpPr>
      <dsp:spPr>
        <a:xfrm>
          <a:off x="472842" y="806047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6371560"/>
            <a:satOff val="-13612"/>
            <a:lumOff val="-5686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bridge</a:t>
          </a:r>
          <a:endParaRPr lang="en-US" sz="3000" kern="1200"/>
        </a:p>
      </dsp:txBody>
      <dsp:txXfrm>
        <a:off x="492818" y="826023"/>
        <a:ext cx="4689755" cy="642088"/>
      </dsp:txXfrm>
    </dsp:sp>
    <dsp:sp modelId="{C5063C8D-04FC-4767-8D14-B0DF72261FFD}">
      <dsp:nvSpPr>
        <dsp:cNvPr id="0" name=""/>
        <dsp:cNvSpPr/>
      </dsp:nvSpPr>
      <dsp:spPr>
        <a:xfrm>
          <a:off x="938626" y="1612095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12743121"/>
            <a:satOff val="-27225"/>
            <a:lumOff val="-11373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control</a:t>
          </a:r>
          <a:endParaRPr lang="en-US" sz="3000" kern="1200"/>
        </a:p>
      </dsp:txBody>
      <dsp:txXfrm>
        <a:off x="958602" y="1632071"/>
        <a:ext cx="4696812" cy="642088"/>
      </dsp:txXfrm>
    </dsp:sp>
    <dsp:sp modelId="{566E696E-8F09-4665-81B5-B71DE6C60360}">
      <dsp:nvSpPr>
        <dsp:cNvPr id="0" name=""/>
        <dsp:cNvSpPr/>
      </dsp:nvSpPr>
      <dsp:spPr>
        <a:xfrm>
          <a:off x="1411468" y="2418143"/>
          <a:ext cx="5645876" cy="682040"/>
        </a:xfrm>
        <a:prstGeom prst="roundRect">
          <a:avLst>
            <a:gd name="adj" fmla="val 10000"/>
          </a:avLst>
        </a:prstGeom>
        <a:solidFill>
          <a:schemeClr val="accent5">
            <a:hueOff val="19114680"/>
            <a:satOff val="-40837"/>
            <a:lumOff val="-17059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/>
            <a:t>View</a:t>
          </a:r>
          <a:endParaRPr lang="en-US" sz="3000" kern="1200"/>
        </a:p>
      </dsp:txBody>
      <dsp:txXfrm>
        <a:off x="1431444" y="2438119"/>
        <a:ext cx="4689755" cy="642088"/>
      </dsp:txXfrm>
    </dsp:sp>
    <dsp:sp modelId="{AC99EB88-EB65-4C98-B91A-DFF25DC3DB5F}">
      <dsp:nvSpPr>
        <dsp:cNvPr id="0" name=""/>
        <dsp:cNvSpPr/>
      </dsp:nvSpPr>
      <dsp:spPr>
        <a:xfrm>
          <a:off x="5202549" y="522381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5302297" y="522381"/>
        <a:ext cx="243830" cy="333603"/>
      </dsp:txXfrm>
    </dsp:sp>
    <dsp:sp modelId="{A1F9CCA2-3E7E-410D-823B-C50922831596}">
      <dsp:nvSpPr>
        <dsp:cNvPr id="0" name=""/>
        <dsp:cNvSpPr/>
      </dsp:nvSpPr>
      <dsp:spPr>
        <a:xfrm>
          <a:off x="5675391" y="1328428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9663709"/>
            <a:satOff val="-19238"/>
            <a:lumOff val="-228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5775139" y="1328428"/>
        <a:ext cx="243830" cy="333603"/>
      </dsp:txXfrm>
    </dsp:sp>
    <dsp:sp modelId="{40F41471-BE39-4BBF-B991-E2FEEB77D42E}">
      <dsp:nvSpPr>
        <dsp:cNvPr id="0" name=""/>
        <dsp:cNvSpPr/>
      </dsp:nvSpPr>
      <dsp:spPr>
        <a:xfrm>
          <a:off x="6141176" y="2134476"/>
          <a:ext cx="443326" cy="443326"/>
        </a:xfrm>
        <a:prstGeom prst="downArrow">
          <a:avLst>
            <a:gd name="adj1" fmla="val 55000"/>
            <a:gd name="adj2" fmla="val 45000"/>
          </a:avLst>
        </a:prstGeom>
        <a:solidFill>
          <a:schemeClr val="accent5">
            <a:tint val="40000"/>
            <a:alpha val="90000"/>
            <a:hueOff val="19327418"/>
            <a:satOff val="-38476"/>
            <a:lumOff val="-4560"/>
            <a:alphaOff val="0"/>
          </a:schemeClr>
        </a:solidFill>
        <a:ln w="12700" cap="flat" cmpd="sng" algn="in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/>
        </a:p>
      </dsp:txBody>
      <dsp:txXfrm>
        <a:off x="6240924" y="2134476"/>
        <a:ext cx="243830" cy="3336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063115" y="630937"/>
            <a:ext cx="5230368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1098388"/>
            <a:ext cx="7738814" cy="4394988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5979197"/>
            <a:ext cx="6034030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6375679"/>
            <a:ext cx="174729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6375679"/>
            <a:ext cx="30861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6375679"/>
            <a:ext cx="1747292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0996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85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2110979" cy="6858000"/>
          </a:xfrm>
          <a:custGeom>
            <a:avLst/>
            <a:gdLst/>
            <a:ahLst/>
            <a:cxnLst/>
            <a:rect l="0" t="0" r="r" b="b"/>
            <a:pathLst>
              <a:path w="1773" h="4320">
                <a:moveTo>
                  <a:pt x="0" y="0"/>
                </a:moveTo>
                <a:lnTo>
                  <a:pt x="891" y="0"/>
                </a:lnTo>
                <a:lnTo>
                  <a:pt x="906" y="56"/>
                </a:lnTo>
                <a:lnTo>
                  <a:pt x="921" y="111"/>
                </a:lnTo>
                <a:lnTo>
                  <a:pt x="938" y="165"/>
                </a:lnTo>
                <a:lnTo>
                  <a:pt x="957" y="217"/>
                </a:lnTo>
                <a:lnTo>
                  <a:pt x="980" y="266"/>
                </a:lnTo>
                <a:lnTo>
                  <a:pt x="1007" y="312"/>
                </a:lnTo>
                <a:lnTo>
                  <a:pt x="1036" y="351"/>
                </a:lnTo>
                <a:lnTo>
                  <a:pt x="1069" y="387"/>
                </a:lnTo>
                <a:lnTo>
                  <a:pt x="1105" y="422"/>
                </a:lnTo>
                <a:lnTo>
                  <a:pt x="1145" y="456"/>
                </a:lnTo>
                <a:lnTo>
                  <a:pt x="1185" y="487"/>
                </a:lnTo>
                <a:lnTo>
                  <a:pt x="1227" y="520"/>
                </a:lnTo>
                <a:lnTo>
                  <a:pt x="1270" y="551"/>
                </a:lnTo>
                <a:lnTo>
                  <a:pt x="1311" y="584"/>
                </a:lnTo>
                <a:lnTo>
                  <a:pt x="1352" y="617"/>
                </a:lnTo>
                <a:lnTo>
                  <a:pt x="1390" y="651"/>
                </a:lnTo>
                <a:lnTo>
                  <a:pt x="1425" y="687"/>
                </a:lnTo>
                <a:lnTo>
                  <a:pt x="1456" y="725"/>
                </a:lnTo>
                <a:lnTo>
                  <a:pt x="1484" y="765"/>
                </a:lnTo>
                <a:lnTo>
                  <a:pt x="1505" y="808"/>
                </a:lnTo>
                <a:lnTo>
                  <a:pt x="1521" y="856"/>
                </a:lnTo>
                <a:lnTo>
                  <a:pt x="1530" y="907"/>
                </a:lnTo>
                <a:lnTo>
                  <a:pt x="1534" y="960"/>
                </a:lnTo>
                <a:lnTo>
                  <a:pt x="1534" y="1013"/>
                </a:lnTo>
                <a:lnTo>
                  <a:pt x="1530" y="1068"/>
                </a:lnTo>
                <a:lnTo>
                  <a:pt x="1523" y="1125"/>
                </a:lnTo>
                <a:lnTo>
                  <a:pt x="1515" y="1181"/>
                </a:lnTo>
                <a:lnTo>
                  <a:pt x="1508" y="1237"/>
                </a:lnTo>
                <a:lnTo>
                  <a:pt x="1501" y="1293"/>
                </a:lnTo>
                <a:lnTo>
                  <a:pt x="1496" y="1350"/>
                </a:lnTo>
                <a:lnTo>
                  <a:pt x="1494" y="1405"/>
                </a:lnTo>
                <a:lnTo>
                  <a:pt x="1497" y="1458"/>
                </a:lnTo>
                <a:lnTo>
                  <a:pt x="1504" y="1511"/>
                </a:lnTo>
                <a:lnTo>
                  <a:pt x="1517" y="1560"/>
                </a:lnTo>
                <a:lnTo>
                  <a:pt x="1535" y="1610"/>
                </a:lnTo>
                <a:lnTo>
                  <a:pt x="1557" y="1659"/>
                </a:lnTo>
                <a:lnTo>
                  <a:pt x="1583" y="1708"/>
                </a:lnTo>
                <a:lnTo>
                  <a:pt x="1611" y="1757"/>
                </a:lnTo>
                <a:lnTo>
                  <a:pt x="1640" y="1807"/>
                </a:lnTo>
                <a:lnTo>
                  <a:pt x="1669" y="1855"/>
                </a:lnTo>
                <a:lnTo>
                  <a:pt x="1696" y="1905"/>
                </a:lnTo>
                <a:lnTo>
                  <a:pt x="1721" y="1954"/>
                </a:lnTo>
                <a:lnTo>
                  <a:pt x="1742" y="2006"/>
                </a:lnTo>
                <a:lnTo>
                  <a:pt x="1759" y="2057"/>
                </a:lnTo>
                <a:lnTo>
                  <a:pt x="1769" y="2108"/>
                </a:lnTo>
                <a:lnTo>
                  <a:pt x="1773" y="2160"/>
                </a:lnTo>
                <a:lnTo>
                  <a:pt x="1769" y="2212"/>
                </a:lnTo>
                <a:lnTo>
                  <a:pt x="1759" y="2263"/>
                </a:lnTo>
                <a:lnTo>
                  <a:pt x="1742" y="2314"/>
                </a:lnTo>
                <a:lnTo>
                  <a:pt x="1721" y="2366"/>
                </a:lnTo>
                <a:lnTo>
                  <a:pt x="1696" y="2415"/>
                </a:lnTo>
                <a:lnTo>
                  <a:pt x="1669" y="2465"/>
                </a:lnTo>
                <a:lnTo>
                  <a:pt x="1640" y="2513"/>
                </a:lnTo>
                <a:lnTo>
                  <a:pt x="1611" y="2563"/>
                </a:lnTo>
                <a:lnTo>
                  <a:pt x="1583" y="2612"/>
                </a:lnTo>
                <a:lnTo>
                  <a:pt x="1557" y="2661"/>
                </a:lnTo>
                <a:lnTo>
                  <a:pt x="1535" y="2710"/>
                </a:lnTo>
                <a:lnTo>
                  <a:pt x="1517" y="2760"/>
                </a:lnTo>
                <a:lnTo>
                  <a:pt x="1504" y="2809"/>
                </a:lnTo>
                <a:lnTo>
                  <a:pt x="1497" y="2862"/>
                </a:lnTo>
                <a:lnTo>
                  <a:pt x="1494" y="2915"/>
                </a:lnTo>
                <a:lnTo>
                  <a:pt x="1496" y="2970"/>
                </a:lnTo>
                <a:lnTo>
                  <a:pt x="1501" y="3027"/>
                </a:lnTo>
                <a:lnTo>
                  <a:pt x="1508" y="3083"/>
                </a:lnTo>
                <a:lnTo>
                  <a:pt x="1515" y="3139"/>
                </a:lnTo>
                <a:lnTo>
                  <a:pt x="1523" y="3195"/>
                </a:lnTo>
                <a:lnTo>
                  <a:pt x="1530" y="3252"/>
                </a:lnTo>
                <a:lnTo>
                  <a:pt x="1534" y="3307"/>
                </a:lnTo>
                <a:lnTo>
                  <a:pt x="1534" y="3360"/>
                </a:lnTo>
                <a:lnTo>
                  <a:pt x="1530" y="3413"/>
                </a:lnTo>
                <a:lnTo>
                  <a:pt x="1521" y="3464"/>
                </a:lnTo>
                <a:lnTo>
                  <a:pt x="1505" y="3512"/>
                </a:lnTo>
                <a:lnTo>
                  <a:pt x="1484" y="3555"/>
                </a:lnTo>
                <a:lnTo>
                  <a:pt x="1456" y="3595"/>
                </a:lnTo>
                <a:lnTo>
                  <a:pt x="1425" y="3633"/>
                </a:lnTo>
                <a:lnTo>
                  <a:pt x="1390" y="3669"/>
                </a:lnTo>
                <a:lnTo>
                  <a:pt x="1352" y="3703"/>
                </a:lnTo>
                <a:lnTo>
                  <a:pt x="1311" y="3736"/>
                </a:lnTo>
                <a:lnTo>
                  <a:pt x="1270" y="3769"/>
                </a:lnTo>
                <a:lnTo>
                  <a:pt x="1227" y="3800"/>
                </a:lnTo>
                <a:lnTo>
                  <a:pt x="1185" y="3833"/>
                </a:lnTo>
                <a:lnTo>
                  <a:pt x="1145" y="3864"/>
                </a:lnTo>
                <a:lnTo>
                  <a:pt x="1105" y="3898"/>
                </a:lnTo>
                <a:lnTo>
                  <a:pt x="1069" y="3933"/>
                </a:lnTo>
                <a:lnTo>
                  <a:pt x="1036" y="3969"/>
                </a:lnTo>
                <a:lnTo>
                  <a:pt x="1007" y="4008"/>
                </a:lnTo>
                <a:lnTo>
                  <a:pt x="980" y="4054"/>
                </a:lnTo>
                <a:lnTo>
                  <a:pt x="957" y="4103"/>
                </a:lnTo>
                <a:lnTo>
                  <a:pt x="938" y="4155"/>
                </a:lnTo>
                <a:lnTo>
                  <a:pt x="921" y="4209"/>
                </a:lnTo>
                <a:lnTo>
                  <a:pt x="906" y="4264"/>
                </a:lnTo>
                <a:lnTo>
                  <a:pt x="891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1073889"/>
            <a:ext cx="6140303" cy="4064627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5159782"/>
            <a:ext cx="5263116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6375679"/>
            <a:ext cx="1120460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6375679"/>
            <a:ext cx="30861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6375679"/>
            <a:ext cx="1115675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6" name="Freeform 11"/>
          <p:cNvSpPr/>
          <p:nvPr/>
        </p:nvSpPr>
        <p:spPr bwMode="auto">
          <a:xfrm>
            <a:off x="655786" y="0"/>
            <a:ext cx="1234679" cy="6858000"/>
          </a:xfrm>
          <a:custGeom>
            <a:avLst/>
            <a:gdLst/>
            <a:ahLst/>
            <a:cxnLst/>
            <a:rect l="0" t="0" r="r" b="b"/>
            <a:pathLst>
              <a:path w="1037" h="4320">
                <a:moveTo>
                  <a:pt x="0" y="0"/>
                </a:moveTo>
                <a:lnTo>
                  <a:pt x="171" y="0"/>
                </a:lnTo>
                <a:lnTo>
                  <a:pt x="188" y="55"/>
                </a:lnTo>
                <a:lnTo>
                  <a:pt x="204" y="110"/>
                </a:lnTo>
                <a:lnTo>
                  <a:pt x="220" y="166"/>
                </a:lnTo>
                <a:lnTo>
                  <a:pt x="234" y="223"/>
                </a:lnTo>
                <a:lnTo>
                  <a:pt x="251" y="278"/>
                </a:lnTo>
                <a:lnTo>
                  <a:pt x="269" y="331"/>
                </a:lnTo>
                <a:lnTo>
                  <a:pt x="292" y="381"/>
                </a:lnTo>
                <a:lnTo>
                  <a:pt x="319" y="427"/>
                </a:lnTo>
                <a:lnTo>
                  <a:pt x="349" y="466"/>
                </a:lnTo>
                <a:lnTo>
                  <a:pt x="382" y="503"/>
                </a:lnTo>
                <a:lnTo>
                  <a:pt x="420" y="537"/>
                </a:lnTo>
                <a:lnTo>
                  <a:pt x="460" y="571"/>
                </a:lnTo>
                <a:lnTo>
                  <a:pt x="502" y="603"/>
                </a:lnTo>
                <a:lnTo>
                  <a:pt x="544" y="635"/>
                </a:lnTo>
                <a:lnTo>
                  <a:pt x="587" y="668"/>
                </a:lnTo>
                <a:lnTo>
                  <a:pt x="628" y="700"/>
                </a:lnTo>
                <a:lnTo>
                  <a:pt x="667" y="734"/>
                </a:lnTo>
                <a:lnTo>
                  <a:pt x="703" y="771"/>
                </a:lnTo>
                <a:lnTo>
                  <a:pt x="736" y="808"/>
                </a:lnTo>
                <a:lnTo>
                  <a:pt x="763" y="848"/>
                </a:lnTo>
                <a:lnTo>
                  <a:pt x="786" y="893"/>
                </a:lnTo>
                <a:lnTo>
                  <a:pt x="800" y="937"/>
                </a:lnTo>
                <a:lnTo>
                  <a:pt x="809" y="986"/>
                </a:lnTo>
                <a:lnTo>
                  <a:pt x="813" y="1034"/>
                </a:lnTo>
                <a:lnTo>
                  <a:pt x="812" y="1085"/>
                </a:lnTo>
                <a:lnTo>
                  <a:pt x="808" y="1136"/>
                </a:lnTo>
                <a:lnTo>
                  <a:pt x="803" y="1189"/>
                </a:lnTo>
                <a:lnTo>
                  <a:pt x="796" y="1242"/>
                </a:lnTo>
                <a:lnTo>
                  <a:pt x="788" y="1295"/>
                </a:lnTo>
                <a:lnTo>
                  <a:pt x="782" y="1348"/>
                </a:lnTo>
                <a:lnTo>
                  <a:pt x="778" y="1401"/>
                </a:lnTo>
                <a:lnTo>
                  <a:pt x="775" y="1452"/>
                </a:lnTo>
                <a:lnTo>
                  <a:pt x="778" y="1502"/>
                </a:lnTo>
                <a:lnTo>
                  <a:pt x="784" y="1551"/>
                </a:lnTo>
                <a:lnTo>
                  <a:pt x="797" y="1602"/>
                </a:lnTo>
                <a:lnTo>
                  <a:pt x="817" y="1652"/>
                </a:lnTo>
                <a:lnTo>
                  <a:pt x="841" y="1702"/>
                </a:lnTo>
                <a:lnTo>
                  <a:pt x="868" y="1752"/>
                </a:lnTo>
                <a:lnTo>
                  <a:pt x="896" y="1801"/>
                </a:lnTo>
                <a:lnTo>
                  <a:pt x="926" y="1851"/>
                </a:lnTo>
                <a:lnTo>
                  <a:pt x="953" y="1901"/>
                </a:lnTo>
                <a:lnTo>
                  <a:pt x="980" y="1952"/>
                </a:lnTo>
                <a:lnTo>
                  <a:pt x="1003" y="2003"/>
                </a:lnTo>
                <a:lnTo>
                  <a:pt x="1021" y="2054"/>
                </a:lnTo>
                <a:lnTo>
                  <a:pt x="1031" y="2106"/>
                </a:lnTo>
                <a:lnTo>
                  <a:pt x="1037" y="2160"/>
                </a:lnTo>
                <a:lnTo>
                  <a:pt x="1031" y="2214"/>
                </a:lnTo>
                <a:lnTo>
                  <a:pt x="1021" y="2266"/>
                </a:lnTo>
                <a:lnTo>
                  <a:pt x="1003" y="2317"/>
                </a:lnTo>
                <a:lnTo>
                  <a:pt x="980" y="2368"/>
                </a:lnTo>
                <a:lnTo>
                  <a:pt x="953" y="2419"/>
                </a:lnTo>
                <a:lnTo>
                  <a:pt x="926" y="2469"/>
                </a:lnTo>
                <a:lnTo>
                  <a:pt x="896" y="2519"/>
                </a:lnTo>
                <a:lnTo>
                  <a:pt x="868" y="2568"/>
                </a:lnTo>
                <a:lnTo>
                  <a:pt x="841" y="2618"/>
                </a:lnTo>
                <a:lnTo>
                  <a:pt x="817" y="2668"/>
                </a:lnTo>
                <a:lnTo>
                  <a:pt x="797" y="2718"/>
                </a:lnTo>
                <a:lnTo>
                  <a:pt x="784" y="2769"/>
                </a:lnTo>
                <a:lnTo>
                  <a:pt x="778" y="2818"/>
                </a:lnTo>
                <a:lnTo>
                  <a:pt x="775" y="2868"/>
                </a:lnTo>
                <a:lnTo>
                  <a:pt x="778" y="2919"/>
                </a:lnTo>
                <a:lnTo>
                  <a:pt x="782" y="2972"/>
                </a:lnTo>
                <a:lnTo>
                  <a:pt x="788" y="3025"/>
                </a:lnTo>
                <a:lnTo>
                  <a:pt x="796" y="3078"/>
                </a:lnTo>
                <a:lnTo>
                  <a:pt x="803" y="3131"/>
                </a:lnTo>
                <a:lnTo>
                  <a:pt x="808" y="3184"/>
                </a:lnTo>
                <a:lnTo>
                  <a:pt x="812" y="3235"/>
                </a:lnTo>
                <a:lnTo>
                  <a:pt x="813" y="3286"/>
                </a:lnTo>
                <a:lnTo>
                  <a:pt x="809" y="3334"/>
                </a:lnTo>
                <a:lnTo>
                  <a:pt x="800" y="3383"/>
                </a:lnTo>
                <a:lnTo>
                  <a:pt x="786" y="3427"/>
                </a:lnTo>
                <a:lnTo>
                  <a:pt x="763" y="3472"/>
                </a:lnTo>
                <a:lnTo>
                  <a:pt x="736" y="3512"/>
                </a:lnTo>
                <a:lnTo>
                  <a:pt x="703" y="3549"/>
                </a:lnTo>
                <a:lnTo>
                  <a:pt x="667" y="3586"/>
                </a:lnTo>
                <a:lnTo>
                  <a:pt x="628" y="3620"/>
                </a:lnTo>
                <a:lnTo>
                  <a:pt x="587" y="3652"/>
                </a:lnTo>
                <a:lnTo>
                  <a:pt x="544" y="3685"/>
                </a:lnTo>
                <a:lnTo>
                  <a:pt x="502" y="3717"/>
                </a:lnTo>
                <a:lnTo>
                  <a:pt x="460" y="3749"/>
                </a:lnTo>
                <a:lnTo>
                  <a:pt x="420" y="3783"/>
                </a:lnTo>
                <a:lnTo>
                  <a:pt x="382" y="3817"/>
                </a:lnTo>
                <a:lnTo>
                  <a:pt x="349" y="3854"/>
                </a:lnTo>
                <a:lnTo>
                  <a:pt x="319" y="3893"/>
                </a:lnTo>
                <a:lnTo>
                  <a:pt x="292" y="3939"/>
                </a:lnTo>
                <a:lnTo>
                  <a:pt x="269" y="3989"/>
                </a:lnTo>
                <a:lnTo>
                  <a:pt x="251" y="4042"/>
                </a:lnTo>
                <a:lnTo>
                  <a:pt x="234" y="4097"/>
                </a:lnTo>
                <a:lnTo>
                  <a:pt x="220" y="4154"/>
                </a:lnTo>
                <a:lnTo>
                  <a:pt x="204" y="4210"/>
                </a:lnTo>
                <a:lnTo>
                  <a:pt x="188" y="4265"/>
                </a:lnTo>
                <a:lnTo>
                  <a:pt x="171" y="4320"/>
                </a:lnTo>
                <a:lnTo>
                  <a:pt x="0" y="4320"/>
                </a:lnTo>
                <a:lnTo>
                  <a:pt x="17" y="4278"/>
                </a:lnTo>
                <a:lnTo>
                  <a:pt x="33" y="4232"/>
                </a:lnTo>
                <a:lnTo>
                  <a:pt x="46" y="4183"/>
                </a:lnTo>
                <a:lnTo>
                  <a:pt x="60" y="4131"/>
                </a:lnTo>
                <a:lnTo>
                  <a:pt x="75" y="4075"/>
                </a:lnTo>
                <a:lnTo>
                  <a:pt x="90" y="4019"/>
                </a:lnTo>
                <a:lnTo>
                  <a:pt x="109" y="3964"/>
                </a:lnTo>
                <a:lnTo>
                  <a:pt x="129" y="3909"/>
                </a:lnTo>
                <a:lnTo>
                  <a:pt x="156" y="3855"/>
                </a:lnTo>
                <a:lnTo>
                  <a:pt x="186" y="3804"/>
                </a:lnTo>
                <a:lnTo>
                  <a:pt x="222" y="3756"/>
                </a:lnTo>
                <a:lnTo>
                  <a:pt x="261" y="3713"/>
                </a:lnTo>
                <a:lnTo>
                  <a:pt x="303" y="3672"/>
                </a:lnTo>
                <a:lnTo>
                  <a:pt x="348" y="3634"/>
                </a:lnTo>
                <a:lnTo>
                  <a:pt x="392" y="3599"/>
                </a:lnTo>
                <a:lnTo>
                  <a:pt x="438" y="3565"/>
                </a:lnTo>
                <a:lnTo>
                  <a:pt x="482" y="3531"/>
                </a:lnTo>
                <a:lnTo>
                  <a:pt x="523" y="3499"/>
                </a:lnTo>
                <a:lnTo>
                  <a:pt x="561" y="3466"/>
                </a:lnTo>
                <a:lnTo>
                  <a:pt x="594" y="3434"/>
                </a:lnTo>
                <a:lnTo>
                  <a:pt x="620" y="3400"/>
                </a:lnTo>
                <a:lnTo>
                  <a:pt x="638" y="3367"/>
                </a:lnTo>
                <a:lnTo>
                  <a:pt x="647" y="3336"/>
                </a:lnTo>
                <a:lnTo>
                  <a:pt x="652" y="3302"/>
                </a:lnTo>
                <a:lnTo>
                  <a:pt x="654" y="3265"/>
                </a:lnTo>
                <a:lnTo>
                  <a:pt x="651" y="3224"/>
                </a:lnTo>
                <a:lnTo>
                  <a:pt x="647" y="3181"/>
                </a:lnTo>
                <a:lnTo>
                  <a:pt x="642" y="3137"/>
                </a:lnTo>
                <a:lnTo>
                  <a:pt x="637" y="3091"/>
                </a:lnTo>
                <a:lnTo>
                  <a:pt x="626" y="3021"/>
                </a:lnTo>
                <a:lnTo>
                  <a:pt x="620" y="2952"/>
                </a:lnTo>
                <a:lnTo>
                  <a:pt x="616" y="2881"/>
                </a:lnTo>
                <a:lnTo>
                  <a:pt x="618" y="2809"/>
                </a:lnTo>
                <a:lnTo>
                  <a:pt x="628" y="2737"/>
                </a:lnTo>
                <a:lnTo>
                  <a:pt x="642" y="2681"/>
                </a:lnTo>
                <a:lnTo>
                  <a:pt x="661" y="2626"/>
                </a:lnTo>
                <a:lnTo>
                  <a:pt x="685" y="2574"/>
                </a:lnTo>
                <a:lnTo>
                  <a:pt x="711" y="2521"/>
                </a:lnTo>
                <a:lnTo>
                  <a:pt x="739" y="2472"/>
                </a:lnTo>
                <a:lnTo>
                  <a:pt x="767" y="2423"/>
                </a:lnTo>
                <a:lnTo>
                  <a:pt x="791" y="2381"/>
                </a:lnTo>
                <a:lnTo>
                  <a:pt x="813" y="2342"/>
                </a:lnTo>
                <a:lnTo>
                  <a:pt x="834" y="2303"/>
                </a:lnTo>
                <a:lnTo>
                  <a:pt x="851" y="2265"/>
                </a:lnTo>
                <a:lnTo>
                  <a:pt x="864" y="2228"/>
                </a:lnTo>
                <a:lnTo>
                  <a:pt x="873" y="2194"/>
                </a:lnTo>
                <a:lnTo>
                  <a:pt x="876" y="2160"/>
                </a:lnTo>
                <a:lnTo>
                  <a:pt x="873" y="2126"/>
                </a:lnTo>
                <a:lnTo>
                  <a:pt x="864" y="2092"/>
                </a:lnTo>
                <a:lnTo>
                  <a:pt x="851" y="2055"/>
                </a:lnTo>
                <a:lnTo>
                  <a:pt x="834" y="2017"/>
                </a:lnTo>
                <a:lnTo>
                  <a:pt x="813" y="1978"/>
                </a:lnTo>
                <a:lnTo>
                  <a:pt x="791" y="1939"/>
                </a:lnTo>
                <a:lnTo>
                  <a:pt x="767" y="1897"/>
                </a:lnTo>
                <a:lnTo>
                  <a:pt x="739" y="1848"/>
                </a:lnTo>
                <a:lnTo>
                  <a:pt x="711" y="1799"/>
                </a:lnTo>
                <a:lnTo>
                  <a:pt x="685" y="1746"/>
                </a:lnTo>
                <a:lnTo>
                  <a:pt x="661" y="1694"/>
                </a:lnTo>
                <a:lnTo>
                  <a:pt x="642" y="1639"/>
                </a:lnTo>
                <a:lnTo>
                  <a:pt x="628" y="1583"/>
                </a:lnTo>
                <a:lnTo>
                  <a:pt x="618" y="1511"/>
                </a:lnTo>
                <a:lnTo>
                  <a:pt x="616" y="1439"/>
                </a:lnTo>
                <a:lnTo>
                  <a:pt x="620" y="1368"/>
                </a:lnTo>
                <a:lnTo>
                  <a:pt x="626" y="1299"/>
                </a:lnTo>
                <a:lnTo>
                  <a:pt x="637" y="1229"/>
                </a:lnTo>
                <a:lnTo>
                  <a:pt x="642" y="1183"/>
                </a:lnTo>
                <a:lnTo>
                  <a:pt x="647" y="1139"/>
                </a:lnTo>
                <a:lnTo>
                  <a:pt x="651" y="1096"/>
                </a:lnTo>
                <a:lnTo>
                  <a:pt x="654" y="1055"/>
                </a:lnTo>
                <a:lnTo>
                  <a:pt x="652" y="1018"/>
                </a:lnTo>
                <a:lnTo>
                  <a:pt x="647" y="984"/>
                </a:lnTo>
                <a:lnTo>
                  <a:pt x="638" y="953"/>
                </a:lnTo>
                <a:lnTo>
                  <a:pt x="620" y="920"/>
                </a:lnTo>
                <a:lnTo>
                  <a:pt x="594" y="886"/>
                </a:lnTo>
                <a:lnTo>
                  <a:pt x="561" y="854"/>
                </a:lnTo>
                <a:lnTo>
                  <a:pt x="523" y="822"/>
                </a:lnTo>
                <a:lnTo>
                  <a:pt x="482" y="789"/>
                </a:lnTo>
                <a:lnTo>
                  <a:pt x="438" y="755"/>
                </a:lnTo>
                <a:lnTo>
                  <a:pt x="392" y="721"/>
                </a:lnTo>
                <a:lnTo>
                  <a:pt x="348" y="686"/>
                </a:lnTo>
                <a:lnTo>
                  <a:pt x="303" y="648"/>
                </a:lnTo>
                <a:lnTo>
                  <a:pt x="261" y="607"/>
                </a:lnTo>
                <a:lnTo>
                  <a:pt x="222" y="564"/>
                </a:lnTo>
                <a:lnTo>
                  <a:pt x="186" y="516"/>
                </a:lnTo>
                <a:lnTo>
                  <a:pt x="156" y="465"/>
                </a:lnTo>
                <a:lnTo>
                  <a:pt x="129" y="411"/>
                </a:lnTo>
                <a:lnTo>
                  <a:pt x="109" y="356"/>
                </a:lnTo>
                <a:lnTo>
                  <a:pt x="90" y="301"/>
                </a:lnTo>
                <a:lnTo>
                  <a:pt x="75" y="245"/>
                </a:lnTo>
                <a:lnTo>
                  <a:pt x="60" y="189"/>
                </a:lnTo>
                <a:lnTo>
                  <a:pt x="46" y="137"/>
                </a:lnTo>
                <a:lnTo>
                  <a:pt x="33" y="88"/>
                </a:lnTo>
                <a:lnTo>
                  <a:pt x="17" y="42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6858000"/>
            <a:chOff x="0" y="0"/>
            <a:chExt cx="2110979" cy="6858000"/>
          </a:xfrm>
        </p:grpSpPr>
        <p:sp>
          <p:nvSpPr>
            <p:cNvPr id="9" name="Freeform 8" title="left scallop shape"/>
            <p:cNvSpPr/>
            <p:nvPr/>
          </p:nvSpPr>
          <p:spPr bwMode="auto">
            <a:xfrm>
              <a:off x="0" y="0"/>
              <a:ext cx="2110979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0" name="Freeform 11" title="left scallop inline"/>
            <p:cNvSpPr/>
            <p:nvPr/>
          </p:nvSpPr>
          <p:spPr bwMode="auto">
            <a:xfrm>
              <a:off x="655786" y="0"/>
              <a:ext cx="1234679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9088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286000"/>
            <a:ext cx="3593592" cy="36195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6" y="2286000"/>
            <a:ext cx="3593592" cy="36195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10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975" y="381001"/>
            <a:ext cx="7629525" cy="1493517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1832" y="2199634"/>
            <a:ext cx="361188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1832" y="2909102"/>
            <a:ext cx="3611880" cy="299639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2199634"/>
            <a:ext cx="361188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800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909102"/>
            <a:ext cx="3611880" cy="299639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350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05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28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457200"/>
            <a:ext cx="2319086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800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920377"/>
            <a:ext cx="4618814" cy="498512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741336"/>
            <a:ext cx="2319086" cy="416416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None/>
              <a:defRPr sz="14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6375679"/>
            <a:ext cx="925016" cy="348462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6375679"/>
            <a:ext cx="2611634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6375679"/>
            <a:ext cx="924342" cy="345796"/>
          </a:xfrm>
        </p:spPr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436962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68579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457200"/>
            <a:ext cx="2319088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800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741336"/>
            <a:ext cx="2319088" cy="416416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None/>
              <a:defRPr sz="14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6375679"/>
            <a:ext cx="924342" cy="348462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6375679"/>
            <a:ext cx="2611634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56153" y="6375679"/>
            <a:ext cx="947460" cy="345796"/>
          </a:xfrm>
        </p:spPr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77965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67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96911" y="382386"/>
            <a:ext cx="1771930" cy="5600404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4" y="382386"/>
            <a:ext cx="5809517" cy="560040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31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2286002"/>
            <a:ext cx="763374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6375679"/>
            <a:ext cx="174729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75679"/>
            <a:ext cx="30861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75679"/>
            <a:ext cx="211454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0" name="Rectangle 9" title="right edge border"/>
          <p:cNvSpPr/>
          <p:nvPr/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4" name="Freeform 5"/>
          <p:cNvSpPr/>
          <p:nvPr/>
        </p:nvSpPr>
        <p:spPr bwMode="auto">
          <a:xfrm>
            <a:off x="1" y="0"/>
            <a:ext cx="679090" cy="6858000"/>
          </a:xfrm>
          <a:custGeom>
            <a:avLst/>
            <a:gdLst/>
            <a:ahLst/>
            <a:cxnLst/>
            <a:rect l="0" t="0" r="r" b="b"/>
            <a:pathLst>
              <a:path w="211" h="2160">
                <a:moveTo>
                  <a:pt x="155" y="1728"/>
                </a:moveTo>
                <a:cubicBezTo>
                  <a:pt x="155" y="1620"/>
                  <a:pt x="211" y="1620"/>
                  <a:pt x="211" y="1512"/>
                </a:cubicBezTo>
                <a:cubicBezTo>
                  <a:pt x="211" y="1404"/>
                  <a:pt x="155" y="1404"/>
                  <a:pt x="155" y="1296"/>
                </a:cubicBezTo>
                <a:cubicBezTo>
                  <a:pt x="155" y="1188"/>
                  <a:pt x="211" y="1188"/>
                  <a:pt x="211" y="1080"/>
                </a:cubicBezTo>
                <a:cubicBezTo>
                  <a:pt x="211" y="972"/>
                  <a:pt x="155" y="972"/>
                  <a:pt x="155" y="864"/>
                </a:cubicBezTo>
                <a:cubicBezTo>
                  <a:pt x="155" y="756"/>
                  <a:pt x="211" y="756"/>
                  <a:pt x="211" y="648"/>
                </a:cubicBezTo>
                <a:cubicBezTo>
                  <a:pt x="211" y="540"/>
                  <a:pt x="155" y="540"/>
                  <a:pt x="155" y="432"/>
                </a:cubicBezTo>
                <a:cubicBezTo>
                  <a:pt x="155" y="324"/>
                  <a:pt x="211" y="324"/>
                  <a:pt x="211" y="216"/>
                </a:cubicBezTo>
                <a:cubicBezTo>
                  <a:pt x="211" y="108"/>
                  <a:pt x="155" y="108"/>
                  <a:pt x="155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60"/>
                  <a:pt x="0" y="2160"/>
                  <a:pt x="0" y="2160"/>
                </a:cubicBezTo>
                <a:cubicBezTo>
                  <a:pt x="155" y="2160"/>
                  <a:pt x="155" y="2160"/>
                  <a:pt x="155" y="2160"/>
                </a:cubicBezTo>
                <a:cubicBezTo>
                  <a:pt x="155" y="2052"/>
                  <a:pt x="211" y="2052"/>
                  <a:pt x="211" y="1944"/>
                </a:cubicBezTo>
                <a:cubicBezTo>
                  <a:pt x="211" y="1836"/>
                  <a:pt x="155" y="1836"/>
                  <a:pt x="155" y="1728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7696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5100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6858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pos="594">
          <p15:clr>
            <a:srgbClr val="F26B43"/>
          </p15:clr>
        </p15:guide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pos="5400">
          <p15:clr>
            <a:srgbClr val="F26B43"/>
          </p15:clr>
        </p15:guide>
        <p15:guide id="4" orient="horz" pos="4008">
          <p15:clr>
            <a:srgbClr val="F26B43"/>
          </p15:clr>
        </p15:guide>
        <p15:guide id="5" orient="horz" pos="1440">
          <p15:clr>
            <a:srgbClr val="F26B43"/>
          </p15:clr>
        </p15:guide>
        <p15:guide id="6" orient="horz" pos="3720">
          <p15:clr>
            <a:srgbClr val="F26B43"/>
          </p15:clr>
        </p15:guide>
        <p15:guide id="7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ccardoSC2050/Progetto-ingegneria-del-software_1092954_1092457.gi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Progetto Ingegneria del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i="1" dirty="0">
                <a:solidFill>
                  <a:schemeClr val="tx1"/>
                </a:solidFill>
              </a:rPr>
              <a:t>Sistema di Gestione Dipendenti Aziendali</a:t>
            </a:r>
          </a:p>
          <a:p>
            <a:pPr lvl="1"/>
            <a:r>
              <a:rPr lang="it-IT" dirty="0"/>
              <a:t>Anno Accademico 2025/2026</a:t>
            </a:r>
          </a:p>
          <a:p>
            <a:pPr lvl="1"/>
            <a:r>
              <a:rPr lang="it-IT" dirty="0"/>
              <a:t>Componenti del gruppo:</a:t>
            </a:r>
          </a:p>
          <a:p>
            <a:pPr lvl="2"/>
            <a:r>
              <a:rPr lang="it-IT" sz="1400" b="1" u="sng" dirty="0">
                <a:solidFill>
                  <a:schemeClr val="tx1"/>
                </a:solidFill>
              </a:rPr>
              <a:t>Riccardo Scola Colombo</a:t>
            </a:r>
          </a:p>
          <a:p>
            <a:pPr lvl="2"/>
            <a:r>
              <a:rPr lang="it-IT" sz="1400" b="1" u="sng" dirty="0">
                <a:solidFill>
                  <a:schemeClr val="tx1"/>
                </a:solidFill>
              </a:rPr>
              <a:t>Michael Leone Tomasoni 1092954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DA0780FE-DD74-D920-5B51-C45723819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884" y="5022297"/>
            <a:ext cx="6475489" cy="39547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00D339B-DDDA-F4FF-D03D-DFEE32695F96}"/>
              </a:ext>
            </a:extLst>
          </p:cNvPr>
          <p:cNvSpPr txBox="1"/>
          <p:nvPr/>
        </p:nvSpPr>
        <p:spPr>
          <a:xfrm>
            <a:off x="1348399" y="5541517"/>
            <a:ext cx="6814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>
                <a:solidFill>
                  <a:srgbClr val="00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https://github.com/RiccardoSC2050/Progetto-ingegneria-del-software_1092954_1092457.git</a:t>
            </a:r>
            <a:endParaRPr lang="it-IT" sz="1400" dirty="0">
              <a:solidFill>
                <a:srgbClr val="00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C012A5-170D-4B0F-A916-A8EE2C6CE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D7AA450F-BC56-8B05-0586-763AF88CBE0C}"/>
              </a:ext>
            </a:extLst>
          </p:cNvPr>
          <p:cNvSpPr/>
          <p:nvPr/>
        </p:nvSpPr>
        <p:spPr>
          <a:xfrm>
            <a:off x="2579913" y="1759498"/>
            <a:ext cx="6397832" cy="2956560"/>
          </a:xfrm>
          <a:prstGeom prst="roundRect">
            <a:avLst/>
          </a:prstGeom>
          <a:noFill/>
          <a:ln w="12700"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6AB98D12-0DC4-65C2-313A-C9F2A9EBCCEC}"/>
              </a:ext>
            </a:extLst>
          </p:cNvPr>
          <p:cNvSpPr/>
          <p:nvPr/>
        </p:nvSpPr>
        <p:spPr>
          <a:xfrm>
            <a:off x="2579912" y="227289"/>
            <a:ext cx="6397833" cy="1200329"/>
          </a:xfrm>
          <a:prstGeom prst="roundRect">
            <a:avLst/>
          </a:prstGeom>
          <a:solidFill>
            <a:srgbClr val="F8B323"/>
          </a:solidFill>
          <a:ln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F40654-5E8C-468A-9596-50927AF19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50948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1354945"/>
            <a:ext cx="1544286" cy="4148110"/>
          </a:xfrm>
        </p:spPr>
        <p:txBody>
          <a:bodyPr anchor="ctr">
            <a:normAutofit/>
          </a:bodyPr>
          <a:lstStyle/>
          <a:p>
            <a:r>
              <a:rPr lang="it-IT" sz="2200" dirty="0">
                <a:solidFill>
                  <a:srgbClr val="2A1A00"/>
                </a:solidFill>
              </a:rPr>
              <a:t>Obiettivo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B1BD4A-8DE6-4266-9C27-59260F938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2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9913" y="227291"/>
            <a:ext cx="6397832" cy="12003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b="1" dirty="0"/>
              <a:t>L’obiettivo del progetto è sviluppare un’applicazione </a:t>
            </a:r>
            <a:r>
              <a:rPr lang="it-IT" sz="1600" dirty="0"/>
              <a:t>che permetta di:</a:t>
            </a:r>
            <a:endParaRPr lang="it-IT" sz="1400" b="1" i="1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5B6C7C33-34F0-A18E-3ED1-657F0343BAFB}"/>
              </a:ext>
            </a:extLst>
          </p:cNvPr>
          <p:cNvSpPr txBox="1"/>
          <p:nvPr/>
        </p:nvSpPr>
        <p:spPr>
          <a:xfrm>
            <a:off x="3041420" y="1995341"/>
            <a:ext cx="5570647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Gestire utenti con diversi livelli di accesso (Root e User)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Creare e gestire file CSV </a:t>
            </a:r>
            <a:r>
              <a:rPr lang="it-IT" b="1" i="1" u="sng" dirty="0">
                <a:solidFill>
                  <a:srgbClr val="F8B323"/>
                </a:solidFill>
              </a:rPr>
              <a:t>contenenti dati dei dipendenti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it-IT" sz="1400" dirty="0"/>
              <a:t>Effettuare operazioni di: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Inserimento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Ricerca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Modifica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Eliminazione</a:t>
            </a:r>
          </a:p>
          <a:p>
            <a:pPr marL="1200150" lvl="2" indent="-285750">
              <a:buFont typeface="Wingdings" panose="05000000000000000000" pitchFamily="2" charset="2"/>
              <a:buChar char="§"/>
            </a:pPr>
            <a:r>
              <a:rPr lang="it-IT" sz="1400" b="1" i="1" dirty="0"/>
              <a:t>Statistiche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2441E1D-3A24-B690-517E-12DA17946D9B}"/>
              </a:ext>
            </a:extLst>
          </p:cNvPr>
          <p:cNvSpPr txBox="1"/>
          <p:nvPr/>
        </p:nvSpPr>
        <p:spPr>
          <a:xfrm>
            <a:off x="3041420" y="5009151"/>
            <a:ext cx="49068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i="1" dirty="0">
                <a:solidFill>
                  <a:srgbClr val="F8B323"/>
                </a:solidFill>
              </a:rPr>
              <a:t>Salvare i file CSV in modo persistente su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800" i="1" dirty="0"/>
              <a:t>Utilizzare l’applicazione sia da terminale (CLI) </a:t>
            </a:r>
            <a:br>
              <a:rPr lang="it-IT" sz="1800" i="1" dirty="0"/>
            </a:br>
            <a:r>
              <a:rPr lang="it-IT" sz="1800" i="1" dirty="0"/>
              <a:t>sia tramite interfaccia grafica (GUI)</a:t>
            </a:r>
          </a:p>
        </p:txBody>
      </p:sp>
      <p:sp>
        <p:nvSpPr>
          <p:cNvPr id="15" name="Parentesi graffa chiusa 14">
            <a:extLst>
              <a:ext uri="{FF2B5EF4-FFF2-40B4-BE49-F238E27FC236}">
                <a16:creationId xmlns:a16="http://schemas.microsoft.com/office/drawing/2014/main" id="{A6E6DD14-C045-C62C-D34A-CE2796AFCF99}"/>
              </a:ext>
            </a:extLst>
          </p:cNvPr>
          <p:cNvSpPr/>
          <p:nvPr/>
        </p:nvSpPr>
        <p:spPr>
          <a:xfrm>
            <a:off x="5523346" y="3405416"/>
            <a:ext cx="406400" cy="951345"/>
          </a:xfrm>
          <a:prstGeom prst="righ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7" name="Connettore curvo 26">
            <a:extLst>
              <a:ext uri="{FF2B5EF4-FFF2-40B4-BE49-F238E27FC236}">
                <a16:creationId xmlns:a16="http://schemas.microsoft.com/office/drawing/2014/main" id="{17ED8A90-B84D-5DDF-6C18-53EFD8F54BEA}"/>
              </a:ext>
            </a:extLst>
          </p:cNvPr>
          <p:cNvCxnSpPr>
            <a:cxnSpLocks/>
          </p:cNvCxnSpPr>
          <p:nvPr/>
        </p:nvCxnSpPr>
        <p:spPr>
          <a:xfrm rot="10800000" flipH="1">
            <a:off x="5929746" y="2891609"/>
            <a:ext cx="704602" cy="99818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DD7B756-25C2-0C42-01A6-CB9D3F023187}"/>
              </a:ext>
            </a:extLst>
          </p:cNvPr>
          <p:cNvSpPr/>
          <p:nvPr/>
        </p:nvSpPr>
        <p:spPr>
          <a:xfrm>
            <a:off x="2579913" y="4876453"/>
            <a:ext cx="6397832" cy="1253203"/>
          </a:xfrm>
          <a:prstGeom prst="roundRect">
            <a:avLst/>
          </a:prstGeom>
          <a:noFill/>
          <a:ln w="12700">
            <a:solidFill>
              <a:srgbClr val="CE8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079480CB-E99D-6FBF-7EE2-FC9A622EDF83}"/>
              </a:ext>
            </a:extLst>
          </p:cNvPr>
          <p:cNvCxnSpPr/>
          <p:nvPr/>
        </p:nvCxnSpPr>
        <p:spPr>
          <a:xfrm>
            <a:off x="7146472" y="2819400"/>
            <a:ext cx="0" cy="224418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rPr lang="it-IT"/>
              <a:t>Difficoltà incontrate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1F00AB2E-0259-FF63-61CA-8245E9BAC7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894482"/>
              </p:ext>
            </p:extLst>
          </p:nvPr>
        </p:nvGraphicFramePr>
        <p:xfrm>
          <a:off x="938212" y="1660073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C50BBFA0-F7AB-88D4-F0EC-7B42B09C8D53}"/>
              </a:ext>
            </a:extLst>
          </p:cNvPr>
          <p:cNvSpPr txBox="1"/>
          <p:nvPr/>
        </p:nvSpPr>
        <p:spPr>
          <a:xfrm>
            <a:off x="1608364" y="5091866"/>
            <a:ext cx="5927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Prenderemo visione con il design e architettura</a:t>
            </a:r>
          </a:p>
          <a:p>
            <a:pPr algn="ctr"/>
            <a:endParaRPr lang="it-IT" dirty="0"/>
          </a:p>
          <a:p>
            <a:pPr algn="ctr"/>
            <a:r>
              <a:rPr lang="it-IT" dirty="0"/>
              <a:t>Ripercussioni sui test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/>
              <a:t>Paradigma e Tools</a:t>
            </a:r>
          </a:p>
        </p:txBody>
      </p:sp>
      <p:graphicFrame>
        <p:nvGraphicFramePr>
          <p:cNvPr id="14" name="CasellaDiTesto 4">
            <a:extLst>
              <a:ext uri="{FF2B5EF4-FFF2-40B4-BE49-F238E27FC236}">
                <a16:creationId xmlns:a16="http://schemas.microsoft.com/office/drawing/2014/main" id="{E707BE8B-477D-3A21-8004-DA287E9DC4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5407110"/>
              </p:ext>
            </p:extLst>
          </p:nvPr>
        </p:nvGraphicFramePr>
        <p:xfrm>
          <a:off x="938212" y="2286000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7C615D28-8D37-47CB-9D5B-9ACFDA308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1144" y="0"/>
            <a:ext cx="840285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1142" y="563862"/>
            <a:ext cx="5153472" cy="1959685"/>
          </a:xfrm>
        </p:spPr>
        <p:txBody>
          <a:bodyPr>
            <a:normAutofit/>
          </a:bodyPr>
          <a:lstStyle/>
          <a:p>
            <a:r>
              <a:rPr lang="it-IT" sz="3200" dirty="0"/>
              <a:t>Software </a:t>
            </a:r>
            <a:r>
              <a:rPr lang="it-IT" sz="3200" dirty="0" err="1"/>
              <a:t>Configuration</a:t>
            </a:r>
            <a:r>
              <a:rPr lang="it-IT" sz="3200" dirty="0"/>
              <a:t> Management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6B215F4-747D-4CC6-A400-179A94AB8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9751" y="-1423"/>
            <a:ext cx="3174249" cy="2775750"/>
          </a:xfrm>
          <a:custGeom>
            <a:avLst/>
            <a:gdLst>
              <a:gd name="connsiteX0" fmla="*/ 319701 w 4232332"/>
              <a:gd name="connsiteY0" fmla="*/ 0 h 3701000"/>
              <a:gd name="connsiteX1" fmla="*/ 4232332 w 4232332"/>
              <a:gd name="connsiteY1" fmla="*/ 0 h 3701000"/>
              <a:gd name="connsiteX2" fmla="*/ 4232332 w 4232332"/>
              <a:gd name="connsiteY2" fmla="*/ 3034486 h 3701000"/>
              <a:gd name="connsiteX3" fmla="*/ 4230268 w 4232332"/>
              <a:gd name="connsiteY3" fmla="*/ 3035198 h 3701000"/>
              <a:gd name="connsiteX4" fmla="*/ 4185051 w 4232332"/>
              <a:gd name="connsiteY4" fmla="*/ 3049231 h 3701000"/>
              <a:gd name="connsiteX5" fmla="*/ 4136714 w 4232332"/>
              <a:gd name="connsiteY5" fmla="*/ 3061706 h 3701000"/>
              <a:gd name="connsiteX6" fmla="*/ 4089935 w 4232332"/>
              <a:gd name="connsiteY6" fmla="*/ 3074180 h 3701000"/>
              <a:gd name="connsiteX7" fmla="*/ 4043158 w 4232332"/>
              <a:gd name="connsiteY7" fmla="*/ 3088214 h 3701000"/>
              <a:gd name="connsiteX8" fmla="*/ 3997940 w 4232332"/>
              <a:gd name="connsiteY8" fmla="*/ 3103806 h 3701000"/>
              <a:gd name="connsiteX9" fmla="*/ 3955840 w 4232332"/>
              <a:gd name="connsiteY9" fmla="*/ 3122518 h 3701000"/>
              <a:gd name="connsiteX10" fmla="*/ 3916860 w 4232332"/>
              <a:gd name="connsiteY10" fmla="*/ 3144346 h 3701000"/>
              <a:gd name="connsiteX11" fmla="*/ 3882555 w 4232332"/>
              <a:gd name="connsiteY11" fmla="*/ 3172413 h 3701000"/>
              <a:gd name="connsiteX12" fmla="*/ 3846692 w 4232332"/>
              <a:gd name="connsiteY12" fmla="*/ 3203599 h 3701000"/>
              <a:gd name="connsiteX13" fmla="*/ 3815506 w 4232332"/>
              <a:gd name="connsiteY13" fmla="*/ 3239461 h 3701000"/>
              <a:gd name="connsiteX14" fmla="*/ 3785881 w 4232332"/>
              <a:gd name="connsiteY14" fmla="*/ 3276884 h 3701000"/>
              <a:gd name="connsiteX15" fmla="*/ 3756254 w 4232332"/>
              <a:gd name="connsiteY15" fmla="*/ 3315864 h 3701000"/>
              <a:gd name="connsiteX16" fmla="*/ 3726629 w 4232332"/>
              <a:gd name="connsiteY16" fmla="*/ 3354846 h 3701000"/>
              <a:gd name="connsiteX17" fmla="*/ 3697003 w 4232332"/>
              <a:gd name="connsiteY17" fmla="*/ 3392268 h 3701000"/>
              <a:gd name="connsiteX18" fmla="*/ 3664258 w 4232332"/>
              <a:gd name="connsiteY18" fmla="*/ 3428131 h 3701000"/>
              <a:gd name="connsiteX19" fmla="*/ 3631513 w 4232332"/>
              <a:gd name="connsiteY19" fmla="*/ 3459315 h 3701000"/>
              <a:gd name="connsiteX20" fmla="*/ 3594093 w 4232332"/>
              <a:gd name="connsiteY20" fmla="*/ 3485823 h 3701000"/>
              <a:gd name="connsiteX21" fmla="*/ 3555111 w 4232332"/>
              <a:gd name="connsiteY21" fmla="*/ 3506094 h 3701000"/>
              <a:gd name="connsiteX22" fmla="*/ 3508332 w 4232332"/>
              <a:gd name="connsiteY22" fmla="*/ 3520128 h 3701000"/>
              <a:gd name="connsiteX23" fmla="*/ 3459994 w 4232332"/>
              <a:gd name="connsiteY23" fmla="*/ 3526365 h 3701000"/>
              <a:gd name="connsiteX24" fmla="*/ 3410100 w 4232332"/>
              <a:gd name="connsiteY24" fmla="*/ 3527923 h 3701000"/>
              <a:gd name="connsiteX25" fmla="*/ 3357084 w 4232332"/>
              <a:gd name="connsiteY25" fmla="*/ 3523245 h 3701000"/>
              <a:gd name="connsiteX26" fmla="*/ 3304070 w 4232332"/>
              <a:gd name="connsiteY26" fmla="*/ 3517009 h 3701000"/>
              <a:gd name="connsiteX27" fmla="*/ 3251054 w 4232332"/>
              <a:gd name="connsiteY27" fmla="*/ 3509211 h 3701000"/>
              <a:gd name="connsiteX28" fmla="*/ 3198040 w 4232332"/>
              <a:gd name="connsiteY28" fmla="*/ 3502976 h 3701000"/>
              <a:gd name="connsiteX29" fmla="*/ 3145024 w 4232332"/>
              <a:gd name="connsiteY29" fmla="*/ 3499857 h 3701000"/>
              <a:gd name="connsiteX30" fmla="*/ 3093569 w 4232332"/>
              <a:gd name="connsiteY30" fmla="*/ 3499857 h 3701000"/>
              <a:gd name="connsiteX31" fmla="*/ 3045233 w 4232332"/>
              <a:gd name="connsiteY31" fmla="*/ 3506094 h 3701000"/>
              <a:gd name="connsiteX32" fmla="*/ 2995337 w 4232332"/>
              <a:gd name="connsiteY32" fmla="*/ 3518569 h 3701000"/>
              <a:gd name="connsiteX33" fmla="*/ 2950118 w 4232332"/>
              <a:gd name="connsiteY33" fmla="*/ 3537278 h 3701000"/>
              <a:gd name="connsiteX34" fmla="*/ 2903340 w 4232332"/>
              <a:gd name="connsiteY34" fmla="*/ 3562227 h 3701000"/>
              <a:gd name="connsiteX35" fmla="*/ 2856564 w 4232332"/>
              <a:gd name="connsiteY35" fmla="*/ 3587176 h 3701000"/>
              <a:gd name="connsiteX36" fmla="*/ 2809785 w 4232332"/>
              <a:gd name="connsiteY36" fmla="*/ 3615241 h 3701000"/>
              <a:gd name="connsiteX37" fmla="*/ 2764565 w 4232332"/>
              <a:gd name="connsiteY37" fmla="*/ 3641749 h 3701000"/>
              <a:gd name="connsiteX38" fmla="*/ 2716230 w 4232332"/>
              <a:gd name="connsiteY38" fmla="*/ 3665138 h 3701000"/>
              <a:gd name="connsiteX39" fmla="*/ 2669451 w 4232332"/>
              <a:gd name="connsiteY39" fmla="*/ 3683850 h 3701000"/>
              <a:gd name="connsiteX40" fmla="*/ 2621114 w 4232332"/>
              <a:gd name="connsiteY40" fmla="*/ 3696324 h 3701000"/>
              <a:gd name="connsiteX41" fmla="*/ 2571219 w 4232332"/>
              <a:gd name="connsiteY41" fmla="*/ 3701000 h 3701000"/>
              <a:gd name="connsiteX42" fmla="*/ 2521322 w 4232332"/>
              <a:gd name="connsiteY42" fmla="*/ 3696324 h 3701000"/>
              <a:gd name="connsiteX43" fmla="*/ 2472985 w 4232332"/>
              <a:gd name="connsiteY43" fmla="*/ 3683850 h 3701000"/>
              <a:gd name="connsiteX44" fmla="*/ 2426209 w 4232332"/>
              <a:gd name="connsiteY44" fmla="*/ 3665138 h 3701000"/>
              <a:gd name="connsiteX45" fmla="*/ 2377871 w 4232332"/>
              <a:gd name="connsiteY45" fmla="*/ 3641749 h 3701000"/>
              <a:gd name="connsiteX46" fmla="*/ 2332651 w 4232332"/>
              <a:gd name="connsiteY46" fmla="*/ 3615241 h 3701000"/>
              <a:gd name="connsiteX47" fmla="*/ 2285874 w 4232332"/>
              <a:gd name="connsiteY47" fmla="*/ 3587176 h 3701000"/>
              <a:gd name="connsiteX48" fmla="*/ 2239096 w 4232332"/>
              <a:gd name="connsiteY48" fmla="*/ 3562227 h 3701000"/>
              <a:gd name="connsiteX49" fmla="*/ 2192319 w 4232332"/>
              <a:gd name="connsiteY49" fmla="*/ 3537278 h 3701000"/>
              <a:gd name="connsiteX50" fmla="*/ 2145542 w 4232332"/>
              <a:gd name="connsiteY50" fmla="*/ 3518569 h 3701000"/>
              <a:gd name="connsiteX51" fmla="*/ 2097204 w 4232332"/>
              <a:gd name="connsiteY51" fmla="*/ 3506094 h 3701000"/>
              <a:gd name="connsiteX52" fmla="*/ 2048867 w 4232332"/>
              <a:gd name="connsiteY52" fmla="*/ 3499857 h 3701000"/>
              <a:gd name="connsiteX53" fmla="*/ 1997410 w 4232332"/>
              <a:gd name="connsiteY53" fmla="*/ 3499857 h 3701000"/>
              <a:gd name="connsiteX54" fmla="*/ 1944396 w 4232332"/>
              <a:gd name="connsiteY54" fmla="*/ 3502976 h 3701000"/>
              <a:gd name="connsiteX55" fmla="*/ 1891382 w 4232332"/>
              <a:gd name="connsiteY55" fmla="*/ 3509211 h 3701000"/>
              <a:gd name="connsiteX56" fmla="*/ 1838366 w 4232332"/>
              <a:gd name="connsiteY56" fmla="*/ 3517009 h 3701000"/>
              <a:gd name="connsiteX57" fmla="*/ 1785350 w 4232332"/>
              <a:gd name="connsiteY57" fmla="*/ 3523245 h 3701000"/>
              <a:gd name="connsiteX58" fmla="*/ 1732336 w 4232332"/>
              <a:gd name="connsiteY58" fmla="*/ 3527923 h 3701000"/>
              <a:gd name="connsiteX59" fmla="*/ 1682442 w 4232332"/>
              <a:gd name="connsiteY59" fmla="*/ 3526365 h 3701000"/>
              <a:gd name="connsiteX60" fmla="*/ 1634105 w 4232332"/>
              <a:gd name="connsiteY60" fmla="*/ 3520128 h 3701000"/>
              <a:gd name="connsiteX61" fmla="*/ 1587326 w 4232332"/>
              <a:gd name="connsiteY61" fmla="*/ 3506094 h 3701000"/>
              <a:gd name="connsiteX62" fmla="*/ 1548345 w 4232332"/>
              <a:gd name="connsiteY62" fmla="*/ 3485823 h 3701000"/>
              <a:gd name="connsiteX63" fmla="*/ 1510922 w 4232332"/>
              <a:gd name="connsiteY63" fmla="*/ 3459315 h 3701000"/>
              <a:gd name="connsiteX64" fmla="*/ 1478179 w 4232332"/>
              <a:gd name="connsiteY64" fmla="*/ 3428131 h 3701000"/>
              <a:gd name="connsiteX65" fmla="*/ 1445433 w 4232332"/>
              <a:gd name="connsiteY65" fmla="*/ 3392268 h 3701000"/>
              <a:gd name="connsiteX66" fmla="*/ 1415807 w 4232332"/>
              <a:gd name="connsiteY66" fmla="*/ 3354846 h 3701000"/>
              <a:gd name="connsiteX67" fmla="*/ 1386182 w 4232332"/>
              <a:gd name="connsiteY67" fmla="*/ 3315864 h 3701000"/>
              <a:gd name="connsiteX68" fmla="*/ 1356556 w 4232332"/>
              <a:gd name="connsiteY68" fmla="*/ 3276884 h 3701000"/>
              <a:gd name="connsiteX69" fmla="*/ 1326930 w 4232332"/>
              <a:gd name="connsiteY69" fmla="*/ 3239461 h 3701000"/>
              <a:gd name="connsiteX70" fmla="*/ 1295744 w 4232332"/>
              <a:gd name="connsiteY70" fmla="*/ 3203599 h 3701000"/>
              <a:gd name="connsiteX71" fmla="*/ 1259881 w 4232332"/>
              <a:gd name="connsiteY71" fmla="*/ 3172413 h 3701000"/>
              <a:gd name="connsiteX72" fmla="*/ 1225577 w 4232332"/>
              <a:gd name="connsiteY72" fmla="*/ 3144346 h 3701000"/>
              <a:gd name="connsiteX73" fmla="*/ 1186596 w 4232332"/>
              <a:gd name="connsiteY73" fmla="*/ 3122518 h 3701000"/>
              <a:gd name="connsiteX74" fmla="*/ 1144496 w 4232332"/>
              <a:gd name="connsiteY74" fmla="*/ 3103806 h 3701000"/>
              <a:gd name="connsiteX75" fmla="*/ 1099278 w 4232332"/>
              <a:gd name="connsiteY75" fmla="*/ 3088214 h 3701000"/>
              <a:gd name="connsiteX76" fmla="*/ 1052499 w 4232332"/>
              <a:gd name="connsiteY76" fmla="*/ 3074180 h 3701000"/>
              <a:gd name="connsiteX77" fmla="*/ 1005723 w 4232332"/>
              <a:gd name="connsiteY77" fmla="*/ 3061706 h 3701000"/>
              <a:gd name="connsiteX78" fmla="*/ 957386 w 4232332"/>
              <a:gd name="connsiteY78" fmla="*/ 3049231 h 3701000"/>
              <a:gd name="connsiteX79" fmla="*/ 912167 w 4232332"/>
              <a:gd name="connsiteY79" fmla="*/ 3035198 h 3701000"/>
              <a:gd name="connsiteX80" fmla="*/ 866948 w 4232332"/>
              <a:gd name="connsiteY80" fmla="*/ 3019606 h 3701000"/>
              <a:gd name="connsiteX81" fmla="*/ 824850 w 4232332"/>
              <a:gd name="connsiteY81" fmla="*/ 3000894 h 3701000"/>
              <a:gd name="connsiteX82" fmla="*/ 787426 w 4232332"/>
              <a:gd name="connsiteY82" fmla="*/ 2977505 h 3701000"/>
              <a:gd name="connsiteX83" fmla="*/ 753122 w 4232332"/>
              <a:gd name="connsiteY83" fmla="*/ 2949439 h 3701000"/>
              <a:gd name="connsiteX84" fmla="*/ 725057 w 4232332"/>
              <a:gd name="connsiteY84" fmla="*/ 2915136 h 3701000"/>
              <a:gd name="connsiteX85" fmla="*/ 701668 w 4232332"/>
              <a:gd name="connsiteY85" fmla="*/ 2877713 h 3701000"/>
              <a:gd name="connsiteX86" fmla="*/ 682956 w 4232332"/>
              <a:gd name="connsiteY86" fmla="*/ 2835613 h 3701000"/>
              <a:gd name="connsiteX87" fmla="*/ 667364 w 4232332"/>
              <a:gd name="connsiteY87" fmla="*/ 2790396 h 3701000"/>
              <a:gd name="connsiteX88" fmla="*/ 653331 w 4232332"/>
              <a:gd name="connsiteY88" fmla="*/ 2745177 h 3701000"/>
              <a:gd name="connsiteX89" fmla="*/ 640857 w 4232332"/>
              <a:gd name="connsiteY89" fmla="*/ 2696840 h 3701000"/>
              <a:gd name="connsiteX90" fmla="*/ 628382 w 4232332"/>
              <a:gd name="connsiteY90" fmla="*/ 2650063 h 3701000"/>
              <a:gd name="connsiteX91" fmla="*/ 614349 w 4232332"/>
              <a:gd name="connsiteY91" fmla="*/ 2603285 h 3701000"/>
              <a:gd name="connsiteX92" fmla="*/ 598756 w 4232332"/>
              <a:gd name="connsiteY92" fmla="*/ 2558065 h 3701000"/>
              <a:gd name="connsiteX93" fmla="*/ 580044 w 4232332"/>
              <a:gd name="connsiteY93" fmla="*/ 2515965 h 3701000"/>
              <a:gd name="connsiteX94" fmla="*/ 558214 w 4232332"/>
              <a:gd name="connsiteY94" fmla="*/ 2476984 h 3701000"/>
              <a:gd name="connsiteX95" fmla="*/ 530150 w 4232332"/>
              <a:gd name="connsiteY95" fmla="*/ 2442681 h 3701000"/>
              <a:gd name="connsiteX96" fmla="*/ 498963 w 4232332"/>
              <a:gd name="connsiteY96" fmla="*/ 2406817 h 3701000"/>
              <a:gd name="connsiteX97" fmla="*/ 463101 w 4232332"/>
              <a:gd name="connsiteY97" fmla="*/ 2375633 h 3701000"/>
              <a:gd name="connsiteX98" fmla="*/ 424118 w 4232332"/>
              <a:gd name="connsiteY98" fmla="*/ 2346007 h 3701000"/>
              <a:gd name="connsiteX99" fmla="*/ 385138 w 4232332"/>
              <a:gd name="connsiteY99" fmla="*/ 2316382 h 3701000"/>
              <a:gd name="connsiteX100" fmla="*/ 346157 w 4232332"/>
              <a:gd name="connsiteY100" fmla="*/ 2286756 h 3701000"/>
              <a:gd name="connsiteX101" fmla="*/ 308733 w 4232332"/>
              <a:gd name="connsiteY101" fmla="*/ 2257129 h 3701000"/>
              <a:gd name="connsiteX102" fmla="*/ 272871 w 4232332"/>
              <a:gd name="connsiteY102" fmla="*/ 2224386 h 3701000"/>
              <a:gd name="connsiteX103" fmla="*/ 241686 w 4232332"/>
              <a:gd name="connsiteY103" fmla="*/ 2191641 h 3701000"/>
              <a:gd name="connsiteX104" fmla="*/ 215179 w 4232332"/>
              <a:gd name="connsiteY104" fmla="*/ 2154219 h 3701000"/>
              <a:gd name="connsiteX105" fmla="*/ 194909 w 4232332"/>
              <a:gd name="connsiteY105" fmla="*/ 2115238 h 3701000"/>
              <a:gd name="connsiteX106" fmla="*/ 180876 w 4232332"/>
              <a:gd name="connsiteY106" fmla="*/ 2068461 h 3701000"/>
              <a:gd name="connsiteX107" fmla="*/ 174638 w 4232332"/>
              <a:gd name="connsiteY107" fmla="*/ 2020123 h 3701000"/>
              <a:gd name="connsiteX108" fmla="*/ 173078 w 4232332"/>
              <a:gd name="connsiteY108" fmla="*/ 1970225 h 3701000"/>
              <a:gd name="connsiteX109" fmla="*/ 177756 w 4232332"/>
              <a:gd name="connsiteY109" fmla="*/ 1917211 h 3701000"/>
              <a:gd name="connsiteX110" fmla="*/ 183993 w 4232332"/>
              <a:gd name="connsiteY110" fmla="*/ 1864197 h 3701000"/>
              <a:gd name="connsiteX111" fmla="*/ 191789 w 4232332"/>
              <a:gd name="connsiteY111" fmla="*/ 1811182 h 3701000"/>
              <a:gd name="connsiteX112" fmla="*/ 198027 w 4232332"/>
              <a:gd name="connsiteY112" fmla="*/ 1758167 h 3701000"/>
              <a:gd name="connsiteX113" fmla="*/ 201146 w 4232332"/>
              <a:gd name="connsiteY113" fmla="*/ 1705153 h 3701000"/>
              <a:gd name="connsiteX114" fmla="*/ 201146 w 4232332"/>
              <a:gd name="connsiteY114" fmla="*/ 1653697 h 3701000"/>
              <a:gd name="connsiteX115" fmla="*/ 194909 w 4232332"/>
              <a:gd name="connsiteY115" fmla="*/ 1605362 h 3701000"/>
              <a:gd name="connsiteX116" fmla="*/ 182434 w 4232332"/>
              <a:gd name="connsiteY116" fmla="*/ 1557024 h 3701000"/>
              <a:gd name="connsiteX117" fmla="*/ 163723 w 4232332"/>
              <a:gd name="connsiteY117" fmla="*/ 1511804 h 3701000"/>
              <a:gd name="connsiteX118" fmla="*/ 140335 w 4232332"/>
              <a:gd name="connsiteY118" fmla="*/ 1465027 h 3701000"/>
              <a:gd name="connsiteX119" fmla="*/ 113826 w 4232332"/>
              <a:gd name="connsiteY119" fmla="*/ 1418251 h 3701000"/>
              <a:gd name="connsiteX120" fmla="*/ 85761 w 4232332"/>
              <a:gd name="connsiteY120" fmla="*/ 1371472 h 3701000"/>
              <a:gd name="connsiteX121" fmla="*/ 59253 w 4232332"/>
              <a:gd name="connsiteY121" fmla="*/ 1326252 h 3701000"/>
              <a:gd name="connsiteX122" fmla="*/ 35863 w 4232332"/>
              <a:gd name="connsiteY122" fmla="*/ 1277917 h 3701000"/>
              <a:gd name="connsiteX123" fmla="*/ 17153 w 4232332"/>
              <a:gd name="connsiteY123" fmla="*/ 1231139 h 3701000"/>
              <a:gd name="connsiteX124" fmla="*/ 4679 w 4232332"/>
              <a:gd name="connsiteY124" fmla="*/ 1182801 h 3701000"/>
              <a:gd name="connsiteX125" fmla="*/ 0 w 4232332"/>
              <a:gd name="connsiteY125" fmla="*/ 1132905 h 3701000"/>
              <a:gd name="connsiteX126" fmla="*/ 4679 w 4232332"/>
              <a:gd name="connsiteY126" fmla="*/ 1083010 h 3701000"/>
              <a:gd name="connsiteX127" fmla="*/ 17153 w 4232332"/>
              <a:gd name="connsiteY127" fmla="*/ 1034673 h 3701000"/>
              <a:gd name="connsiteX128" fmla="*/ 35863 w 4232332"/>
              <a:gd name="connsiteY128" fmla="*/ 987895 h 3701000"/>
              <a:gd name="connsiteX129" fmla="*/ 59253 w 4232332"/>
              <a:gd name="connsiteY129" fmla="*/ 939559 h 3701000"/>
              <a:gd name="connsiteX130" fmla="*/ 85761 w 4232332"/>
              <a:gd name="connsiteY130" fmla="*/ 894339 h 3701000"/>
              <a:gd name="connsiteX131" fmla="*/ 113826 w 4232332"/>
              <a:gd name="connsiteY131" fmla="*/ 847563 h 3701000"/>
              <a:gd name="connsiteX132" fmla="*/ 140335 w 4232332"/>
              <a:gd name="connsiteY132" fmla="*/ 800784 h 3701000"/>
              <a:gd name="connsiteX133" fmla="*/ 163723 w 4232332"/>
              <a:gd name="connsiteY133" fmla="*/ 754007 h 3701000"/>
              <a:gd name="connsiteX134" fmla="*/ 182434 w 4232332"/>
              <a:gd name="connsiteY134" fmla="*/ 708787 h 3701000"/>
              <a:gd name="connsiteX135" fmla="*/ 194909 w 4232332"/>
              <a:gd name="connsiteY135" fmla="*/ 660451 h 3701000"/>
              <a:gd name="connsiteX136" fmla="*/ 201146 w 4232332"/>
              <a:gd name="connsiteY136" fmla="*/ 612115 h 3701000"/>
              <a:gd name="connsiteX137" fmla="*/ 201146 w 4232332"/>
              <a:gd name="connsiteY137" fmla="*/ 560659 h 3701000"/>
              <a:gd name="connsiteX138" fmla="*/ 198027 w 4232332"/>
              <a:gd name="connsiteY138" fmla="*/ 507644 h 3701000"/>
              <a:gd name="connsiteX139" fmla="*/ 191789 w 4232332"/>
              <a:gd name="connsiteY139" fmla="*/ 454630 h 3701000"/>
              <a:gd name="connsiteX140" fmla="*/ 183993 w 4232332"/>
              <a:gd name="connsiteY140" fmla="*/ 401614 h 3701000"/>
              <a:gd name="connsiteX141" fmla="*/ 177756 w 4232332"/>
              <a:gd name="connsiteY141" fmla="*/ 348600 h 3701000"/>
              <a:gd name="connsiteX142" fmla="*/ 173078 w 4232332"/>
              <a:gd name="connsiteY142" fmla="*/ 295586 h 3701000"/>
              <a:gd name="connsiteX143" fmla="*/ 174638 w 4232332"/>
              <a:gd name="connsiteY143" fmla="*/ 245689 h 3701000"/>
              <a:gd name="connsiteX144" fmla="*/ 180876 w 4232332"/>
              <a:gd name="connsiteY144" fmla="*/ 197353 h 3701000"/>
              <a:gd name="connsiteX145" fmla="*/ 194909 w 4232332"/>
              <a:gd name="connsiteY145" fmla="*/ 150574 h 3701000"/>
              <a:gd name="connsiteX146" fmla="*/ 215179 w 4232332"/>
              <a:gd name="connsiteY146" fmla="*/ 111594 h 3701000"/>
              <a:gd name="connsiteX147" fmla="*/ 241686 w 4232332"/>
              <a:gd name="connsiteY147" fmla="*/ 74171 h 3701000"/>
              <a:gd name="connsiteX148" fmla="*/ 272871 w 4232332"/>
              <a:gd name="connsiteY148" fmla="*/ 41427 h 3701000"/>
              <a:gd name="connsiteX149" fmla="*/ 308733 w 4232332"/>
              <a:gd name="connsiteY149" fmla="*/ 8683 h 370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</a:cxnLst>
            <a:rect l="l" t="t" r="r" b="b"/>
            <a:pathLst>
              <a:path w="4232332" h="3701000">
                <a:moveTo>
                  <a:pt x="319701" y="0"/>
                </a:moveTo>
                <a:lnTo>
                  <a:pt x="4232332" y="0"/>
                </a:lnTo>
                <a:lnTo>
                  <a:pt x="4232332" y="3034486"/>
                </a:lnTo>
                <a:lnTo>
                  <a:pt x="4230268" y="3035198"/>
                </a:lnTo>
                <a:lnTo>
                  <a:pt x="4185051" y="3049231"/>
                </a:lnTo>
                <a:lnTo>
                  <a:pt x="4136714" y="3061706"/>
                </a:lnTo>
                <a:lnTo>
                  <a:pt x="4089935" y="3074180"/>
                </a:lnTo>
                <a:lnTo>
                  <a:pt x="4043158" y="3088214"/>
                </a:lnTo>
                <a:lnTo>
                  <a:pt x="3997940" y="3103806"/>
                </a:lnTo>
                <a:lnTo>
                  <a:pt x="3955840" y="3122518"/>
                </a:lnTo>
                <a:lnTo>
                  <a:pt x="3916860" y="3144346"/>
                </a:lnTo>
                <a:lnTo>
                  <a:pt x="3882555" y="3172413"/>
                </a:lnTo>
                <a:lnTo>
                  <a:pt x="3846692" y="3203599"/>
                </a:lnTo>
                <a:lnTo>
                  <a:pt x="3815506" y="3239461"/>
                </a:lnTo>
                <a:lnTo>
                  <a:pt x="3785881" y="3276884"/>
                </a:lnTo>
                <a:lnTo>
                  <a:pt x="3756254" y="3315864"/>
                </a:lnTo>
                <a:lnTo>
                  <a:pt x="3726629" y="3354846"/>
                </a:lnTo>
                <a:lnTo>
                  <a:pt x="3697003" y="3392268"/>
                </a:lnTo>
                <a:lnTo>
                  <a:pt x="3664258" y="3428131"/>
                </a:lnTo>
                <a:lnTo>
                  <a:pt x="3631513" y="3459315"/>
                </a:lnTo>
                <a:lnTo>
                  <a:pt x="3594093" y="3485823"/>
                </a:lnTo>
                <a:lnTo>
                  <a:pt x="3555111" y="3506094"/>
                </a:lnTo>
                <a:lnTo>
                  <a:pt x="3508332" y="3520128"/>
                </a:lnTo>
                <a:lnTo>
                  <a:pt x="3459994" y="3526365"/>
                </a:lnTo>
                <a:lnTo>
                  <a:pt x="3410100" y="3527923"/>
                </a:lnTo>
                <a:lnTo>
                  <a:pt x="3357084" y="3523245"/>
                </a:lnTo>
                <a:lnTo>
                  <a:pt x="3304070" y="3517009"/>
                </a:lnTo>
                <a:lnTo>
                  <a:pt x="3251054" y="3509211"/>
                </a:lnTo>
                <a:lnTo>
                  <a:pt x="3198040" y="3502976"/>
                </a:lnTo>
                <a:lnTo>
                  <a:pt x="3145024" y="3499857"/>
                </a:lnTo>
                <a:lnTo>
                  <a:pt x="3093569" y="3499857"/>
                </a:lnTo>
                <a:lnTo>
                  <a:pt x="3045233" y="3506094"/>
                </a:lnTo>
                <a:lnTo>
                  <a:pt x="2995337" y="3518569"/>
                </a:lnTo>
                <a:lnTo>
                  <a:pt x="2950118" y="3537278"/>
                </a:lnTo>
                <a:lnTo>
                  <a:pt x="2903340" y="3562227"/>
                </a:lnTo>
                <a:lnTo>
                  <a:pt x="2856564" y="3587176"/>
                </a:lnTo>
                <a:lnTo>
                  <a:pt x="2809785" y="3615241"/>
                </a:lnTo>
                <a:lnTo>
                  <a:pt x="2764565" y="3641749"/>
                </a:lnTo>
                <a:lnTo>
                  <a:pt x="2716230" y="3665138"/>
                </a:lnTo>
                <a:lnTo>
                  <a:pt x="2669451" y="3683850"/>
                </a:lnTo>
                <a:lnTo>
                  <a:pt x="2621114" y="3696324"/>
                </a:lnTo>
                <a:lnTo>
                  <a:pt x="2571219" y="3701000"/>
                </a:lnTo>
                <a:lnTo>
                  <a:pt x="2521322" y="3696324"/>
                </a:lnTo>
                <a:lnTo>
                  <a:pt x="2472985" y="3683850"/>
                </a:lnTo>
                <a:lnTo>
                  <a:pt x="2426209" y="3665138"/>
                </a:lnTo>
                <a:lnTo>
                  <a:pt x="2377871" y="3641749"/>
                </a:lnTo>
                <a:lnTo>
                  <a:pt x="2332651" y="3615241"/>
                </a:lnTo>
                <a:lnTo>
                  <a:pt x="2285874" y="3587176"/>
                </a:lnTo>
                <a:lnTo>
                  <a:pt x="2239096" y="3562227"/>
                </a:lnTo>
                <a:lnTo>
                  <a:pt x="2192319" y="3537278"/>
                </a:lnTo>
                <a:lnTo>
                  <a:pt x="2145542" y="3518569"/>
                </a:lnTo>
                <a:lnTo>
                  <a:pt x="2097204" y="3506094"/>
                </a:lnTo>
                <a:lnTo>
                  <a:pt x="2048867" y="3499857"/>
                </a:lnTo>
                <a:lnTo>
                  <a:pt x="1997410" y="3499857"/>
                </a:lnTo>
                <a:lnTo>
                  <a:pt x="1944396" y="3502976"/>
                </a:lnTo>
                <a:lnTo>
                  <a:pt x="1891382" y="3509211"/>
                </a:lnTo>
                <a:lnTo>
                  <a:pt x="1838366" y="3517009"/>
                </a:lnTo>
                <a:lnTo>
                  <a:pt x="1785350" y="3523245"/>
                </a:lnTo>
                <a:lnTo>
                  <a:pt x="1732336" y="3527923"/>
                </a:lnTo>
                <a:lnTo>
                  <a:pt x="1682442" y="3526365"/>
                </a:lnTo>
                <a:lnTo>
                  <a:pt x="1634105" y="3520128"/>
                </a:lnTo>
                <a:lnTo>
                  <a:pt x="1587326" y="3506094"/>
                </a:lnTo>
                <a:lnTo>
                  <a:pt x="1548345" y="3485823"/>
                </a:lnTo>
                <a:lnTo>
                  <a:pt x="1510922" y="3459315"/>
                </a:lnTo>
                <a:lnTo>
                  <a:pt x="1478179" y="3428131"/>
                </a:lnTo>
                <a:lnTo>
                  <a:pt x="1445433" y="3392268"/>
                </a:lnTo>
                <a:lnTo>
                  <a:pt x="1415807" y="3354846"/>
                </a:lnTo>
                <a:lnTo>
                  <a:pt x="1386182" y="3315864"/>
                </a:lnTo>
                <a:lnTo>
                  <a:pt x="1356556" y="3276884"/>
                </a:lnTo>
                <a:lnTo>
                  <a:pt x="1326930" y="3239461"/>
                </a:lnTo>
                <a:lnTo>
                  <a:pt x="1295744" y="3203599"/>
                </a:lnTo>
                <a:lnTo>
                  <a:pt x="1259881" y="3172413"/>
                </a:lnTo>
                <a:lnTo>
                  <a:pt x="1225577" y="3144346"/>
                </a:lnTo>
                <a:lnTo>
                  <a:pt x="1186596" y="3122518"/>
                </a:lnTo>
                <a:lnTo>
                  <a:pt x="1144496" y="3103806"/>
                </a:lnTo>
                <a:lnTo>
                  <a:pt x="1099278" y="3088214"/>
                </a:lnTo>
                <a:lnTo>
                  <a:pt x="1052499" y="3074180"/>
                </a:lnTo>
                <a:lnTo>
                  <a:pt x="1005723" y="3061706"/>
                </a:lnTo>
                <a:lnTo>
                  <a:pt x="957386" y="3049231"/>
                </a:lnTo>
                <a:lnTo>
                  <a:pt x="912167" y="3035198"/>
                </a:lnTo>
                <a:lnTo>
                  <a:pt x="866948" y="3019606"/>
                </a:lnTo>
                <a:lnTo>
                  <a:pt x="824850" y="3000894"/>
                </a:lnTo>
                <a:lnTo>
                  <a:pt x="787426" y="2977505"/>
                </a:lnTo>
                <a:lnTo>
                  <a:pt x="753122" y="2949439"/>
                </a:lnTo>
                <a:lnTo>
                  <a:pt x="725057" y="2915136"/>
                </a:lnTo>
                <a:lnTo>
                  <a:pt x="701668" y="2877713"/>
                </a:lnTo>
                <a:lnTo>
                  <a:pt x="682956" y="2835613"/>
                </a:lnTo>
                <a:lnTo>
                  <a:pt x="667364" y="2790396"/>
                </a:lnTo>
                <a:lnTo>
                  <a:pt x="653331" y="2745177"/>
                </a:lnTo>
                <a:lnTo>
                  <a:pt x="640857" y="2696840"/>
                </a:lnTo>
                <a:lnTo>
                  <a:pt x="628382" y="2650063"/>
                </a:lnTo>
                <a:lnTo>
                  <a:pt x="614349" y="2603285"/>
                </a:lnTo>
                <a:lnTo>
                  <a:pt x="598756" y="2558065"/>
                </a:lnTo>
                <a:lnTo>
                  <a:pt x="580044" y="2515965"/>
                </a:lnTo>
                <a:lnTo>
                  <a:pt x="558214" y="2476984"/>
                </a:lnTo>
                <a:lnTo>
                  <a:pt x="530150" y="2442681"/>
                </a:lnTo>
                <a:lnTo>
                  <a:pt x="498963" y="2406817"/>
                </a:lnTo>
                <a:lnTo>
                  <a:pt x="463101" y="2375633"/>
                </a:lnTo>
                <a:lnTo>
                  <a:pt x="424118" y="2346007"/>
                </a:lnTo>
                <a:lnTo>
                  <a:pt x="385138" y="2316382"/>
                </a:lnTo>
                <a:lnTo>
                  <a:pt x="346157" y="2286756"/>
                </a:lnTo>
                <a:lnTo>
                  <a:pt x="308733" y="2257129"/>
                </a:lnTo>
                <a:lnTo>
                  <a:pt x="272871" y="2224386"/>
                </a:lnTo>
                <a:lnTo>
                  <a:pt x="241686" y="2191641"/>
                </a:lnTo>
                <a:lnTo>
                  <a:pt x="215179" y="2154219"/>
                </a:lnTo>
                <a:lnTo>
                  <a:pt x="194909" y="2115238"/>
                </a:lnTo>
                <a:lnTo>
                  <a:pt x="180876" y="2068461"/>
                </a:lnTo>
                <a:lnTo>
                  <a:pt x="174638" y="2020123"/>
                </a:lnTo>
                <a:lnTo>
                  <a:pt x="173078" y="1970225"/>
                </a:lnTo>
                <a:lnTo>
                  <a:pt x="177756" y="1917211"/>
                </a:lnTo>
                <a:lnTo>
                  <a:pt x="183993" y="1864197"/>
                </a:lnTo>
                <a:lnTo>
                  <a:pt x="191789" y="1811182"/>
                </a:lnTo>
                <a:lnTo>
                  <a:pt x="198027" y="1758167"/>
                </a:lnTo>
                <a:lnTo>
                  <a:pt x="201146" y="1705153"/>
                </a:lnTo>
                <a:lnTo>
                  <a:pt x="201146" y="1653697"/>
                </a:lnTo>
                <a:lnTo>
                  <a:pt x="194909" y="1605362"/>
                </a:lnTo>
                <a:lnTo>
                  <a:pt x="182434" y="1557024"/>
                </a:lnTo>
                <a:lnTo>
                  <a:pt x="163723" y="1511804"/>
                </a:lnTo>
                <a:lnTo>
                  <a:pt x="140335" y="1465027"/>
                </a:lnTo>
                <a:lnTo>
                  <a:pt x="113826" y="1418251"/>
                </a:lnTo>
                <a:lnTo>
                  <a:pt x="85761" y="1371472"/>
                </a:lnTo>
                <a:lnTo>
                  <a:pt x="59253" y="1326252"/>
                </a:lnTo>
                <a:lnTo>
                  <a:pt x="35863" y="1277917"/>
                </a:lnTo>
                <a:lnTo>
                  <a:pt x="17153" y="1231139"/>
                </a:lnTo>
                <a:lnTo>
                  <a:pt x="4679" y="1182801"/>
                </a:lnTo>
                <a:lnTo>
                  <a:pt x="0" y="1132905"/>
                </a:lnTo>
                <a:lnTo>
                  <a:pt x="4679" y="1083010"/>
                </a:lnTo>
                <a:lnTo>
                  <a:pt x="17153" y="1034673"/>
                </a:lnTo>
                <a:lnTo>
                  <a:pt x="35863" y="987895"/>
                </a:lnTo>
                <a:lnTo>
                  <a:pt x="59253" y="939559"/>
                </a:lnTo>
                <a:lnTo>
                  <a:pt x="85761" y="894339"/>
                </a:lnTo>
                <a:lnTo>
                  <a:pt x="113826" y="847563"/>
                </a:lnTo>
                <a:lnTo>
                  <a:pt x="140335" y="800784"/>
                </a:lnTo>
                <a:lnTo>
                  <a:pt x="163723" y="754007"/>
                </a:lnTo>
                <a:lnTo>
                  <a:pt x="182434" y="708787"/>
                </a:lnTo>
                <a:lnTo>
                  <a:pt x="194909" y="660451"/>
                </a:lnTo>
                <a:lnTo>
                  <a:pt x="201146" y="612115"/>
                </a:lnTo>
                <a:lnTo>
                  <a:pt x="201146" y="560659"/>
                </a:lnTo>
                <a:lnTo>
                  <a:pt x="198027" y="507644"/>
                </a:lnTo>
                <a:lnTo>
                  <a:pt x="191789" y="454630"/>
                </a:lnTo>
                <a:lnTo>
                  <a:pt x="183993" y="401614"/>
                </a:lnTo>
                <a:lnTo>
                  <a:pt x="177756" y="348600"/>
                </a:lnTo>
                <a:lnTo>
                  <a:pt x="173078" y="295586"/>
                </a:lnTo>
                <a:lnTo>
                  <a:pt x="174638" y="245689"/>
                </a:lnTo>
                <a:lnTo>
                  <a:pt x="180876" y="197353"/>
                </a:lnTo>
                <a:lnTo>
                  <a:pt x="194909" y="150574"/>
                </a:lnTo>
                <a:lnTo>
                  <a:pt x="215179" y="111594"/>
                </a:lnTo>
                <a:lnTo>
                  <a:pt x="241686" y="74171"/>
                </a:lnTo>
                <a:lnTo>
                  <a:pt x="272871" y="41427"/>
                </a:lnTo>
                <a:lnTo>
                  <a:pt x="308733" y="8683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C336FE1A-0BAD-4B17-A0E2-47F328026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6337" y="-1423"/>
            <a:ext cx="3087664" cy="2689292"/>
          </a:xfrm>
          <a:custGeom>
            <a:avLst/>
            <a:gdLst>
              <a:gd name="connsiteX0" fmla="*/ 371204 w 4116885"/>
              <a:gd name="connsiteY0" fmla="*/ 0 h 3585722"/>
              <a:gd name="connsiteX1" fmla="*/ 4116885 w 4116885"/>
              <a:gd name="connsiteY1" fmla="*/ 0 h 3585722"/>
              <a:gd name="connsiteX2" fmla="*/ 4116885 w 4116885"/>
              <a:gd name="connsiteY2" fmla="*/ 2920084 h 3585722"/>
              <a:gd name="connsiteX3" fmla="*/ 4083518 w 4116885"/>
              <a:gd name="connsiteY3" fmla="*/ 2934914 h 3585722"/>
              <a:gd name="connsiteX4" fmla="*/ 4040331 w 4116885"/>
              <a:gd name="connsiteY4" fmla="*/ 2949806 h 3585722"/>
              <a:gd name="connsiteX5" fmla="*/ 3997143 w 4116885"/>
              <a:gd name="connsiteY5" fmla="*/ 2963209 h 3585722"/>
              <a:gd name="connsiteX6" fmla="*/ 3950976 w 4116885"/>
              <a:gd name="connsiteY6" fmla="*/ 2975125 h 3585722"/>
              <a:gd name="connsiteX7" fmla="*/ 3906298 w 4116885"/>
              <a:gd name="connsiteY7" fmla="*/ 2987039 h 3585722"/>
              <a:gd name="connsiteX8" fmla="*/ 3861622 w 4116885"/>
              <a:gd name="connsiteY8" fmla="*/ 3000442 h 3585722"/>
              <a:gd name="connsiteX9" fmla="*/ 3818433 w 4116885"/>
              <a:gd name="connsiteY9" fmla="*/ 3015336 h 3585722"/>
              <a:gd name="connsiteX10" fmla="*/ 3778225 w 4116885"/>
              <a:gd name="connsiteY10" fmla="*/ 3033207 h 3585722"/>
              <a:gd name="connsiteX11" fmla="*/ 3740994 w 4116885"/>
              <a:gd name="connsiteY11" fmla="*/ 3054056 h 3585722"/>
              <a:gd name="connsiteX12" fmla="*/ 3708230 w 4116885"/>
              <a:gd name="connsiteY12" fmla="*/ 3080861 h 3585722"/>
              <a:gd name="connsiteX13" fmla="*/ 3673977 w 4116885"/>
              <a:gd name="connsiteY13" fmla="*/ 3110649 h 3585722"/>
              <a:gd name="connsiteX14" fmla="*/ 3644190 w 4116885"/>
              <a:gd name="connsiteY14" fmla="*/ 3144902 h 3585722"/>
              <a:gd name="connsiteX15" fmla="*/ 3615895 w 4116885"/>
              <a:gd name="connsiteY15" fmla="*/ 3180643 h 3585722"/>
              <a:gd name="connsiteX16" fmla="*/ 3587600 w 4116885"/>
              <a:gd name="connsiteY16" fmla="*/ 3217874 h 3585722"/>
              <a:gd name="connsiteX17" fmla="*/ 3559305 w 4116885"/>
              <a:gd name="connsiteY17" fmla="*/ 3255107 h 3585722"/>
              <a:gd name="connsiteX18" fmla="*/ 3531009 w 4116885"/>
              <a:gd name="connsiteY18" fmla="*/ 3290849 h 3585722"/>
              <a:gd name="connsiteX19" fmla="*/ 3499734 w 4116885"/>
              <a:gd name="connsiteY19" fmla="*/ 3325101 h 3585722"/>
              <a:gd name="connsiteX20" fmla="*/ 3468459 w 4116885"/>
              <a:gd name="connsiteY20" fmla="*/ 3354887 h 3585722"/>
              <a:gd name="connsiteX21" fmla="*/ 3432719 w 4116885"/>
              <a:gd name="connsiteY21" fmla="*/ 3380204 h 3585722"/>
              <a:gd name="connsiteX22" fmla="*/ 3395487 w 4116885"/>
              <a:gd name="connsiteY22" fmla="*/ 3399565 h 3585722"/>
              <a:gd name="connsiteX23" fmla="*/ 3350809 w 4116885"/>
              <a:gd name="connsiteY23" fmla="*/ 3412968 h 3585722"/>
              <a:gd name="connsiteX24" fmla="*/ 3304642 w 4116885"/>
              <a:gd name="connsiteY24" fmla="*/ 3418925 h 3585722"/>
              <a:gd name="connsiteX25" fmla="*/ 3256988 w 4116885"/>
              <a:gd name="connsiteY25" fmla="*/ 3420415 h 3585722"/>
              <a:gd name="connsiteX26" fmla="*/ 3206353 w 4116885"/>
              <a:gd name="connsiteY26" fmla="*/ 3415946 h 3585722"/>
              <a:gd name="connsiteX27" fmla="*/ 3155719 w 4116885"/>
              <a:gd name="connsiteY27" fmla="*/ 3409991 h 3585722"/>
              <a:gd name="connsiteX28" fmla="*/ 3105083 w 4116885"/>
              <a:gd name="connsiteY28" fmla="*/ 3402543 h 3585722"/>
              <a:gd name="connsiteX29" fmla="*/ 3054450 w 4116885"/>
              <a:gd name="connsiteY29" fmla="*/ 3396587 h 3585722"/>
              <a:gd name="connsiteX30" fmla="*/ 3003814 w 4116885"/>
              <a:gd name="connsiteY30" fmla="*/ 3393607 h 3585722"/>
              <a:gd name="connsiteX31" fmla="*/ 2954669 w 4116885"/>
              <a:gd name="connsiteY31" fmla="*/ 3393607 h 3585722"/>
              <a:gd name="connsiteX32" fmla="*/ 2908503 w 4116885"/>
              <a:gd name="connsiteY32" fmla="*/ 3399565 h 3585722"/>
              <a:gd name="connsiteX33" fmla="*/ 2860847 w 4116885"/>
              <a:gd name="connsiteY33" fmla="*/ 3411479 h 3585722"/>
              <a:gd name="connsiteX34" fmla="*/ 2817659 w 4116885"/>
              <a:gd name="connsiteY34" fmla="*/ 3429350 h 3585722"/>
              <a:gd name="connsiteX35" fmla="*/ 2772981 w 4116885"/>
              <a:gd name="connsiteY35" fmla="*/ 3453178 h 3585722"/>
              <a:gd name="connsiteX36" fmla="*/ 2728305 w 4116885"/>
              <a:gd name="connsiteY36" fmla="*/ 3477008 h 3585722"/>
              <a:gd name="connsiteX37" fmla="*/ 2683627 w 4116885"/>
              <a:gd name="connsiteY37" fmla="*/ 3503814 h 3585722"/>
              <a:gd name="connsiteX38" fmla="*/ 2640437 w 4116885"/>
              <a:gd name="connsiteY38" fmla="*/ 3529131 h 3585722"/>
              <a:gd name="connsiteX39" fmla="*/ 2594272 w 4116885"/>
              <a:gd name="connsiteY39" fmla="*/ 3551469 h 3585722"/>
              <a:gd name="connsiteX40" fmla="*/ 2549594 w 4116885"/>
              <a:gd name="connsiteY40" fmla="*/ 3569341 h 3585722"/>
              <a:gd name="connsiteX41" fmla="*/ 2503426 w 4116885"/>
              <a:gd name="connsiteY41" fmla="*/ 3581255 h 3585722"/>
              <a:gd name="connsiteX42" fmla="*/ 2455772 w 4116885"/>
              <a:gd name="connsiteY42" fmla="*/ 3585722 h 3585722"/>
              <a:gd name="connsiteX43" fmla="*/ 2408116 w 4116885"/>
              <a:gd name="connsiteY43" fmla="*/ 3581255 h 3585722"/>
              <a:gd name="connsiteX44" fmla="*/ 2361949 w 4116885"/>
              <a:gd name="connsiteY44" fmla="*/ 3569341 h 3585722"/>
              <a:gd name="connsiteX45" fmla="*/ 2317272 w 4116885"/>
              <a:gd name="connsiteY45" fmla="*/ 3551469 h 3585722"/>
              <a:gd name="connsiteX46" fmla="*/ 2271105 w 4116885"/>
              <a:gd name="connsiteY46" fmla="*/ 3529131 h 3585722"/>
              <a:gd name="connsiteX47" fmla="*/ 2227917 w 4116885"/>
              <a:gd name="connsiteY47" fmla="*/ 3503814 h 3585722"/>
              <a:gd name="connsiteX48" fmla="*/ 2183239 w 4116885"/>
              <a:gd name="connsiteY48" fmla="*/ 3477008 h 3585722"/>
              <a:gd name="connsiteX49" fmla="*/ 2138561 w 4116885"/>
              <a:gd name="connsiteY49" fmla="*/ 3453178 h 3585722"/>
              <a:gd name="connsiteX50" fmla="*/ 2093885 w 4116885"/>
              <a:gd name="connsiteY50" fmla="*/ 3429350 h 3585722"/>
              <a:gd name="connsiteX51" fmla="*/ 2049208 w 4116885"/>
              <a:gd name="connsiteY51" fmla="*/ 3411479 h 3585722"/>
              <a:gd name="connsiteX52" fmla="*/ 2003041 w 4116885"/>
              <a:gd name="connsiteY52" fmla="*/ 3399565 h 3585722"/>
              <a:gd name="connsiteX53" fmla="*/ 1956874 w 4116885"/>
              <a:gd name="connsiteY53" fmla="*/ 3393607 h 3585722"/>
              <a:gd name="connsiteX54" fmla="*/ 1907728 w 4116885"/>
              <a:gd name="connsiteY54" fmla="*/ 3393607 h 3585722"/>
              <a:gd name="connsiteX55" fmla="*/ 1857094 w 4116885"/>
              <a:gd name="connsiteY55" fmla="*/ 3396587 h 3585722"/>
              <a:gd name="connsiteX56" fmla="*/ 1806460 w 4116885"/>
              <a:gd name="connsiteY56" fmla="*/ 3402543 h 3585722"/>
              <a:gd name="connsiteX57" fmla="*/ 1755825 w 4116885"/>
              <a:gd name="connsiteY57" fmla="*/ 3409991 h 3585722"/>
              <a:gd name="connsiteX58" fmla="*/ 1705189 w 4116885"/>
              <a:gd name="connsiteY58" fmla="*/ 3415946 h 3585722"/>
              <a:gd name="connsiteX59" fmla="*/ 1654555 w 4116885"/>
              <a:gd name="connsiteY59" fmla="*/ 3420415 h 3585722"/>
              <a:gd name="connsiteX60" fmla="*/ 1606901 w 4116885"/>
              <a:gd name="connsiteY60" fmla="*/ 3418925 h 3585722"/>
              <a:gd name="connsiteX61" fmla="*/ 1560733 w 4116885"/>
              <a:gd name="connsiteY61" fmla="*/ 3412968 h 3585722"/>
              <a:gd name="connsiteX62" fmla="*/ 1516055 w 4116885"/>
              <a:gd name="connsiteY62" fmla="*/ 3399565 h 3585722"/>
              <a:gd name="connsiteX63" fmla="*/ 1478825 w 4116885"/>
              <a:gd name="connsiteY63" fmla="*/ 3380204 h 3585722"/>
              <a:gd name="connsiteX64" fmla="*/ 1443081 w 4116885"/>
              <a:gd name="connsiteY64" fmla="*/ 3354887 h 3585722"/>
              <a:gd name="connsiteX65" fmla="*/ 1411808 w 4116885"/>
              <a:gd name="connsiteY65" fmla="*/ 3325101 h 3585722"/>
              <a:gd name="connsiteX66" fmla="*/ 1380533 w 4116885"/>
              <a:gd name="connsiteY66" fmla="*/ 3290849 h 3585722"/>
              <a:gd name="connsiteX67" fmla="*/ 1352239 w 4116885"/>
              <a:gd name="connsiteY67" fmla="*/ 3255107 h 3585722"/>
              <a:gd name="connsiteX68" fmla="*/ 1323942 w 4116885"/>
              <a:gd name="connsiteY68" fmla="*/ 3217874 h 3585722"/>
              <a:gd name="connsiteX69" fmla="*/ 1295647 w 4116885"/>
              <a:gd name="connsiteY69" fmla="*/ 3180643 h 3585722"/>
              <a:gd name="connsiteX70" fmla="*/ 1267352 w 4116885"/>
              <a:gd name="connsiteY70" fmla="*/ 3144902 h 3585722"/>
              <a:gd name="connsiteX71" fmla="*/ 1237566 w 4116885"/>
              <a:gd name="connsiteY71" fmla="*/ 3110649 h 3585722"/>
              <a:gd name="connsiteX72" fmla="*/ 1203314 w 4116885"/>
              <a:gd name="connsiteY72" fmla="*/ 3080861 h 3585722"/>
              <a:gd name="connsiteX73" fmla="*/ 1170550 w 4116885"/>
              <a:gd name="connsiteY73" fmla="*/ 3054056 h 3585722"/>
              <a:gd name="connsiteX74" fmla="*/ 1133319 w 4116885"/>
              <a:gd name="connsiteY74" fmla="*/ 3033207 h 3585722"/>
              <a:gd name="connsiteX75" fmla="*/ 1093109 w 4116885"/>
              <a:gd name="connsiteY75" fmla="*/ 3015336 h 3585722"/>
              <a:gd name="connsiteX76" fmla="*/ 1049921 w 4116885"/>
              <a:gd name="connsiteY76" fmla="*/ 3000442 h 3585722"/>
              <a:gd name="connsiteX77" fmla="*/ 1005242 w 4116885"/>
              <a:gd name="connsiteY77" fmla="*/ 2987039 h 3585722"/>
              <a:gd name="connsiteX78" fmla="*/ 960566 w 4116885"/>
              <a:gd name="connsiteY78" fmla="*/ 2975125 h 3585722"/>
              <a:gd name="connsiteX79" fmla="*/ 914400 w 4116885"/>
              <a:gd name="connsiteY79" fmla="*/ 2963209 h 3585722"/>
              <a:gd name="connsiteX80" fmla="*/ 871211 w 4116885"/>
              <a:gd name="connsiteY80" fmla="*/ 2949806 h 3585722"/>
              <a:gd name="connsiteX81" fmla="*/ 828022 w 4116885"/>
              <a:gd name="connsiteY81" fmla="*/ 2934914 h 3585722"/>
              <a:gd name="connsiteX82" fmla="*/ 787813 w 4116885"/>
              <a:gd name="connsiteY82" fmla="*/ 2917043 h 3585722"/>
              <a:gd name="connsiteX83" fmla="*/ 752072 w 4116885"/>
              <a:gd name="connsiteY83" fmla="*/ 2894704 h 3585722"/>
              <a:gd name="connsiteX84" fmla="*/ 719306 w 4116885"/>
              <a:gd name="connsiteY84" fmla="*/ 2867898 h 3585722"/>
              <a:gd name="connsiteX85" fmla="*/ 692502 w 4116885"/>
              <a:gd name="connsiteY85" fmla="*/ 2835134 h 3585722"/>
              <a:gd name="connsiteX86" fmla="*/ 670163 w 4116885"/>
              <a:gd name="connsiteY86" fmla="*/ 2799391 h 3585722"/>
              <a:gd name="connsiteX87" fmla="*/ 652291 w 4116885"/>
              <a:gd name="connsiteY87" fmla="*/ 2759180 h 3585722"/>
              <a:gd name="connsiteX88" fmla="*/ 637399 w 4116885"/>
              <a:gd name="connsiteY88" fmla="*/ 2715993 h 3585722"/>
              <a:gd name="connsiteX89" fmla="*/ 623997 w 4116885"/>
              <a:gd name="connsiteY89" fmla="*/ 2672804 h 3585722"/>
              <a:gd name="connsiteX90" fmla="*/ 612083 w 4116885"/>
              <a:gd name="connsiteY90" fmla="*/ 2626638 h 3585722"/>
              <a:gd name="connsiteX91" fmla="*/ 600169 w 4116885"/>
              <a:gd name="connsiteY91" fmla="*/ 2581960 h 3585722"/>
              <a:gd name="connsiteX92" fmla="*/ 586764 w 4116885"/>
              <a:gd name="connsiteY92" fmla="*/ 2537281 h 3585722"/>
              <a:gd name="connsiteX93" fmla="*/ 571872 w 4116885"/>
              <a:gd name="connsiteY93" fmla="*/ 2494092 h 3585722"/>
              <a:gd name="connsiteX94" fmla="*/ 554000 w 4116885"/>
              <a:gd name="connsiteY94" fmla="*/ 2453882 h 3585722"/>
              <a:gd name="connsiteX95" fmla="*/ 533152 w 4116885"/>
              <a:gd name="connsiteY95" fmla="*/ 2416651 h 3585722"/>
              <a:gd name="connsiteX96" fmla="*/ 506346 w 4116885"/>
              <a:gd name="connsiteY96" fmla="*/ 2383887 h 3585722"/>
              <a:gd name="connsiteX97" fmla="*/ 476561 w 4116885"/>
              <a:gd name="connsiteY97" fmla="*/ 2349633 h 3585722"/>
              <a:gd name="connsiteX98" fmla="*/ 442308 w 4116885"/>
              <a:gd name="connsiteY98" fmla="*/ 2319849 h 3585722"/>
              <a:gd name="connsiteX99" fmla="*/ 405075 w 4116885"/>
              <a:gd name="connsiteY99" fmla="*/ 2291554 h 3585722"/>
              <a:gd name="connsiteX100" fmla="*/ 367844 w 4116885"/>
              <a:gd name="connsiteY100" fmla="*/ 2263257 h 3585722"/>
              <a:gd name="connsiteX101" fmla="*/ 330615 w 4116885"/>
              <a:gd name="connsiteY101" fmla="*/ 2234962 h 3585722"/>
              <a:gd name="connsiteX102" fmla="*/ 294872 w 4116885"/>
              <a:gd name="connsiteY102" fmla="*/ 2206664 h 3585722"/>
              <a:gd name="connsiteX103" fmla="*/ 260619 w 4116885"/>
              <a:gd name="connsiteY103" fmla="*/ 2175390 h 3585722"/>
              <a:gd name="connsiteX104" fmla="*/ 230835 w 4116885"/>
              <a:gd name="connsiteY104" fmla="*/ 2144116 h 3585722"/>
              <a:gd name="connsiteX105" fmla="*/ 205519 w 4116885"/>
              <a:gd name="connsiteY105" fmla="*/ 2108372 h 3585722"/>
              <a:gd name="connsiteX106" fmla="*/ 186158 w 4116885"/>
              <a:gd name="connsiteY106" fmla="*/ 2071141 h 3585722"/>
              <a:gd name="connsiteX107" fmla="*/ 172755 w 4116885"/>
              <a:gd name="connsiteY107" fmla="*/ 2026465 h 3585722"/>
              <a:gd name="connsiteX108" fmla="*/ 166797 w 4116885"/>
              <a:gd name="connsiteY108" fmla="*/ 1980297 h 3585722"/>
              <a:gd name="connsiteX109" fmla="*/ 165306 w 4116885"/>
              <a:gd name="connsiteY109" fmla="*/ 1932640 h 3585722"/>
              <a:gd name="connsiteX110" fmla="*/ 169775 w 4116885"/>
              <a:gd name="connsiteY110" fmla="*/ 1882006 h 3585722"/>
              <a:gd name="connsiteX111" fmla="*/ 175733 w 4116885"/>
              <a:gd name="connsiteY111" fmla="*/ 1831370 h 3585722"/>
              <a:gd name="connsiteX112" fmla="*/ 183178 w 4116885"/>
              <a:gd name="connsiteY112" fmla="*/ 1780735 h 3585722"/>
              <a:gd name="connsiteX113" fmla="*/ 189136 w 4116885"/>
              <a:gd name="connsiteY113" fmla="*/ 1730101 h 3585722"/>
              <a:gd name="connsiteX114" fmla="*/ 192116 w 4116885"/>
              <a:gd name="connsiteY114" fmla="*/ 1679466 h 3585722"/>
              <a:gd name="connsiteX115" fmla="*/ 192116 w 4116885"/>
              <a:gd name="connsiteY115" fmla="*/ 1630319 h 3585722"/>
              <a:gd name="connsiteX116" fmla="*/ 186158 w 4116885"/>
              <a:gd name="connsiteY116" fmla="*/ 1584152 h 3585722"/>
              <a:gd name="connsiteX117" fmla="*/ 174244 w 4116885"/>
              <a:gd name="connsiteY117" fmla="*/ 1537986 h 3585722"/>
              <a:gd name="connsiteX118" fmla="*/ 156372 w 4116885"/>
              <a:gd name="connsiteY118" fmla="*/ 1494795 h 3585722"/>
              <a:gd name="connsiteX119" fmla="*/ 134033 w 4116885"/>
              <a:gd name="connsiteY119" fmla="*/ 1450119 h 3585722"/>
              <a:gd name="connsiteX120" fmla="*/ 108716 w 4116885"/>
              <a:gd name="connsiteY120" fmla="*/ 1405442 h 3585722"/>
              <a:gd name="connsiteX121" fmla="*/ 81910 w 4116885"/>
              <a:gd name="connsiteY121" fmla="*/ 1360762 h 3585722"/>
              <a:gd name="connsiteX122" fmla="*/ 56594 w 4116885"/>
              <a:gd name="connsiteY122" fmla="*/ 1317574 h 3585722"/>
              <a:gd name="connsiteX123" fmla="*/ 34253 w 4116885"/>
              <a:gd name="connsiteY123" fmla="*/ 1271407 h 3585722"/>
              <a:gd name="connsiteX124" fmla="*/ 16383 w 4116885"/>
              <a:gd name="connsiteY124" fmla="*/ 1226729 h 3585722"/>
              <a:gd name="connsiteX125" fmla="*/ 4469 w 4116885"/>
              <a:gd name="connsiteY125" fmla="*/ 1180561 h 3585722"/>
              <a:gd name="connsiteX126" fmla="*/ 0 w 4116885"/>
              <a:gd name="connsiteY126" fmla="*/ 1132905 h 3585722"/>
              <a:gd name="connsiteX127" fmla="*/ 4469 w 4116885"/>
              <a:gd name="connsiteY127" fmla="*/ 1085249 h 3585722"/>
              <a:gd name="connsiteX128" fmla="*/ 16383 w 4116885"/>
              <a:gd name="connsiteY128" fmla="*/ 1039083 h 3585722"/>
              <a:gd name="connsiteX129" fmla="*/ 34253 w 4116885"/>
              <a:gd name="connsiteY129" fmla="*/ 994403 h 3585722"/>
              <a:gd name="connsiteX130" fmla="*/ 56594 w 4116885"/>
              <a:gd name="connsiteY130" fmla="*/ 948238 h 3585722"/>
              <a:gd name="connsiteX131" fmla="*/ 81910 w 4116885"/>
              <a:gd name="connsiteY131" fmla="*/ 905048 h 3585722"/>
              <a:gd name="connsiteX132" fmla="*/ 108716 w 4116885"/>
              <a:gd name="connsiteY132" fmla="*/ 860370 h 3585722"/>
              <a:gd name="connsiteX133" fmla="*/ 134033 w 4116885"/>
              <a:gd name="connsiteY133" fmla="*/ 815693 h 3585722"/>
              <a:gd name="connsiteX134" fmla="*/ 156372 w 4116885"/>
              <a:gd name="connsiteY134" fmla="*/ 771015 h 3585722"/>
              <a:gd name="connsiteX135" fmla="*/ 174244 w 4116885"/>
              <a:gd name="connsiteY135" fmla="*/ 727825 h 3585722"/>
              <a:gd name="connsiteX136" fmla="*/ 186158 w 4116885"/>
              <a:gd name="connsiteY136" fmla="*/ 681658 h 3585722"/>
              <a:gd name="connsiteX137" fmla="*/ 192116 w 4116885"/>
              <a:gd name="connsiteY137" fmla="*/ 635491 h 3585722"/>
              <a:gd name="connsiteX138" fmla="*/ 192116 w 4116885"/>
              <a:gd name="connsiteY138" fmla="*/ 586346 h 3585722"/>
              <a:gd name="connsiteX139" fmla="*/ 189136 w 4116885"/>
              <a:gd name="connsiteY139" fmla="*/ 535711 h 3585722"/>
              <a:gd name="connsiteX140" fmla="*/ 183178 w 4116885"/>
              <a:gd name="connsiteY140" fmla="*/ 485075 h 3585722"/>
              <a:gd name="connsiteX141" fmla="*/ 175733 w 4116885"/>
              <a:gd name="connsiteY141" fmla="*/ 434440 h 3585722"/>
              <a:gd name="connsiteX142" fmla="*/ 169775 w 4116885"/>
              <a:gd name="connsiteY142" fmla="*/ 383806 h 3585722"/>
              <a:gd name="connsiteX143" fmla="*/ 165306 w 4116885"/>
              <a:gd name="connsiteY143" fmla="*/ 333172 h 3585722"/>
              <a:gd name="connsiteX144" fmla="*/ 166797 w 4116885"/>
              <a:gd name="connsiteY144" fmla="*/ 285515 h 3585722"/>
              <a:gd name="connsiteX145" fmla="*/ 172755 w 4116885"/>
              <a:gd name="connsiteY145" fmla="*/ 239348 h 3585722"/>
              <a:gd name="connsiteX146" fmla="*/ 186158 w 4116885"/>
              <a:gd name="connsiteY146" fmla="*/ 194669 h 3585722"/>
              <a:gd name="connsiteX147" fmla="*/ 205519 w 4116885"/>
              <a:gd name="connsiteY147" fmla="*/ 157438 h 3585722"/>
              <a:gd name="connsiteX148" fmla="*/ 230835 w 4116885"/>
              <a:gd name="connsiteY148" fmla="*/ 121696 h 3585722"/>
              <a:gd name="connsiteX149" fmla="*/ 260619 w 4116885"/>
              <a:gd name="connsiteY149" fmla="*/ 90421 h 3585722"/>
              <a:gd name="connsiteX150" fmla="*/ 294872 w 4116885"/>
              <a:gd name="connsiteY150" fmla="*/ 59147 h 3585722"/>
              <a:gd name="connsiteX151" fmla="*/ 330615 w 4116885"/>
              <a:gd name="connsiteY151" fmla="*/ 30850 h 3585722"/>
              <a:gd name="connsiteX152" fmla="*/ 367844 w 4116885"/>
              <a:gd name="connsiteY152" fmla="*/ 2553 h 3585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</a:cxnLst>
            <a:rect l="l" t="t" r="r" b="b"/>
            <a:pathLst>
              <a:path w="4116885" h="3585722">
                <a:moveTo>
                  <a:pt x="371204" y="0"/>
                </a:moveTo>
                <a:lnTo>
                  <a:pt x="4116885" y="0"/>
                </a:lnTo>
                <a:lnTo>
                  <a:pt x="4116885" y="2920084"/>
                </a:lnTo>
                <a:lnTo>
                  <a:pt x="4083518" y="2934914"/>
                </a:lnTo>
                <a:lnTo>
                  <a:pt x="4040331" y="2949806"/>
                </a:lnTo>
                <a:lnTo>
                  <a:pt x="3997143" y="2963209"/>
                </a:lnTo>
                <a:lnTo>
                  <a:pt x="3950976" y="2975125"/>
                </a:lnTo>
                <a:lnTo>
                  <a:pt x="3906298" y="2987039"/>
                </a:lnTo>
                <a:lnTo>
                  <a:pt x="3861622" y="3000442"/>
                </a:lnTo>
                <a:lnTo>
                  <a:pt x="3818433" y="3015336"/>
                </a:lnTo>
                <a:lnTo>
                  <a:pt x="3778225" y="3033207"/>
                </a:lnTo>
                <a:lnTo>
                  <a:pt x="3740994" y="3054056"/>
                </a:lnTo>
                <a:lnTo>
                  <a:pt x="3708230" y="3080861"/>
                </a:lnTo>
                <a:lnTo>
                  <a:pt x="3673977" y="3110649"/>
                </a:lnTo>
                <a:lnTo>
                  <a:pt x="3644190" y="3144902"/>
                </a:lnTo>
                <a:lnTo>
                  <a:pt x="3615895" y="3180643"/>
                </a:lnTo>
                <a:lnTo>
                  <a:pt x="3587600" y="3217874"/>
                </a:lnTo>
                <a:lnTo>
                  <a:pt x="3559305" y="3255107"/>
                </a:lnTo>
                <a:lnTo>
                  <a:pt x="3531009" y="3290849"/>
                </a:lnTo>
                <a:lnTo>
                  <a:pt x="3499734" y="3325101"/>
                </a:lnTo>
                <a:lnTo>
                  <a:pt x="3468459" y="3354887"/>
                </a:lnTo>
                <a:lnTo>
                  <a:pt x="3432719" y="3380204"/>
                </a:lnTo>
                <a:lnTo>
                  <a:pt x="3395487" y="3399565"/>
                </a:lnTo>
                <a:lnTo>
                  <a:pt x="3350809" y="3412968"/>
                </a:lnTo>
                <a:lnTo>
                  <a:pt x="3304642" y="3418925"/>
                </a:lnTo>
                <a:lnTo>
                  <a:pt x="3256988" y="3420415"/>
                </a:lnTo>
                <a:lnTo>
                  <a:pt x="3206353" y="3415946"/>
                </a:lnTo>
                <a:lnTo>
                  <a:pt x="3155719" y="3409991"/>
                </a:lnTo>
                <a:lnTo>
                  <a:pt x="3105083" y="3402543"/>
                </a:lnTo>
                <a:lnTo>
                  <a:pt x="3054450" y="3396587"/>
                </a:lnTo>
                <a:lnTo>
                  <a:pt x="3003814" y="3393607"/>
                </a:lnTo>
                <a:lnTo>
                  <a:pt x="2954669" y="3393607"/>
                </a:lnTo>
                <a:lnTo>
                  <a:pt x="2908503" y="3399565"/>
                </a:lnTo>
                <a:lnTo>
                  <a:pt x="2860847" y="3411479"/>
                </a:lnTo>
                <a:lnTo>
                  <a:pt x="2817659" y="3429350"/>
                </a:lnTo>
                <a:lnTo>
                  <a:pt x="2772981" y="3453178"/>
                </a:lnTo>
                <a:lnTo>
                  <a:pt x="2728305" y="3477008"/>
                </a:lnTo>
                <a:lnTo>
                  <a:pt x="2683627" y="3503814"/>
                </a:lnTo>
                <a:lnTo>
                  <a:pt x="2640437" y="3529131"/>
                </a:lnTo>
                <a:lnTo>
                  <a:pt x="2594272" y="3551469"/>
                </a:lnTo>
                <a:lnTo>
                  <a:pt x="2549594" y="3569341"/>
                </a:lnTo>
                <a:lnTo>
                  <a:pt x="2503426" y="3581255"/>
                </a:lnTo>
                <a:lnTo>
                  <a:pt x="2455772" y="3585722"/>
                </a:lnTo>
                <a:lnTo>
                  <a:pt x="2408116" y="3581255"/>
                </a:lnTo>
                <a:lnTo>
                  <a:pt x="2361949" y="3569341"/>
                </a:lnTo>
                <a:lnTo>
                  <a:pt x="2317272" y="3551469"/>
                </a:lnTo>
                <a:lnTo>
                  <a:pt x="2271105" y="3529131"/>
                </a:lnTo>
                <a:lnTo>
                  <a:pt x="2227917" y="3503814"/>
                </a:lnTo>
                <a:lnTo>
                  <a:pt x="2183239" y="3477008"/>
                </a:lnTo>
                <a:lnTo>
                  <a:pt x="2138561" y="3453178"/>
                </a:lnTo>
                <a:lnTo>
                  <a:pt x="2093885" y="3429350"/>
                </a:lnTo>
                <a:lnTo>
                  <a:pt x="2049208" y="3411479"/>
                </a:lnTo>
                <a:lnTo>
                  <a:pt x="2003041" y="3399565"/>
                </a:lnTo>
                <a:lnTo>
                  <a:pt x="1956874" y="3393607"/>
                </a:lnTo>
                <a:lnTo>
                  <a:pt x="1907728" y="3393607"/>
                </a:lnTo>
                <a:lnTo>
                  <a:pt x="1857094" y="3396587"/>
                </a:lnTo>
                <a:lnTo>
                  <a:pt x="1806460" y="3402543"/>
                </a:lnTo>
                <a:lnTo>
                  <a:pt x="1755825" y="3409991"/>
                </a:lnTo>
                <a:lnTo>
                  <a:pt x="1705189" y="3415946"/>
                </a:lnTo>
                <a:lnTo>
                  <a:pt x="1654555" y="3420415"/>
                </a:lnTo>
                <a:lnTo>
                  <a:pt x="1606901" y="3418925"/>
                </a:lnTo>
                <a:lnTo>
                  <a:pt x="1560733" y="3412968"/>
                </a:lnTo>
                <a:lnTo>
                  <a:pt x="1516055" y="3399565"/>
                </a:lnTo>
                <a:lnTo>
                  <a:pt x="1478825" y="3380204"/>
                </a:lnTo>
                <a:lnTo>
                  <a:pt x="1443081" y="3354887"/>
                </a:lnTo>
                <a:lnTo>
                  <a:pt x="1411808" y="3325101"/>
                </a:lnTo>
                <a:lnTo>
                  <a:pt x="1380533" y="3290849"/>
                </a:lnTo>
                <a:lnTo>
                  <a:pt x="1352239" y="3255107"/>
                </a:lnTo>
                <a:lnTo>
                  <a:pt x="1323942" y="3217874"/>
                </a:lnTo>
                <a:lnTo>
                  <a:pt x="1295647" y="3180643"/>
                </a:lnTo>
                <a:lnTo>
                  <a:pt x="1267352" y="3144902"/>
                </a:lnTo>
                <a:lnTo>
                  <a:pt x="1237566" y="3110649"/>
                </a:lnTo>
                <a:lnTo>
                  <a:pt x="1203314" y="3080861"/>
                </a:lnTo>
                <a:lnTo>
                  <a:pt x="1170550" y="3054056"/>
                </a:lnTo>
                <a:lnTo>
                  <a:pt x="1133319" y="3033207"/>
                </a:lnTo>
                <a:lnTo>
                  <a:pt x="1093109" y="3015336"/>
                </a:lnTo>
                <a:lnTo>
                  <a:pt x="1049921" y="3000442"/>
                </a:lnTo>
                <a:lnTo>
                  <a:pt x="1005242" y="2987039"/>
                </a:lnTo>
                <a:lnTo>
                  <a:pt x="960566" y="2975125"/>
                </a:lnTo>
                <a:lnTo>
                  <a:pt x="914400" y="2963209"/>
                </a:lnTo>
                <a:lnTo>
                  <a:pt x="871211" y="2949806"/>
                </a:lnTo>
                <a:lnTo>
                  <a:pt x="828022" y="2934914"/>
                </a:lnTo>
                <a:lnTo>
                  <a:pt x="787813" y="2917043"/>
                </a:lnTo>
                <a:lnTo>
                  <a:pt x="752072" y="2894704"/>
                </a:lnTo>
                <a:lnTo>
                  <a:pt x="719306" y="2867898"/>
                </a:lnTo>
                <a:lnTo>
                  <a:pt x="692502" y="2835134"/>
                </a:lnTo>
                <a:lnTo>
                  <a:pt x="670163" y="2799391"/>
                </a:lnTo>
                <a:lnTo>
                  <a:pt x="652291" y="2759180"/>
                </a:lnTo>
                <a:lnTo>
                  <a:pt x="637399" y="2715993"/>
                </a:lnTo>
                <a:lnTo>
                  <a:pt x="623997" y="2672804"/>
                </a:lnTo>
                <a:lnTo>
                  <a:pt x="612083" y="2626638"/>
                </a:lnTo>
                <a:lnTo>
                  <a:pt x="600169" y="2581960"/>
                </a:lnTo>
                <a:lnTo>
                  <a:pt x="586764" y="2537281"/>
                </a:lnTo>
                <a:lnTo>
                  <a:pt x="571872" y="2494092"/>
                </a:lnTo>
                <a:lnTo>
                  <a:pt x="554000" y="2453882"/>
                </a:lnTo>
                <a:lnTo>
                  <a:pt x="533152" y="2416651"/>
                </a:lnTo>
                <a:lnTo>
                  <a:pt x="506346" y="2383887"/>
                </a:lnTo>
                <a:lnTo>
                  <a:pt x="476561" y="2349633"/>
                </a:lnTo>
                <a:lnTo>
                  <a:pt x="442308" y="2319849"/>
                </a:lnTo>
                <a:lnTo>
                  <a:pt x="405075" y="2291554"/>
                </a:lnTo>
                <a:lnTo>
                  <a:pt x="367844" y="2263257"/>
                </a:lnTo>
                <a:lnTo>
                  <a:pt x="330615" y="2234962"/>
                </a:lnTo>
                <a:lnTo>
                  <a:pt x="294872" y="2206664"/>
                </a:lnTo>
                <a:lnTo>
                  <a:pt x="260619" y="2175390"/>
                </a:lnTo>
                <a:lnTo>
                  <a:pt x="230835" y="2144116"/>
                </a:lnTo>
                <a:lnTo>
                  <a:pt x="205519" y="2108372"/>
                </a:lnTo>
                <a:lnTo>
                  <a:pt x="186158" y="2071141"/>
                </a:lnTo>
                <a:lnTo>
                  <a:pt x="172755" y="2026465"/>
                </a:lnTo>
                <a:lnTo>
                  <a:pt x="166797" y="1980297"/>
                </a:lnTo>
                <a:lnTo>
                  <a:pt x="165306" y="1932640"/>
                </a:lnTo>
                <a:lnTo>
                  <a:pt x="169775" y="1882006"/>
                </a:lnTo>
                <a:lnTo>
                  <a:pt x="175733" y="1831370"/>
                </a:lnTo>
                <a:lnTo>
                  <a:pt x="183178" y="1780735"/>
                </a:lnTo>
                <a:lnTo>
                  <a:pt x="189136" y="1730101"/>
                </a:lnTo>
                <a:lnTo>
                  <a:pt x="192116" y="1679466"/>
                </a:lnTo>
                <a:lnTo>
                  <a:pt x="192116" y="1630319"/>
                </a:lnTo>
                <a:lnTo>
                  <a:pt x="186158" y="1584152"/>
                </a:lnTo>
                <a:lnTo>
                  <a:pt x="174244" y="1537986"/>
                </a:lnTo>
                <a:lnTo>
                  <a:pt x="156372" y="1494795"/>
                </a:lnTo>
                <a:lnTo>
                  <a:pt x="134033" y="1450119"/>
                </a:lnTo>
                <a:lnTo>
                  <a:pt x="108716" y="1405442"/>
                </a:lnTo>
                <a:lnTo>
                  <a:pt x="81910" y="1360762"/>
                </a:lnTo>
                <a:lnTo>
                  <a:pt x="56594" y="1317574"/>
                </a:lnTo>
                <a:lnTo>
                  <a:pt x="34253" y="1271407"/>
                </a:lnTo>
                <a:lnTo>
                  <a:pt x="16383" y="1226729"/>
                </a:lnTo>
                <a:lnTo>
                  <a:pt x="4469" y="1180561"/>
                </a:lnTo>
                <a:lnTo>
                  <a:pt x="0" y="1132905"/>
                </a:lnTo>
                <a:lnTo>
                  <a:pt x="4469" y="1085249"/>
                </a:lnTo>
                <a:lnTo>
                  <a:pt x="16383" y="1039083"/>
                </a:lnTo>
                <a:lnTo>
                  <a:pt x="34253" y="994403"/>
                </a:lnTo>
                <a:lnTo>
                  <a:pt x="56594" y="948238"/>
                </a:lnTo>
                <a:lnTo>
                  <a:pt x="81910" y="905048"/>
                </a:lnTo>
                <a:lnTo>
                  <a:pt x="108716" y="860370"/>
                </a:lnTo>
                <a:lnTo>
                  <a:pt x="134033" y="815693"/>
                </a:lnTo>
                <a:lnTo>
                  <a:pt x="156372" y="771015"/>
                </a:lnTo>
                <a:lnTo>
                  <a:pt x="174244" y="727825"/>
                </a:lnTo>
                <a:lnTo>
                  <a:pt x="186158" y="681658"/>
                </a:lnTo>
                <a:lnTo>
                  <a:pt x="192116" y="635491"/>
                </a:lnTo>
                <a:lnTo>
                  <a:pt x="192116" y="586346"/>
                </a:lnTo>
                <a:lnTo>
                  <a:pt x="189136" y="535711"/>
                </a:lnTo>
                <a:lnTo>
                  <a:pt x="183178" y="485075"/>
                </a:lnTo>
                <a:lnTo>
                  <a:pt x="175733" y="434440"/>
                </a:lnTo>
                <a:lnTo>
                  <a:pt x="169775" y="383806"/>
                </a:lnTo>
                <a:lnTo>
                  <a:pt x="165306" y="333172"/>
                </a:lnTo>
                <a:lnTo>
                  <a:pt x="166797" y="285515"/>
                </a:lnTo>
                <a:lnTo>
                  <a:pt x="172755" y="239348"/>
                </a:lnTo>
                <a:lnTo>
                  <a:pt x="186158" y="194669"/>
                </a:lnTo>
                <a:lnTo>
                  <a:pt x="205519" y="157438"/>
                </a:lnTo>
                <a:lnTo>
                  <a:pt x="230835" y="121696"/>
                </a:lnTo>
                <a:lnTo>
                  <a:pt x="260619" y="90421"/>
                </a:lnTo>
                <a:lnTo>
                  <a:pt x="294872" y="59147"/>
                </a:lnTo>
                <a:lnTo>
                  <a:pt x="330615" y="30850"/>
                </a:lnTo>
                <a:lnTo>
                  <a:pt x="367844" y="25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7281" y="2805402"/>
            <a:ext cx="3464039" cy="2946524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it-IT" sz="3200" b="1" dirty="0" err="1">
                <a:solidFill>
                  <a:schemeClr val="tx1"/>
                </a:solidFill>
              </a:rPr>
              <a:t>Git</a:t>
            </a:r>
            <a:r>
              <a:rPr lang="it-IT" sz="3200" b="1" dirty="0">
                <a:solidFill>
                  <a:schemeClr val="tx1"/>
                </a:solidFill>
              </a:rPr>
              <a:t> e GitHub</a:t>
            </a:r>
          </a:p>
          <a:p>
            <a:pPr lvl="1"/>
            <a:r>
              <a:rPr lang="it-IT" sz="1600" i="1" dirty="0" err="1">
                <a:solidFill>
                  <a:schemeClr val="tx1"/>
                </a:solidFill>
              </a:rPr>
              <a:t>Versionamento</a:t>
            </a:r>
            <a:r>
              <a:rPr lang="it-IT" sz="1600" i="1" dirty="0">
                <a:solidFill>
                  <a:schemeClr val="tx1"/>
                </a:solidFill>
              </a:rPr>
              <a:t> continuo</a:t>
            </a:r>
          </a:p>
          <a:p>
            <a:pPr lvl="1"/>
            <a:r>
              <a:rPr lang="it-IT" sz="1600" i="1" dirty="0" err="1">
                <a:solidFill>
                  <a:schemeClr val="tx1"/>
                </a:solidFill>
              </a:rPr>
              <a:t>Commit</a:t>
            </a:r>
            <a:r>
              <a:rPr lang="it-IT" sz="1600" i="1" dirty="0">
                <a:solidFill>
                  <a:schemeClr val="tx1"/>
                </a:solidFill>
              </a:rPr>
              <a:t> incrementali</a:t>
            </a:r>
          </a:p>
          <a:p>
            <a:pPr lvl="1"/>
            <a:r>
              <a:rPr lang="it-IT" sz="1600" i="1" dirty="0">
                <a:solidFill>
                  <a:schemeClr val="tx1"/>
                </a:solidFill>
              </a:rPr>
              <a:t>Gestione </a:t>
            </a:r>
            <a:r>
              <a:rPr lang="it-IT" sz="1600" i="1" dirty="0" err="1">
                <a:solidFill>
                  <a:schemeClr val="tx1"/>
                </a:solidFill>
              </a:rPr>
              <a:t>branch</a:t>
            </a:r>
            <a:r>
              <a:rPr lang="it-IT" sz="1600" i="1" dirty="0">
                <a:solidFill>
                  <a:schemeClr val="tx1"/>
                </a:solidFill>
              </a:rPr>
              <a:t> e milestone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9563FBA8-D302-415D-ACB8-C0406838D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0266" y="2795848"/>
            <a:ext cx="2446284" cy="2443313"/>
          </a:xfrm>
          <a:custGeom>
            <a:avLst/>
            <a:gdLst>
              <a:gd name="connsiteX0" fmla="*/ 3095991 w 6191980"/>
              <a:gd name="connsiteY0" fmla="*/ 0 h 6184462"/>
              <a:gd name="connsiteX1" fmla="*/ 3156069 w 6191980"/>
              <a:gd name="connsiteY1" fmla="*/ 5631 h 6184462"/>
              <a:gd name="connsiteX2" fmla="*/ 3214272 w 6191980"/>
              <a:gd name="connsiteY2" fmla="*/ 20652 h 6184462"/>
              <a:gd name="connsiteX3" fmla="*/ 3270598 w 6191980"/>
              <a:gd name="connsiteY3" fmla="*/ 43182 h 6184462"/>
              <a:gd name="connsiteX4" fmla="*/ 3328798 w 6191980"/>
              <a:gd name="connsiteY4" fmla="*/ 71344 h 6184462"/>
              <a:gd name="connsiteX5" fmla="*/ 3383247 w 6191980"/>
              <a:gd name="connsiteY5" fmla="*/ 103262 h 6184462"/>
              <a:gd name="connsiteX6" fmla="*/ 3439573 w 6191980"/>
              <a:gd name="connsiteY6" fmla="*/ 137057 h 6184462"/>
              <a:gd name="connsiteX7" fmla="*/ 3495897 w 6191980"/>
              <a:gd name="connsiteY7" fmla="*/ 167096 h 6184462"/>
              <a:gd name="connsiteX8" fmla="*/ 3552221 w 6191980"/>
              <a:gd name="connsiteY8" fmla="*/ 197137 h 6184462"/>
              <a:gd name="connsiteX9" fmla="*/ 3606669 w 6191980"/>
              <a:gd name="connsiteY9" fmla="*/ 219666 h 6184462"/>
              <a:gd name="connsiteX10" fmla="*/ 3666749 w 6191980"/>
              <a:gd name="connsiteY10" fmla="*/ 234686 h 6184462"/>
              <a:gd name="connsiteX11" fmla="*/ 3724950 w 6191980"/>
              <a:gd name="connsiteY11" fmla="*/ 242197 h 6184462"/>
              <a:gd name="connsiteX12" fmla="*/ 3786907 w 6191980"/>
              <a:gd name="connsiteY12" fmla="*/ 242197 h 6184462"/>
              <a:gd name="connsiteX13" fmla="*/ 3850743 w 6191980"/>
              <a:gd name="connsiteY13" fmla="*/ 238443 h 6184462"/>
              <a:gd name="connsiteX14" fmla="*/ 3914577 w 6191980"/>
              <a:gd name="connsiteY14" fmla="*/ 230932 h 6184462"/>
              <a:gd name="connsiteX15" fmla="*/ 3978413 w 6191980"/>
              <a:gd name="connsiteY15" fmla="*/ 221545 h 6184462"/>
              <a:gd name="connsiteX16" fmla="*/ 4042247 w 6191980"/>
              <a:gd name="connsiteY16" fmla="*/ 214035 h 6184462"/>
              <a:gd name="connsiteX17" fmla="*/ 4106083 w 6191980"/>
              <a:gd name="connsiteY17" fmla="*/ 208401 h 6184462"/>
              <a:gd name="connsiteX18" fmla="*/ 4166161 w 6191980"/>
              <a:gd name="connsiteY18" fmla="*/ 210279 h 6184462"/>
              <a:gd name="connsiteX19" fmla="*/ 4224364 w 6191980"/>
              <a:gd name="connsiteY19" fmla="*/ 217789 h 6184462"/>
              <a:gd name="connsiteX20" fmla="*/ 4280690 w 6191980"/>
              <a:gd name="connsiteY20" fmla="*/ 234686 h 6184462"/>
              <a:gd name="connsiteX21" fmla="*/ 4327628 w 6191980"/>
              <a:gd name="connsiteY21" fmla="*/ 259094 h 6184462"/>
              <a:gd name="connsiteX22" fmla="*/ 4372686 w 6191980"/>
              <a:gd name="connsiteY22" fmla="*/ 291012 h 6184462"/>
              <a:gd name="connsiteX23" fmla="*/ 4412114 w 6191980"/>
              <a:gd name="connsiteY23" fmla="*/ 328561 h 6184462"/>
              <a:gd name="connsiteX24" fmla="*/ 4451542 w 6191980"/>
              <a:gd name="connsiteY24" fmla="*/ 371743 h 6184462"/>
              <a:gd name="connsiteX25" fmla="*/ 4487214 w 6191980"/>
              <a:gd name="connsiteY25" fmla="*/ 416803 h 6184462"/>
              <a:gd name="connsiteX26" fmla="*/ 4522886 w 6191980"/>
              <a:gd name="connsiteY26" fmla="*/ 463741 h 6184462"/>
              <a:gd name="connsiteX27" fmla="*/ 4558559 w 6191980"/>
              <a:gd name="connsiteY27" fmla="*/ 510678 h 6184462"/>
              <a:gd name="connsiteX28" fmla="*/ 4594231 w 6191980"/>
              <a:gd name="connsiteY28" fmla="*/ 555737 h 6184462"/>
              <a:gd name="connsiteX29" fmla="*/ 4631782 w 6191980"/>
              <a:gd name="connsiteY29" fmla="*/ 598919 h 6184462"/>
              <a:gd name="connsiteX30" fmla="*/ 4674964 w 6191980"/>
              <a:gd name="connsiteY30" fmla="*/ 636471 h 6184462"/>
              <a:gd name="connsiteX31" fmla="*/ 4716270 w 6191980"/>
              <a:gd name="connsiteY31" fmla="*/ 670266 h 6184462"/>
              <a:gd name="connsiteX32" fmla="*/ 4763206 w 6191980"/>
              <a:gd name="connsiteY32" fmla="*/ 696549 h 6184462"/>
              <a:gd name="connsiteX33" fmla="*/ 4813899 w 6191980"/>
              <a:gd name="connsiteY33" fmla="*/ 719079 h 6184462"/>
              <a:gd name="connsiteX34" fmla="*/ 4868345 w 6191980"/>
              <a:gd name="connsiteY34" fmla="*/ 737854 h 6184462"/>
              <a:gd name="connsiteX35" fmla="*/ 4924669 w 6191980"/>
              <a:gd name="connsiteY35" fmla="*/ 754751 h 6184462"/>
              <a:gd name="connsiteX36" fmla="*/ 4980995 w 6191980"/>
              <a:gd name="connsiteY36" fmla="*/ 769772 h 6184462"/>
              <a:gd name="connsiteX37" fmla="*/ 5039198 w 6191980"/>
              <a:gd name="connsiteY37" fmla="*/ 784792 h 6184462"/>
              <a:gd name="connsiteX38" fmla="*/ 5093644 w 6191980"/>
              <a:gd name="connsiteY38" fmla="*/ 801690 h 6184462"/>
              <a:gd name="connsiteX39" fmla="*/ 5148091 w 6191980"/>
              <a:gd name="connsiteY39" fmla="*/ 820464 h 6184462"/>
              <a:gd name="connsiteX40" fmla="*/ 5198784 w 6191980"/>
              <a:gd name="connsiteY40" fmla="*/ 842995 h 6184462"/>
              <a:gd name="connsiteX41" fmla="*/ 5243845 w 6191980"/>
              <a:gd name="connsiteY41" fmla="*/ 871157 h 6184462"/>
              <a:gd name="connsiteX42" fmla="*/ 5285151 w 6191980"/>
              <a:gd name="connsiteY42" fmla="*/ 904952 h 6184462"/>
              <a:gd name="connsiteX43" fmla="*/ 5318944 w 6191980"/>
              <a:gd name="connsiteY43" fmla="*/ 946257 h 6184462"/>
              <a:gd name="connsiteX44" fmla="*/ 5347108 w 6191980"/>
              <a:gd name="connsiteY44" fmla="*/ 991317 h 6184462"/>
              <a:gd name="connsiteX45" fmla="*/ 5369636 w 6191980"/>
              <a:gd name="connsiteY45" fmla="*/ 1042007 h 6184462"/>
              <a:gd name="connsiteX46" fmla="*/ 5388410 w 6191980"/>
              <a:gd name="connsiteY46" fmla="*/ 1096456 h 6184462"/>
              <a:gd name="connsiteX47" fmla="*/ 5405308 w 6191980"/>
              <a:gd name="connsiteY47" fmla="*/ 1150903 h 6184462"/>
              <a:gd name="connsiteX48" fmla="*/ 5420328 w 6191980"/>
              <a:gd name="connsiteY48" fmla="*/ 1209105 h 6184462"/>
              <a:gd name="connsiteX49" fmla="*/ 5435349 w 6191980"/>
              <a:gd name="connsiteY49" fmla="*/ 1265429 h 6184462"/>
              <a:gd name="connsiteX50" fmla="*/ 5452246 w 6191980"/>
              <a:gd name="connsiteY50" fmla="*/ 1321755 h 6184462"/>
              <a:gd name="connsiteX51" fmla="*/ 5471021 w 6191980"/>
              <a:gd name="connsiteY51" fmla="*/ 1376203 h 6184462"/>
              <a:gd name="connsiteX52" fmla="*/ 5493550 w 6191980"/>
              <a:gd name="connsiteY52" fmla="*/ 1426896 h 6184462"/>
              <a:gd name="connsiteX53" fmla="*/ 5519836 w 6191980"/>
              <a:gd name="connsiteY53" fmla="*/ 1473832 h 6184462"/>
              <a:gd name="connsiteX54" fmla="*/ 5553632 w 6191980"/>
              <a:gd name="connsiteY54" fmla="*/ 1515138 h 6184462"/>
              <a:gd name="connsiteX55" fmla="*/ 5591181 w 6191980"/>
              <a:gd name="connsiteY55" fmla="*/ 1558320 h 6184462"/>
              <a:gd name="connsiteX56" fmla="*/ 5634364 w 6191980"/>
              <a:gd name="connsiteY56" fmla="*/ 1595869 h 6184462"/>
              <a:gd name="connsiteX57" fmla="*/ 5679425 w 6191980"/>
              <a:gd name="connsiteY57" fmla="*/ 1631541 h 6184462"/>
              <a:gd name="connsiteX58" fmla="*/ 5728238 w 6191980"/>
              <a:gd name="connsiteY58" fmla="*/ 1667213 h 6184462"/>
              <a:gd name="connsiteX59" fmla="*/ 5775175 w 6191980"/>
              <a:gd name="connsiteY59" fmla="*/ 1702885 h 6184462"/>
              <a:gd name="connsiteX60" fmla="*/ 5820236 w 6191980"/>
              <a:gd name="connsiteY60" fmla="*/ 1738560 h 6184462"/>
              <a:gd name="connsiteX61" fmla="*/ 5863416 w 6191980"/>
              <a:gd name="connsiteY61" fmla="*/ 1777986 h 6184462"/>
              <a:gd name="connsiteX62" fmla="*/ 5900968 w 6191980"/>
              <a:gd name="connsiteY62" fmla="*/ 1817414 h 6184462"/>
              <a:gd name="connsiteX63" fmla="*/ 5932886 w 6191980"/>
              <a:gd name="connsiteY63" fmla="*/ 1862474 h 6184462"/>
              <a:gd name="connsiteX64" fmla="*/ 5957294 w 6191980"/>
              <a:gd name="connsiteY64" fmla="*/ 1909410 h 6184462"/>
              <a:gd name="connsiteX65" fmla="*/ 5974191 w 6191980"/>
              <a:gd name="connsiteY65" fmla="*/ 1965736 h 6184462"/>
              <a:gd name="connsiteX66" fmla="*/ 5981700 w 6191980"/>
              <a:gd name="connsiteY66" fmla="*/ 2023938 h 6184462"/>
              <a:gd name="connsiteX67" fmla="*/ 5983578 w 6191980"/>
              <a:gd name="connsiteY67" fmla="*/ 2084018 h 6184462"/>
              <a:gd name="connsiteX68" fmla="*/ 5977945 w 6191980"/>
              <a:gd name="connsiteY68" fmla="*/ 2147852 h 6184462"/>
              <a:gd name="connsiteX69" fmla="*/ 5970435 w 6191980"/>
              <a:gd name="connsiteY69" fmla="*/ 2211686 h 6184462"/>
              <a:gd name="connsiteX70" fmla="*/ 5961048 w 6191980"/>
              <a:gd name="connsiteY70" fmla="*/ 2275522 h 6184462"/>
              <a:gd name="connsiteX71" fmla="*/ 5953538 w 6191980"/>
              <a:gd name="connsiteY71" fmla="*/ 2339356 h 6184462"/>
              <a:gd name="connsiteX72" fmla="*/ 5949784 w 6191980"/>
              <a:gd name="connsiteY72" fmla="*/ 2403192 h 6184462"/>
              <a:gd name="connsiteX73" fmla="*/ 5949784 w 6191980"/>
              <a:gd name="connsiteY73" fmla="*/ 2465149 h 6184462"/>
              <a:gd name="connsiteX74" fmla="*/ 5957294 w 6191980"/>
              <a:gd name="connsiteY74" fmla="*/ 2523350 h 6184462"/>
              <a:gd name="connsiteX75" fmla="*/ 5972312 w 6191980"/>
              <a:gd name="connsiteY75" fmla="*/ 2581552 h 6184462"/>
              <a:gd name="connsiteX76" fmla="*/ 5994843 w 6191980"/>
              <a:gd name="connsiteY76" fmla="*/ 2636001 h 6184462"/>
              <a:gd name="connsiteX77" fmla="*/ 6024884 w 6191980"/>
              <a:gd name="connsiteY77" fmla="*/ 2692325 h 6184462"/>
              <a:gd name="connsiteX78" fmla="*/ 6054922 w 6191980"/>
              <a:gd name="connsiteY78" fmla="*/ 2748651 h 6184462"/>
              <a:gd name="connsiteX79" fmla="*/ 6088718 w 6191980"/>
              <a:gd name="connsiteY79" fmla="*/ 2804974 h 6184462"/>
              <a:gd name="connsiteX80" fmla="*/ 6120634 w 6191980"/>
              <a:gd name="connsiteY80" fmla="*/ 2859423 h 6184462"/>
              <a:gd name="connsiteX81" fmla="*/ 6148798 w 6191980"/>
              <a:gd name="connsiteY81" fmla="*/ 2917624 h 6184462"/>
              <a:gd name="connsiteX82" fmla="*/ 6171326 w 6191980"/>
              <a:gd name="connsiteY82" fmla="*/ 2973950 h 6184462"/>
              <a:gd name="connsiteX83" fmla="*/ 6186347 w 6191980"/>
              <a:gd name="connsiteY83" fmla="*/ 3032152 h 6184462"/>
              <a:gd name="connsiteX84" fmla="*/ 6191980 w 6191980"/>
              <a:gd name="connsiteY84" fmla="*/ 3092230 h 6184462"/>
              <a:gd name="connsiteX85" fmla="*/ 6186347 w 6191980"/>
              <a:gd name="connsiteY85" fmla="*/ 3152310 h 6184462"/>
              <a:gd name="connsiteX86" fmla="*/ 6171326 w 6191980"/>
              <a:gd name="connsiteY86" fmla="*/ 3210513 h 6184462"/>
              <a:gd name="connsiteX87" fmla="*/ 6148798 w 6191980"/>
              <a:gd name="connsiteY87" fmla="*/ 3266839 h 6184462"/>
              <a:gd name="connsiteX88" fmla="*/ 6120634 w 6191980"/>
              <a:gd name="connsiteY88" fmla="*/ 3325039 h 6184462"/>
              <a:gd name="connsiteX89" fmla="*/ 6088718 w 6191980"/>
              <a:gd name="connsiteY89" fmla="*/ 3379488 h 6184462"/>
              <a:gd name="connsiteX90" fmla="*/ 6054922 w 6191980"/>
              <a:gd name="connsiteY90" fmla="*/ 3435814 h 6184462"/>
              <a:gd name="connsiteX91" fmla="*/ 6024884 w 6191980"/>
              <a:gd name="connsiteY91" fmla="*/ 3492137 h 6184462"/>
              <a:gd name="connsiteX92" fmla="*/ 5994843 w 6191980"/>
              <a:gd name="connsiteY92" fmla="*/ 3548461 h 6184462"/>
              <a:gd name="connsiteX93" fmla="*/ 5972312 w 6191980"/>
              <a:gd name="connsiteY93" fmla="*/ 3602910 h 6184462"/>
              <a:gd name="connsiteX94" fmla="*/ 5957294 w 6191980"/>
              <a:gd name="connsiteY94" fmla="*/ 3661113 h 6184462"/>
              <a:gd name="connsiteX95" fmla="*/ 5949784 w 6191980"/>
              <a:gd name="connsiteY95" fmla="*/ 3719313 h 6184462"/>
              <a:gd name="connsiteX96" fmla="*/ 5949784 w 6191980"/>
              <a:gd name="connsiteY96" fmla="*/ 3781272 h 6184462"/>
              <a:gd name="connsiteX97" fmla="*/ 5953538 w 6191980"/>
              <a:gd name="connsiteY97" fmla="*/ 3845106 h 6184462"/>
              <a:gd name="connsiteX98" fmla="*/ 5961048 w 6191980"/>
              <a:gd name="connsiteY98" fmla="*/ 3908940 h 6184462"/>
              <a:gd name="connsiteX99" fmla="*/ 5970435 w 6191980"/>
              <a:gd name="connsiteY99" fmla="*/ 3972776 h 6184462"/>
              <a:gd name="connsiteX100" fmla="*/ 5977945 w 6191980"/>
              <a:gd name="connsiteY100" fmla="*/ 4036610 h 6184462"/>
              <a:gd name="connsiteX101" fmla="*/ 5983578 w 6191980"/>
              <a:gd name="connsiteY101" fmla="*/ 4100444 h 6184462"/>
              <a:gd name="connsiteX102" fmla="*/ 5981700 w 6191980"/>
              <a:gd name="connsiteY102" fmla="*/ 4160526 h 6184462"/>
              <a:gd name="connsiteX103" fmla="*/ 5974191 w 6191980"/>
              <a:gd name="connsiteY103" fmla="*/ 4218729 h 6184462"/>
              <a:gd name="connsiteX104" fmla="*/ 5957294 w 6191980"/>
              <a:gd name="connsiteY104" fmla="*/ 4275053 h 6184462"/>
              <a:gd name="connsiteX105" fmla="*/ 5932886 w 6191980"/>
              <a:gd name="connsiteY105" fmla="*/ 4321989 h 6184462"/>
              <a:gd name="connsiteX106" fmla="*/ 5900968 w 6191980"/>
              <a:gd name="connsiteY106" fmla="*/ 4367050 h 6184462"/>
              <a:gd name="connsiteX107" fmla="*/ 5863416 w 6191980"/>
              <a:gd name="connsiteY107" fmla="*/ 4406477 h 6184462"/>
              <a:gd name="connsiteX108" fmla="*/ 5820236 w 6191980"/>
              <a:gd name="connsiteY108" fmla="*/ 4445903 h 6184462"/>
              <a:gd name="connsiteX109" fmla="*/ 5775175 w 6191980"/>
              <a:gd name="connsiteY109" fmla="*/ 4481577 h 6184462"/>
              <a:gd name="connsiteX110" fmla="*/ 5728238 w 6191980"/>
              <a:gd name="connsiteY110" fmla="*/ 4517249 h 6184462"/>
              <a:gd name="connsiteX111" fmla="*/ 5679425 w 6191980"/>
              <a:gd name="connsiteY111" fmla="*/ 4552921 h 6184462"/>
              <a:gd name="connsiteX112" fmla="*/ 5634364 w 6191980"/>
              <a:gd name="connsiteY112" fmla="*/ 4588593 h 6184462"/>
              <a:gd name="connsiteX113" fmla="*/ 5591181 w 6191980"/>
              <a:gd name="connsiteY113" fmla="*/ 4626142 h 6184462"/>
              <a:gd name="connsiteX114" fmla="*/ 5553632 w 6191980"/>
              <a:gd name="connsiteY114" fmla="*/ 4669325 h 6184462"/>
              <a:gd name="connsiteX115" fmla="*/ 5519836 w 6191980"/>
              <a:gd name="connsiteY115" fmla="*/ 4710630 h 6184462"/>
              <a:gd name="connsiteX116" fmla="*/ 5493550 w 6191980"/>
              <a:gd name="connsiteY116" fmla="*/ 4757566 h 6184462"/>
              <a:gd name="connsiteX117" fmla="*/ 5471021 w 6191980"/>
              <a:gd name="connsiteY117" fmla="*/ 4808259 h 6184462"/>
              <a:gd name="connsiteX118" fmla="*/ 5452246 w 6191980"/>
              <a:gd name="connsiteY118" fmla="*/ 4862708 h 6184462"/>
              <a:gd name="connsiteX119" fmla="*/ 5435349 w 6191980"/>
              <a:gd name="connsiteY119" fmla="*/ 4919033 h 6184462"/>
              <a:gd name="connsiteX120" fmla="*/ 5420328 w 6191980"/>
              <a:gd name="connsiteY120" fmla="*/ 4975357 h 6184462"/>
              <a:gd name="connsiteX121" fmla="*/ 5405308 w 6191980"/>
              <a:gd name="connsiteY121" fmla="*/ 5033560 h 6184462"/>
              <a:gd name="connsiteX122" fmla="*/ 5388410 w 6191980"/>
              <a:gd name="connsiteY122" fmla="*/ 5088007 h 6184462"/>
              <a:gd name="connsiteX123" fmla="*/ 5369636 w 6191980"/>
              <a:gd name="connsiteY123" fmla="*/ 5142453 h 6184462"/>
              <a:gd name="connsiteX124" fmla="*/ 5347108 w 6191980"/>
              <a:gd name="connsiteY124" fmla="*/ 5193146 h 6184462"/>
              <a:gd name="connsiteX125" fmla="*/ 5318944 w 6191980"/>
              <a:gd name="connsiteY125" fmla="*/ 5238207 h 6184462"/>
              <a:gd name="connsiteX126" fmla="*/ 5285151 w 6191980"/>
              <a:gd name="connsiteY126" fmla="*/ 5279510 h 6184462"/>
              <a:gd name="connsiteX127" fmla="*/ 5243845 w 6191980"/>
              <a:gd name="connsiteY127" fmla="*/ 5313305 h 6184462"/>
              <a:gd name="connsiteX128" fmla="*/ 5198784 w 6191980"/>
              <a:gd name="connsiteY128" fmla="*/ 5341467 h 6184462"/>
              <a:gd name="connsiteX129" fmla="*/ 5148091 w 6191980"/>
              <a:gd name="connsiteY129" fmla="*/ 5363998 h 6184462"/>
              <a:gd name="connsiteX130" fmla="*/ 5093644 w 6191980"/>
              <a:gd name="connsiteY130" fmla="*/ 5382773 h 6184462"/>
              <a:gd name="connsiteX131" fmla="*/ 5039198 w 6191980"/>
              <a:gd name="connsiteY131" fmla="*/ 5399670 h 6184462"/>
              <a:gd name="connsiteX132" fmla="*/ 4980995 w 6191980"/>
              <a:gd name="connsiteY132" fmla="*/ 5414691 h 6184462"/>
              <a:gd name="connsiteX133" fmla="*/ 4924669 w 6191980"/>
              <a:gd name="connsiteY133" fmla="*/ 5429711 h 6184462"/>
              <a:gd name="connsiteX134" fmla="*/ 4868345 w 6191980"/>
              <a:gd name="connsiteY134" fmla="*/ 5446609 h 6184462"/>
              <a:gd name="connsiteX135" fmla="*/ 4813899 w 6191980"/>
              <a:gd name="connsiteY135" fmla="*/ 5465383 h 6184462"/>
              <a:gd name="connsiteX136" fmla="*/ 4763206 w 6191980"/>
              <a:gd name="connsiteY136" fmla="*/ 5487914 h 6184462"/>
              <a:gd name="connsiteX137" fmla="*/ 4716270 w 6191980"/>
              <a:gd name="connsiteY137" fmla="*/ 5514197 h 6184462"/>
              <a:gd name="connsiteX138" fmla="*/ 4674964 w 6191980"/>
              <a:gd name="connsiteY138" fmla="*/ 5547992 h 6184462"/>
              <a:gd name="connsiteX139" fmla="*/ 4631782 w 6191980"/>
              <a:gd name="connsiteY139" fmla="*/ 5585543 h 6184462"/>
              <a:gd name="connsiteX140" fmla="*/ 4594231 w 6191980"/>
              <a:gd name="connsiteY140" fmla="*/ 5628725 h 6184462"/>
              <a:gd name="connsiteX141" fmla="*/ 4558559 w 6191980"/>
              <a:gd name="connsiteY141" fmla="*/ 5673785 h 6184462"/>
              <a:gd name="connsiteX142" fmla="*/ 4522886 w 6191980"/>
              <a:gd name="connsiteY142" fmla="*/ 5720721 h 6184462"/>
              <a:gd name="connsiteX143" fmla="*/ 4487214 w 6191980"/>
              <a:gd name="connsiteY143" fmla="*/ 5767659 h 6184462"/>
              <a:gd name="connsiteX144" fmla="*/ 4451542 w 6191980"/>
              <a:gd name="connsiteY144" fmla="*/ 5812719 h 6184462"/>
              <a:gd name="connsiteX145" fmla="*/ 4412114 w 6191980"/>
              <a:gd name="connsiteY145" fmla="*/ 5855901 h 6184462"/>
              <a:gd name="connsiteX146" fmla="*/ 4372686 w 6191980"/>
              <a:gd name="connsiteY146" fmla="*/ 5893450 h 6184462"/>
              <a:gd name="connsiteX147" fmla="*/ 4327628 w 6191980"/>
              <a:gd name="connsiteY147" fmla="*/ 5925368 h 6184462"/>
              <a:gd name="connsiteX148" fmla="*/ 4280690 w 6191980"/>
              <a:gd name="connsiteY148" fmla="*/ 5949776 h 6184462"/>
              <a:gd name="connsiteX149" fmla="*/ 4224364 w 6191980"/>
              <a:gd name="connsiteY149" fmla="*/ 5966674 h 6184462"/>
              <a:gd name="connsiteX150" fmla="*/ 4166161 w 6191980"/>
              <a:gd name="connsiteY150" fmla="*/ 5974184 h 6184462"/>
              <a:gd name="connsiteX151" fmla="*/ 4106083 w 6191980"/>
              <a:gd name="connsiteY151" fmla="*/ 5976061 h 6184462"/>
              <a:gd name="connsiteX152" fmla="*/ 4042247 w 6191980"/>
              <a:gd name="connsiteY152" fmla="*/ 5970428 h 6184462"/>
              <a:gd name="connsiteX153" fmla="*/ 3978413 w 6191980"/>
              <a:gd name="connsiteY153" fmla="*/ 5962919 h 6184462"/>
              <a:gd name="connsiteX154" fmla="*/ 3914577 w 6191980"/>
              <a:gd name="connsiteY154" fmla="*/ 5953530 h 6184462"/>
              <a:gd name="connsiteX155" fmla="*/ 3850743 w 6191980"/>
              <a:gd name="connsiteY155" fmla="*/ 5946022 h 6184462"/>
              <a:gd name="connsiteX156" fmla="*/ 3786907 w 6191980"/>
              <a:gd name="connsiteY156" fmla="*/ 5942266 h 6184462"/>
              <a:gd name="connsiteX157" fmla="*/ 3724950 w 6191980"/>
              <a:gd name="connsiteY157" fmla="*/ 5942266 h 6184462"/>
              <a:gd name="connsiteX158" fmla="*/ 3666749 w 6191980"/>
              <a:gd name="connsiteY158" fmla="*/ 5949776 h 6184462"/>
              <a:gd name="connsiteX159" fmla="*/ 3606669 w 6191980"/>
              <a:gd name="connsiteY159" fmla="*/ 5964797 h 6184462"/>
              <a:gd name="connsiteX160" fmla="*/ 3552221 w 6191980"/>
              <a:gd name="connsiteY160" fmla="*/ 5987325 h 6184462"/>
              <a:gd name="connsiteX161" fmla="*/ 3495897 w 6191980"/>
              <a:gd name="connsiteY161" fmla="*/ 6017366 h 6184462"/>
              <a:gd name="connsiteX162" fmla="*/ 3439573 w 6191980"/>
              <a:gd name="connsiteY162" fmla="*/ 6047407 h 6184462"/>
              <a:gd name="connsiteX163" fmla="*/ 3383247 w 6191980"/>
              <a:gd name="connsiteY163" fmla="*/ 6081200 h 6184462"/>
              <a:gd name="connsiteX164" fmla="*/ 3328798 w 6191980"/>
              <a:gd name="connsiteY164" fmla="*/ 6113118 h 6184462"/>
              <a:gd name="connsiteX165" fmla="*/ 3270598 w 6191980"/>
              <a:gd name="connsiteY165" fmla="*/ 6141280 h 6184462"/>
              <a:gd name="connsiteX166" fmla="*/ 3214272 w 6191980"/>
              <a:gd name="connsiteY166" fmla="*/ 6163811 h 6184462"/>
              <a:gd name="connsiteX167" fmla="*/ 3156069 w 6191980"/>
              <a:gd name="connsiteY167" fmla="*/ 6178831 h 6184462"/>
              <a:gd name="connsiteX168" fmla="*/ 3095991 w 6191980"/>
              <a:gd name="connsiteY168" fmla="*/ 6184462 h 6184462"/>
              <a:gd name="connsiteX169" fmla="*/ 3035911 w 6191980"/>
              <a:gd name="connsiteY169" fmla="*/ 6178831 h 6184462"/>
              <a:gd name="connsiteX170" fmla="*/ 2977708 w 6191980"/>
              <a:gd name="connsiteY170" fmla="*/ 6163811 h 6184462"/>
              <a:gd name="connsiteX171" fmla="*/ 2921385 w 6191980"/>
              <a:gd name="connsiteY171" fmla="*/ 6141280 h 6184462"/>
              <a:gd name="connsiteX172" fmla="*/ 2863182 w 6191980"/>
              <a:gd name="connsiteY172" fmla="*/ 6113118 h 6184462"/>
              <a:gd name="connsiteX173" fmla="*/ 2808733 w 6191980"/>
              <a:gd name="connsiteY173" fmla="*/ 6081200 h 6184462"/>
              <a:gd name="connsiteX174" fmla="*/ 2752409 w 6191980"/>
              <a:gd name="connsiteY174" fmla="*/ 6047407 h 6184462"/>
              <a:gd name="connsiteX175" fmla="*/ 2696083 w 6191980"/>
              <a:gd name="connsiteY175" fmla="*/ 6017366 h 6184462"/>
              <a:gd name="connsiteX176" fmla="*/ 2639760 w 6191980"/>
              <a:gd name="connsiteY176" fmla="*/ 5987325 h 6184462"/>
              <a:gd name="connsiteX177" fmla="*/ 2583436 w 6191980"/>
              <a:gd name="connsiteY177" fmla="*/ 5964797 h 6184462"/>
              <a:gd name="connsiteX178" fmla="*/ 2525233 w 6191980"/>
              <a:gd name="connsiteY178" fmla="*/ 5949776 h 6184462"/>
              <a:gd name="connsiteX179" fmla="*/ 2467030 w 6191980"/>
              <a:gd name="connsiteY179" fmla="*/ 5942266 h 6184462"/>
              <a:gd name="connsiteX180" fmla="*/ 2405071 w 6191980"/>
              <a:gd name="connsiteY180" fmla="*/ 5942266 h 6184462"/>
              <a:gd name="connsiteX181" fmla="*/ 2341237 w 6191980"/>
              <a:gd name="connsiteY181" fmla="*/ 5946022 h 6184462"/>
              <a:gd name="connsiteX182" fmla="*/ 2277403 w 6191980"/>
              <a:gd name="connsiteY182" fmla="*/ 5953530 h 6184462"/>
              <a:gd name="connsiteX183" fmla="*/ 2213567 w 6191980"/>
              <a:gd name="connsiteY183" fmla="*/ 5962919 h 6184462"/>
              <a:gd name="connsiteX184" fmla="*/ 2149731 w 6191980"/>
              <a:gd name="connsiteY184" fmla="*/ 5970428 h 6184462"/>
              <a:gd name="connsiteX185" fmla="*/ 2085897 w 6191980"/>
              <a:gd name="connsiteY185" fmla="*/ 5976061 h 6184462"/>
              <a:gd name="connsiteX186" fmla="*/ 2025819 w 6191980"/>
              <a:gd name="connsiteY186" fmla="*/ 5974184 h 6184462"/>
              <a:gd name="connsiteX187" fmla="*/ 1967617 w 6191980"/>
              <a:gd name="connsiteY187" fmla="*/ 5966674 h 6184462"/>
              <a:gd name="connsiteX188" fmla="*/ 1911291 w 6191980"/>
              <a:gd name="connsiteY188" fmla="*/ 5949776 h 6184462"/>
              <a:gd name="connsiteX189" fmla="*/ 1864354 w 6191980"/>
              <a:gd name="connsiteY189" fmla="*/ 5925368 h 6184462"/>
              <a:gd name="connsiteX190" fmla="*/ 1819293 w 6191980"/>
              <a:gd name="connsiteY190" fmla="*/ 5893450 h 6184462"/>
              <a:gd name="connsiteX191" fmla="*/ 1779867 w 6191980"/>
              <a:gd name="connsiteY191" fmla="*/ 5855901 h 6184462"/>
              <a:gd name="connsiteX192" fmla="*/ 1740438 w 6191980"/>
              <a:gd name="connsiteY192" fmla="*/ 5812719 h 6184462"/>
              <a:gd name="connsiteX193" fmla="*/ 1704766 w 6191980"/>
              <a:gd name="connsiteY193" fmla="*/ 5767659 h 6184462"/>
              <a:gd name="connsiteX194" fmla="*/ 1669094 w 6191980"/>
              <a:gd name="connsiteY194" fmla="*/ 5720721 h 6184462"/>
              <a:gd name="connsiteX195" fmla="*/ 1633422 w 6191980"/>
              <a:gd name="connsiteY195" fmla="*/ 5673785 h 6184462"/>
              <a:gd name="connsiteX196" fmla="*/ 1597750 w 6191980"/>
              <a:gd name="connsiteY196" fmla="*/ 5628725 h 6184462"/>
              <a:gd name="connsiteX197" fmla="*/ 1560199 w 6191980"/>
              <a:gd name="connsiteY197" fmla="*/ 5585543 h 6184462"/>
              <a:gd name="connsiteX198" fmla="*/ 1517016 w 6191980"/>
              <a:gd name="connsiteY198" fmla="*/ 5547992 h 6184462"/>
              <a:gd name="connsiteX199" fmla="*/ 1475711 w 6191980"/>
              <a:gd name="connsiteY199" fmla="*/ 5514197 h 6184462"/>
              <a:gd name="connsiteX200" fmla="*/ 1428774 w 6191980"/>
              <a:gd name="connsiteY200" fmla="*/ 5487914 h 6184462"/>
              <a:gd name="connsiteX201" fmla="*/ 1378082 w 6191980"/>
              <a:gd name="connsiteY201" fmla="*/ 5465383 h 6184462"/>
              <a:gd name="connsiteX202" fmla="*/ 1323635 w 6191980"/>
              <a:gd name="connsiteY202" fmla="*/ 5446609 h 6184462"/>
              <a:gd name="connsiteX203" fmla="*/ 1267309 w 6191980"/>
              <a:gd name="connsiteY203" fmla="*/ 5429711 h 6184462"/>
              <a:gd name="connsiteX204" fmla="*/ 1210986 w 6191980"/>
              <a:gd name="connsiteY204" fmla="*/ 5414691 h 6184462"/>
              <a:gd name="connsiteX205" fmla="*/ 1152783 w 6191980"/>
              <a:gd name="connsiteY205" fmla="*/ 5399670 h 6184462"/>
              <a:gd name="connsiteX206" fmla="*/ 1098336 w 6191980"/>
              <a:gd name="connsiteY206" fmla="*/ 5382773 h 6184462"/>
              <a:gd name="connsiteX207" fmla="*/ 1043887 w 6191980"/>
              <a:gd name="connsiteY207" fmla="*/ 5363998 h 6184462"/>
              <a:gd name="connsiteX208" fmla="*/ 993197 w 6191980"/>
              <a:gd name="connsiteY208" fmla="*/ 5341467 h 6184462"/>
              <a:gd name="connsiteX209" fmla="*/ 948135 w 6191980"/>
              <a:gd name="connsiteY209" fmla="*/ 5313305 h 6184462"/>
              <a:gd name="connsiteX210" fmla="*/ 906830 w 6191980"/>
              <a:gd name="connsiteY210" fmla="*/ 5279510 h 6184462"/>
              <a:gd name="connsiteX211" fmla="*/ 873037 w 6191980"/>
              <a:gd name="connsiteY211" fmla="*/ 5238207 h 6184462"/>
              <a:gd name="connsiteX212" fmla="*/ 844875 w 6191980"/>
              <a:gd name="connsiteY212" fmla="*/ 5193146 h 6184462"/>
              <a:gd name="connsiteX213" fmla="*/ 822344 w 6191980"/>
              <a:gd name="connsiteY213" fmla="*/ 5142453 h 6184462"/>
              <a:gd name="connsiteX214" fmla="*/ 803570 w 6191980"/>
              <a:gd name="connsiteY214" fmla="*/ 5088007 h 6184462"/>
              <a:gd name="connsiteX215" fmla="*/ 786672 w 6191980"/>
              <a:gd name="connsiteY215" fmla="*/ 5033560 h 6184462"/>
              <a:gd name="connsiteX216" fmla="*/ 771652 w 6191980"/>
              <a:gd name="connsiteY216" fmla="*/ 4975357 h 6184462"/>
              <a:gd name="connsiteX217" fmla="*/ 756631 w 6191980"/>
              <a:gd name="connsiteY217" fmla="*/ 4919033 h 6184462"/>
              <a:gd name="connsiteX218" fmla="*/ 739734 w 6191980"/>
              <a:gd name="connsiteY218" fmla="*/ 4862708 h 6184462"/>
              <a:gd name="connsiteX219" fmla="*/ 720959 w 6191980"/>
              <a:gd name="connsiteY219" fmla="*/ 4808259 h 6184462"/>
              <a:gd name="connsiteX220" fmla="*/ 698428 w 6191980"/>
              <a:gd name="connsiteY220" fmla="*/ 4757566 h 6184462"/>
              <a:gd name="connsiteX221" fmla="*/ 672143 w 6191980"/>
              <a:gd name="connsiteY221" fmla="*/ 4710630 h 6184462"/>
              <a:gd name="connsiteX222" fmla="*/ 638351 w 6191980"/>
              <a:gd name="connsiteY222" fmla="*/ 4669325 h 6184462"/>
              <a:gd name="connsiteX223" fmla="*/ 600799 w 6191980"/>
              <a:gd name="connsiteY223" fmla="*/ 4626142 h 6184462"/>
              <a:gd name="connsiteX224" fmla="*/ 557617 w 6191980"/>
              <a:gd name="connsiteY224" fmla="*/ 4588593 h 6184462"/>
              <a:gd name="connsiteX225" fmla="*/ 510678 w 6191980"/>
              <a:gd name="connsiteY225" fmla="*/ 4552921 h 6184462"/>
              <a:gd name="connsiteX226" fmla="*/ 463742 w 6191980"/>
              <a:gd name="connsiteY226" fmla="*/ 4517249 h 6184462"/>
              <a:gd name="connsiteX227" fmla="*/ 416805 w 6191980"/>
              <a:gd name="connsiteY227" fmla="*/ 4481577 h 6184462"/>
              <a:gd name="connsiteX228" fmla="*/ 371744 w 6191980"/>
              <a:gd name="connsiteY228" fmla="*/ 4445903 h 6184462"/>
              <a:gd name="connsiteX229" fmla="*/ 328562 w 6191980"/>
              <a:gd name="connsiteY229" fmla="*/ 4406477 h 6184462"/>
              <a:gd name="connsiteX230" fmla="*/ 291012 w 6191980"/>
              <a:gd name="connsiteY230" fmla="*/ 4367050 h 6184462"/>
              <a:gd name="connsiteX231" fmla="*/ 259096 w 6191980"/>
              <a:gd name="connsiteY231" fmla="*/ 4321989 h 6184462"/>
              <a:gd name="connsiteX232" fmla="*/ 234689 w 6191980"/>
              <a:gd name="connsiteY232" fmla="*/ 4275053 h 6184462"/>
              <a:gd name="connsiteX233" fmla="*/ 217791 w 6191980"/>
              <a:gd name="connsiteY233" fmla="*/ 4218729 h 6184462"/>
              <a:gd name="connsiteX234" fmla="*/ 210281 w 6191980"/>
              <a:gd name="connsiteY234" fmla="*/ 4160526 h 6184462"/>
              <a:gd name="connsiteX235" fmla="*/ 208402 w 6191980"/>
              <a:gd name="connsiteY235" fmla="*/ 4100444 h 6184462"/>
              <a:gd name="connsiteX236" fmla="*/ 214035 w 6191980"/>
              <a:gd name="connsiteY236" fmla="*/ 4036610 h 6184462"/>
              <a:gd name="connsiteX237" fmla="*/ 221545 w 6191980"/>
              <a:gd name="connsiteY237" fmla="*/ 3972776 h 6184462"/>
              <a:gd name="connsiteX238" fmla="*/ 230932 w 6191980"/>
              <a:gd name="connsiteY238" fmla="*/ 3908940 h 6184462"/>
              <a:gd name="connsiteX239" fmla="*/ 238443 w 6191980"/>
              <a:gd name="connsiteY239" fmla="*/ 3845106 h 6184462"/>
              <a:gd name="connsiteX240" fmla="*/ 242199 w 6191980"/>
              <a:gd name="connsiteY240" fmla="*/ 3781272 h 6184462"/>
              <a:gd name="connsiteX241" fmla="*/ 242199 w 6191980"/>
              <a:gd name="connsiteY241" fmla="*/ 3719313 h 6184462"/>
              <a:gd name="connsiteX242" fmla="*/ 234689 w 6191980"/>
              <a:gd name="connsiteY242" fmla="*/ 3661113 h 6184462"/>
              <a:gd name="connsiteX243" fmla="*/ 219668 w 6191980"/>
              <a:gd name="connsiteY243" fmla="*/ 3602910 h 6184462"/>
              <a:gd name="connsiteX244" fmla="*/ 197138 w 6191980"/>
              <a:gd name="connsiteY244" fmla="*/ 3548461 h 6184462"/>
              <a:gd name="connsiteX245" fmla="*/ 168976 w 6191980"/>
              <a:gd name="connsiteY245" fmla="*/ 3492137 h 6184462"/>
              <a:gd name="connsiteX246" fmla="*/ 137057 w 6191980"/>
              <a:gd name="connsiteY246" fmla="*/ 3435814 h 6184462"/>
              <a:gd name="connsiteX247" fmla="*/ 103264 w 6191980"/>
              <a:gd name="connsiteY247" fmla="*/ 3379488 h 6184462"/>
              <a:gd name="connsiteX248" fmla="*/ 71346 w 6191980"/>
              <a:gd name="connsiteY248" fmla="*/ 3325039 h 6184462"/>
              <a:gd name="connsiteX249" fmla="*/ 43182 w 6191980"/>
              <a:gd name="connsiteY249" fmla="*/ 3266839 h 6184462"/>
              <a:gd name="connsiteX250" fmla="*/ 20654 w 6191980"/>
              <a:gd name="connsiteY250" fmla="*/ 3210513 h 6184462"/>
              <a:gd name="connsiteX251" fmla="*/ 5634 w 6191980"/>
              <a:gd name="connsiteY251" fmla="*/ 3152310 h 6184462"/>
              <a:gd name="connsiteX252" fmla="*/ 0 w 6191980"/>
              <a:gd name="connsiteY252" fmla="*/ 3092230 h 6184462"/>
              <a:gd name="connsiteX253" fmla="*/ 5634 w 6191980"/>
              <a:gd name="connsiteY253" fmla="*/ 3032152 h 6184462"/>
              <a:gd name="connsiteX254" fmla="*/ 20654 w 6191980"/>
              <a:gd name="connsiteY254" fmla="*/ 2973950 h 6184462"/>
              <a:gd name="connsiteX255" fmla="*/ 43182 w 6191980"/>
              <a:gd name="connsiteY255" fmla="*/ 2917624 h 6184462"/>
              <a:gd name="connsiteX256" fmla="*/ 71346 w 6191980"/>
              <a:gd name="connsiteY256" fmla="*/ 2859423 h 6184462"/>
              <a:gd name="connsiteX257" fmla="*/ 103264 w 6191980"/>
              <a:gd name="connsiteY257" fmla="*/ 2804974 h 6184462"/>
              <a:gd name="connsiteX258" fmla="*/ 137057 w 6191980"/>
              <a:gd name="connsiteY258" fmla="*/ 2748651 h 6184462"/>
              <a:gd name="connsiteX259" fmla="*/ 168976 w 6191980"/>
              <a:gd name="connsiteY259" fmla="*/ 2692325 h 6184462"/>
              <a:gd name="connsiteX260" fmla="*/ 197138 w 6191980"/>
              <a:gd name="connsiteY260" fmla="*/ 2636001 h 6184462"/>
              <a:gd name="connsiteX261" fmla="*/ 219668 w 6191980"/>
              <a:gd name="connsiteY261" fmla="*/ 2581552 h 6184462"/>
              <a:gd name="connsiteX262" fmla="*/ 234689 w 6191980"/>
              <a:gd name="connsiteY262" fmla="*/ 2523350 h 6184462"/>
              <a:gd name="connsiteX263" fmla="*/ 242199 w 6191980"/>
              <a:gd name="connsiteY263" fmla="*/ 2465149 h 6184462"/>
              <a:gd name="connsiteX264" fmla="*/ 242199 w 6191980"/>
              <a:gd name="connsiteY264" fmla="*/ 2403192 h 6184462"/>
              <a:gd name="connsiteX265" fmla="*/ 238443 w 6191980"/>
              <a:gd name="connsiteY265" fmla="*/ 2339356 h 6184462"/>
              <a:gd name="connsiteX266" fmla="*/ 230932 w 6191980"/>
              <a:gd name="connsiteY266" fmla="*/ 2275522 h 6184462"/>
              <a:gd name="connsiteX267" fmla="*/ 221545 w 6191980"/>
              <a:gd name="connsiteY267" fmla="*/ 2211686 h 6184462"/>
              <a:gd name="connsiteX268" fmla="*/ 214035 w 6191980"/>
              <a:gd name="connsiteY268" fmla="*/ 2147852 h 6184462"/>
              <a:gd name="connsiteX269" fmla="*/ 208402 w 6191980"/>
              <a:gd name="connsiteY269" fmla="*/ 2084018 h 6184462"/>
              <a:gd name="connsiteX270" fmla="*/ 210281 w 6191980"/>
              <a:gd name="connsiteY270" fmla="*/ 2023938 h 6184462"/>
              <a:gd name="connsiteX271" fmla="*/ 217791 w 6191980"/>
              <a:gd name="connsiteY271" fmla="*/ 1965736 h 6184462"/>
              <a:gd name="connsiteX272" fmla="*/ 234689 w 6191980"/>
              <a:gd name="connsiteY272" fmla="*/ 1909410 h 6184462"/>
              <a:gd name="connsiteX273" fmla="*/ 259096 w 6191980"/>
              <a:gd name="connsiteY273" fmla="*/ 1862474 h 6184462"/>
              <a:gd name="connsiteX274" fmla="*/ 291012 w 6191980"/>
              <a:gd name="connsiteY274" fmla="*/ 1817414 h 6184462"/>
              <a:gd name="connsiteX275" fmla="*/ 328562 w 6191980"/>
              <a:gd name="connsiteY275" fmla="*/ 1777986 h 6184462"/>
              <a:gd name="connsiteX276" fmla="*/ 371744 w 6191980"/>
              <a:gd name="connsiteY276" fmla="*/ 1738560 h 6184462"/>
              <a:gd name="connsiteX277" fmla="*/ 416805 w 6191980"/>
              <a:gd name="connsiteY277" fmla="*/ 1702885 h 6184462"/>
              <a:gd name="connsiteX278" fmla="*/ 463742 w 6191980"/>
              <a:gd name="connsiteY278" fmla="*/ 1667213 h 6184462"/>
              <a:gd name="connsiteX279" fmla="*/ 510678 w 6191980"/>
              <a:gd name="connsiteY279" fmla="*/ 1631541 h 6184462"/>
              <a:gd name="connsiteX280" fmla="*/ 557617 w 6191980"/>
              <a:gd name="connsiteY280" fmla="*/ 1595869 h 6184462"/>
              <a:gd name="connsiteX281" fmla="*/ 600799 w 6191980"/>
              <a:gd name="connsiteY281" fmla="*/ 1558320 h 6184462"/>
              <a:gd name="connsiteX282" fmla="*/ 638351 w 6191980"/>
              <a:gd name="connsiteY282" fmla="*/ 1515138 h 6184462"/>
              <a:gd name="connsiteX283" fmla="*/ 672143 w 6191980"/>
              <a:gd name="connsiteY283" fmla="*/ 1473832 h 6184462"/>
              <a:gd name="connsiteX284" fmla="*/ 698428 w 6191980"/>
              <a:gd name="connsiteY284" fmla="*/ 1426896 h 6184462"/>
              <a:gd name="connsiteX285" fmla="*/ 720959 w 6191980"/>
              <a:gd name="connsiteY285" fmla="*/ 1376203 h 6184462"/>
              <a:gd name="connsiteX286" fmla="*/ 739734 w 6191980"/>
              <a:gd name="connsiteY286" fmla="*/ 1321755 h 6184462"/>
              <a:gd name="connsiteX287" fmla="*/ 756631 w 6191980"/>
              <a:gd name="connsiteY287" fmla="*/ 1265429 h 6184462"/>
              <a:gd name="connsiteX288" fmla="*/ 771652 w 6191980"/>
              <a:gd name="connsiteY288" fmla="*/ 1209105 h 6184462"/>
              <a:gd name="connsiteX289" fmla="*/ 786672 w 6191980"/>
              <a:gd name="connsiteY289" fmla="*/ 1150903 h 6184462"/>
              <a:gd name="connsiteX290" fmla="*/ 803570 w 6191980"/>
              <a:gd name="connsiteY290" fmla="*/ 1096456 h 6184462"/>
              <a:gd name="connsiteX291" fmla="*/ 822344 w 6191980"/>
              <a:gd name="connsiteY291" fmla="*/ 1042007 h 6184462"/>
              <a:gd name="connsiteX292" fmla="*/ 844875 w 6191980"/>
              <a:gd name="connsiteY292" fmla="*/ 991317 h 6184462"/>
              <a:gd name="connsiteX293" fmla="*/ 873037 w 6191980"/>
              <a:gd name="connsiteY293" fmla="*/ 946257 h 6184462"/>
              <a:gd name="connsiteX294" fmla="*/ 906830 w 6191980"/>
              <a:gd name="connsiteY294" fmla="*/ 904952 h 6184462"/>
              <a:gd name="connsiteX295" fmla="*/ 948135 w 6191980"/>
              <a:gd name="connsiteY295" fmla="*/ 871157 h 6184462"/>
              <a:gd name="connsiteX296" fmla="*/ 993197 w 6191980"/>
              <a:gd name="connsiteY296" fmla="*/ 842995 h 6184462"/>
              <a:gd name="connsiteX297" fmla="*/ 1043887 w 6191980"/>
              <a:gd name="connsiteY297" fmla="*/ 820464 h 6184462"/>
              <a:gd name="connsiteX298" fmla="*/ 1098336 w 6191980"/>
              <a:gd name="connsiteY298" fmla="*/ 801690 h 6184462"/>
              <a:gd name="connsiteX299" fmla="*/ 1152783 w 6191980"/>
              <a:gd name="connsiteY299" fmla="*/ 784792 h 6184462"/>
              <a:gd name="connsiteX300" fmla="*/ 1210986 w 6191980"/>
              <a:gd name="connsiteY300" fmla="*/ 769772 h 6184462"/>
              <a:gd name="connsiteX301" fmla="*/ 1267309 w 6191980"/>
              <a:gd name="connsiteY301" fmla="*/ 754751 h 6184462"/>
              <a:gd name="connsiteX302" fmla="*/ 1323635 w 6191980"/>
              <a:gd name="connsiteY302" fmla="*/ 737854 h 6184462"/>
              <a:gd name="connsiteX303" fmla="*/ 1378082 w 6191980"/>
              <a:gd name="connsiteY303" fmla="*/ 719079 h 6184462"/>
              <a:gd name="connsiteX304" fmla="*/ 1428774 w 6191980"/>
              <a:gd name="connsiteY304" fmla="*/ 696549 h 6184462"/>
              <a:gd name="connsiteX305" fmla="*/ 1475711 w 6191980"/>
              <a:gd name="connsiteY305" fmla="*/ 670266 h 6184462"/>
              <a:gd name="connsiteX306" fmla="*/ 1517016 w 6191980"/>
              <a:gd name="connsiteY306" fmla="*/ 636471 h 6184462"/>
              <a:gd name="connsiteX307" fmla="*/ 1560199 w 6191980"/>
              <a:gd name="connsiteY307" fmla="*/ 598919 h 6184462"/>
              <a:gd name="connsiteX308" fmla="*/ 1597750 w 6191980"/>
              <a:gd name="connsiteY308" fmla="*/ 555737 h 6184462"/>
              <a:gd name="connsiteX309" fmla="*/ 1633422 w 6191980"/>
              <a:gd name="connsiteY309" fmla="*/ 510678 h 6184462"/>
              <a:gd name="connsiteX310" fmla="*/ 1669094 w 6191980"/>
              <a:gd name="connsiteY310" fmla="*/ 463741 h 6184462"/>
              <a:gd name="connsiteX311" fmla="*/ 1704766 w 6191980"/>
              <a:gd name="connsiteY311" fmla="*/ 416803 h 6184462"/>
              <a:gd name="connsiteX312" fmla="*/ 1740438 w 6191980"/>
              <a:gd name="connsiteY312" fmla="*/ 371743 h 6184462"/>
              <a:gd name="connsiteX313" fmla="*/ 1779867 w 6191980"/>
              <a:gd name="connsiteY313" fmla="*/ 328561 h 6184462"/>
              <a:gd name="connsiteX314" fmla="*/ 1819293 w 6191980"/>
              <a:gd name="connsiteY314" fmla="*/ 291012 h 6184462"/>
              <a:gd name="connsiteX315" fmla="*/ 1864354 w 6191980"/>
              <a:gd name="connsiteY315" fmla="*/ 259094 h 6184462"/>
              <a:gd name="connsiteX316" fmla="*/ 1911291 w 6191980"/>
              <a:gd name="connsiteY316" fmla="*/ 234686 h 6184462"/>
              <a:gd name="connsiteX317" fmla="*/ 1967617 w 6191980"/>
              <a:gd name="connsiteY317" fmla="*/ 217789 h 6184462"/>
              <a:gd name="connsiteX318" fmla="*/ 2025819 w 6191980"/>
              <a:gd name="connsiteY318" fmla="*/ 210279 h 6184462"/>
              <a:gd name="connsiteX319" fmla="*/ 2085897 w 6191980"/>
              <a:gd name="connsiteY319" fmla="*/ 208401 h 6184462"/>
              <a:gd name="connsiteX320" fmla="*/ 2149731 w 6191980"/>
              <a:gd name="connsiteY320" fmla="*/ 214035 h 6184462"/>
              <a:gd name="connsiteX321" fmla="*/ 2213567 w 6191980"/>
              <a:gd name="connsiteY321" fmla="*/ 221545 h 6184462"/>
              <a:gd name="connsiteX322" fmla="*/ 2277403 w 6191980"/>
              <a:gd name="connsiteY322" fmla="*/ 230932 h 6184462"/>
              <a:gd name="connsiteX323" fmla="*/ 2341237 w 6191980"/>
              <a:gd name="connsiteY323" fmla="*/ 238443 h 6184462"/>
              <a:gd name="connsiteX324" fmla="*/ 2405071 w 6191980"/>
              <a:gd name="connsiteY324" fmla="*/ 242197 h 6184462"/>
              <a:gd name="connsiteX325" fmla="*/ 2467030 w 6191980"/>
              <a:gd name="connsiteY325" fmla="*/ 242197 h 6184462"/>
              <a:gd name="connsiteX326" fmla="*/ 2525233 w 6191980"/>
              <a:gd name="connsiteY326" fmla="*/ 234686 h 6184462"/>
              <a:gd name="connsiteX327" fmla="*/ 2583436 w 6191980"/>
              <a:gd name="connsiteY327" fmla="*/ 219666 h 6184462"/>
              <a:gd name="connsiteX328" fmla="*/ 2639760 w 6191980"/>
              <a:gd name="connsiteY328" fmla="*/ 197137 h 6184462"/>
              <a:gd name="connsiteX329" fmla="*/ 2696083 w 6191980"/>
              <a:gd name="connsiteY329" fmla="*/ 167096 h 6184462"/>
              <a:gd name="connsiteX330" fmla="*/ 2752409 w 6191980"/>
              <a:gd name="connsiteY330" fmla="*/ 137057 h 6184462"/>
              <a:gd name="connsiteX331" fmla="*/ 2808733 w 6191980"/>
              <a:gd name="connsiteY331" fmla="*/ 103262 h 6184462"/>
              <a:gd name="connsiteX332" fmla="*/ 2863182 w 6191980"/>
              <a:gd name="connsiteY332" fmla="*/ 71344 h 6184462"/>
              <a:gd name="connsiteX333" fmla="*/ 2921385 w 6191980"/>
              <a:gd name="connsiteY333" fmla="*/ 43182 h 6184462"/>
              <a:gd name="connsiteX334" fmla="*/ 2977708 w 6191980"/>
              <a:gd name="connsiteY334" fmla="*/ 20652 h 6184462"/>
              <a:gd name="connsiteX335" fmla="*/ 3035911 w 6191980"/>
              <a:gd name="connsiteY335" fmla="*/ 5631 h 6184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</a:cxnLst>
            <a:rect l="l" t="t" r="r" b="b"/>
            <a:pathLst>
              <a:path w="6191980" h="6184462">
                <a:moveTo>
                  <a:pt x="3095991" y="0"/>
                </a:moveTo>
                <a:lnTo>
                  <a:pt x="3156069" y="5631"/>
                </a:lnTo>
                <a:lnTo>
                  <a:pt x="3214272" y="20652"/>
                </a:lnTo>
                <a:lnTo>
                  <a:pt x="3270598" y="43182"/>
                </a:lnTo>
                <a:lnTo>
                  <a:pt x="3328798" y="71344"/>
                </a:lnTo>
                <a:lnTo>
                  <a:pt x="3383247" y="103262"/>
                </a:lnTo>
                <a:lnTo>
                  <a:pt x="3439573" y="137057"/>
                </a:lnTo>
                <a:lnTo>
                  <a:pt x="3495897" y="167096"/>
                </a:lnTo>
                <a:lnTo>
                  <a:pt x="3552221" y="197137"/>
                </a:lnTo>
                <a:lnTo>
                  <a:pt x="3606669" y="219666"/>
                </a:lnTo>
                <a:lnTo>
                  <a:pt x="3666749" y="234686"/>
                </a:lnTo>
                <a:lnTo>
                  <a:pt x="3724950" y="242197"/>
                </a:lnTo>
                <a:lnTo>
                  <a:pt x="3786907" y="242197"/>
                </a:lnTo>
                <a:lnTo>
                  <a:pt x="3850743" y="238443"/>
                </a:lnTo>
                <a:lnTo>
                  <a:pt x="3914577" y="230932"/>
                </a:lnTo>
                <a:lnTo>
                  <a:pt x="3978413" y="221545"/>
                </a:lnTo>
                <a:lnTo>
                  <a:pt x="4042247" y="214035"/>
                </a:lnTo>
                <a:lnTo>
                  <a:pt x="4106083" y="208401"/>
                </a:lnTo>
                <a:lnTo>
                  <a:pt x="4166161" y="210279"/>
                </a:lnTo>
                <a:lnTo>
                  <a:pt x="4224364" y="217789"/>
                </a:lnTo>
                <a:lnTo>
                  <a:pt x="4280690" y="234686"/>
                </a:lnTo>
                <a:lnTo>
                  <a:pt x="4327628" y="259094"/>
                </a:lnTo>
                <a:lnTo>
                  <a:pt x="4372686" y="291012"/>
                </a:lnTo>
                <a:lnTo>
                  <a:pt x="4412114" y="328561"/>
                </a:lnTo>
                <a:lnTo>
                  <a:pt x="4451542" y="371743"/>
                </a:lnTo>
                <a:lnTo>
                  <a:pt x="4487214" y="416803"/>
                </a:lnTo>
                <a:lnTo>
                  <a:pt x="4522886" y="463741"/>
                </a:lnTo>
                <a:lnTo>
                  <a:pt x="4558559" y="510678"/>
                </a:lnTo>
                <a:lnTo>
                  <a:pt x="4594231" y="555737"/>
                </a:lnTo>
                <a:lnTo>
                  <a:pt x="4631782" y="598919"/>
                </a:lnTo>
                <a:lnTo>
                  <a:pt x="4674964" y="636471"/>
                </a:lnTo>
                <a:lnTo>
                  <a:pt x="4716270" y="670266"/>
                </a:lnTo>
                <a:lnTo>
                  <a:pt x="4763206" y="696549"/>
                </a:lnTo>
                <a:lnTo>
                  <a:pt x="4813899" y="719079"/>
                </a:lnTo>
                <a:lnTo>
                  <a:pt x="4868345" y="737854"/>
                </a:lnTo>
                <a:lnTo>
                  <a:pt x="4924669" y="754751"/>
                </a:lnTo>
                <a:lnTo>
                  <a:pt x="4980995" y="769772"/>
                </a:lnTo>
                <a:lnTo>
                  <a:pt x="5039198" y="784792"/>
                </a:lnTo>
                <a:lnTo>
                  <a:pt x="5093644" y="801690"/>
                </a:lnTo>
                <a:lnTo>
                  <a:pt x="5148091" y="820464"/>
                </a:lnTo>
                <a:lnTo>
                  <a:pt x="5198784" y="842995"/>
                </a:lnTo>
                <a:lnTo>
                  <a:pt x="5243845" y="871157"/>
                </a:lnTo>
                <a:lnTo>
                  <a:pt x="5285151" y="904952"/>
                </a:lnTo>
                <a:lnTo>
                  <a:pt x="5318944" y="946257"/>
                </a:lnTo>
                <a:lnTo>
                  <a:pt x="5347108" y="991317"/>
                </a:lnTo>
                <a:lnTo>
                  <a:pt x="5369636" y="1042007"/>
                </a:lnTo>
                <a:lnTo>
                  <a:pt x="5388410" y="1096456"/>
                </a:lnTo>
                <a:lnTo>
                  <a:pt x="5405308" y="1150903"/>
                </a:lnTo>
                <a:lnTo>
                  <a:pt x="5420328" y="1209105"/>
                </a:lnTo>
                <a:lnTo>
                  <a:pt x="5435349" y="1265429"/>
                </a:lnTo>
                <a:lnTo>
                  <a:pt x="5452246" y="1321755"/>
                </a:lnTo>
                <a:lnTo>
                  <a:pt x="5471021" y="1376203"/>
                </a:lnTo>
                <a:lnTo>
                  <a:pt x="5493550" y="1426896"/>
                </a:lnTo>
                <a:lnTo>
                  <a:pt x="5519836" y="1473832"/>
                </a:lnTo>
                <a:lnTo>
                  <a:pt x="5553632" y="1515138"/>
                </a:lnTo>
                <a:lnTo>
                  <a:pt x="5591181" y="1558320"/>
                </a:lnTo>
                <a:lnTo>
                  <a:pt x="5634364" y="1595869"/>
                </a:lnTo>
                <a:lnTo>
                  <a:pt x="5679425" y="1631541"/>
                </a:lnTo>
                <a:lnTo>
                  <a:pt x="5728238" y="1667213"/>
                </a:lnTo>
                <a:lnTo>
                  <a:pt x="5775175" y="1702885"/>
                </a:lnTo>
                <a:lnTo>
                  <a:pt x="5820236" y="1738560"/>
                </a:lnTo>
                <a:lnTo>
                  <a:pt x="5863416" y="1777986"/>
                </a:lnTo>
                <a:lnTo>
                  <a:pt x="5900968" y="1817414"/>
                </a:lnTo>
                <a:lnTo>
                  <a:pt x="5932886" y="1862474"/>
                </a:lnTo>
                <a:lnTo>
                  <a:pt x="5957294" y="1909410"/>
                </a:lnTo>
                <a:lnTo>
                  <a:pt x="5974191" y="1965736"/>
                </a:lnTo>
                <a:lnTo>
                  <a:pt x="5981700" y="2023938"/>
                </a:lnTo>
                <a:lnTo>
                  <a:pt x="5983578" y="2084018"/>
                </a:lnTo>
                <a:lnTo>
                  <a:pt x="5977945" y="2147852"/>
                </a:lnTo>
                <a:lnTo>
                  <a:pt x="5970435" y="2211686"/>
                </a:lnTo>
                <a:lnTo>
                  <a:pt x="5961048" y="2275522"/>
                </a:lnTo>
                <a:lnTo>
                  <a:pt x="5953538" y="2339356"/>
                </a:lnTo>
                <a:lnTo>
                  <a:pt x="5949784" y="2403192"/>
                </a:lnTo>
                <a:lnTo>
                  <a:pt x="5949784" y="2465149"/>
                </a:lnTo>
                <a:lnTo>
                  <a:pt x="5957294" y="2523350"/>
                </a:lnTo>
                <a:lnTo>
                  <a:pt x="5972312" y="2581552"/>
                </a:lnTo>
                <a:lnTo>
                  <a:pt x="5994843" y="2636001"/>
                </a:lnTo>
                <a:lnTo>
                  <a:pt x="6024884" y="2692325"/>
                </a:lnTo>
                <a:lnTo>
                  <a:pt x="6054922" y="2748651"/>
                </a:lnTo>
                <a:lnTo>
                  <a:pt x="6088718" y="2804974"/>
                </a:lnTo>
                <a:lnTo>
                  <a:pt x="6120634" y="2859423"/>
                </a:lnTo>
                <a:lnTo>
                  <a:pt x="6148798" y="2917624"/>
                </a:lnTo>
                <a:lnTo>
                  <a:pt x="6171326" y="2973950"/>
                </a:lnTo>
                <a:lnTo>
                  <a:pt x="6186347" y="3032152"/>
                </a:lnTo>
                <a:lnTo>
                  <a:pt x="6191980" y="3092230"/>
                </a:lnTo>
                <a:lnTo>
                  <a:pt x="6186347" y="3152310"/>
                </a:lnTo>
                <a:lnTo>
                  <a:pt x="6171326" y="3210513"/>
                </a:lnTo>
                <a:lnTo>
                  <a:pt x="6148798" y="3266839"/>
                </a:lnTo>
                <a:lnTo>
                  <a:pt x="6120634" y="3325039"/>
                </a:lnTo>
                <a:lnTo>
                  <a:pt x="6088718" y="3379488"/>
                </a:lnTo>
                <a:lnTo>
                  <a:pt x="6054922" y="3435814"/>
                </a:lnTo>
                <a:lnTo>
                  <a:pt x="6024884" y="3492137"/>
                </a:lnTo>
                <a:lnTo>
                  <a:pt x="5994843" y="3548461"/>
                </a:lnTo>
                <a:lnTo>
                  <a:pt x="5972312" y="3602910"/>
                </a:lnTo>
                <a:lnTo>
                  <a:pt x="5957294" y="3661113"/>
                </a:lnTo>
                <a:lnTo>
                  <a:pt x="5949784" y="3719313"/>
                </a:lnTo>
                <a:lnTo>
                  <a:pt x="5949784" y="3781272"/>
                </a:lnTo>
                <a:lnTo>
                  <a:pt x="5953538" y="3845106"/>
                </a:lnTo>
                <a:lnTo>
                  <a:pt x="5961048" y="3908940"/>
                </a:lnTo>
                <a:lnTo>
                  <a:pt x="5970435" y="3972776"/>
                </a:lnTo>
                <a:lnTo>
                  <a:pt x="5977945" y="4036610"/>
                </a:lnTo>
                <a:lnTo>
                  <a:pt x="5983578" y="4100444"/>
                </a:lnTo>
                <a:lnTo>
                  <a:pt x="5981700" y="4160526"/>
                </a:lnTo>
                <a:lnTo>
                  <a:pt x="5974191" y="4218729"/>
                </a:lnTo>
                <a:lnTo>
                  <a:pt x="5957294" y="4275053"/>
                </a:lnTo>
                <a:lnTo>
                  <a:pt x="5932886" y="4321989"/>
                </a:lnTo>
                <a:lnTo>
                  <a:pt x="5900968" y="4367050"/>
                </a:lnTo>
                <a:lnTo>
                  <a:pt x="5863416" y="4406477"/>
                </a:lnTo>
                <a:lnTo>
                  <a:pt x="5820236" y="4445903"/>
                </a:lnTo>
                <a:lnTo>
                  <a:pt x="5775175" y="4481577"/>
                </a:lnTo>
                <a:lnTo>
                  <a:pt x="5728238" y="4517249"/>
                </a:lnTo>
                <a:lnTo>
                  <a:pt x="5679425" y="4552921"/>
                </a:lnTo>
                <a:lnTo>
                  <a:pt x="5634364" y="4588593"/>
                </a:lnTo>
                <a:lnTo>
                  <a:pt x="5591181" y="4626142"/>
                </a:lnTo>
                <a:lnTo>
                  <a:pt x="5553632" y="4669325"/>
                </a:lnTo>
                <a:lnTo>
                  <a:pt x="5519836" y="4710630"/>
                </a:lnTo>
                <a:lnTo>
                  <a:pt x="5493550" y="4757566"/>
                </a:lnTo>
                <a:lnTo>
                  <a:pt x="5471021" y="4808259"/>
                </a:lnTo>
                <a:lnTo>
                  <a:pt x="5452246" y="4862708"/>
                </a:lnTo>
                <a:lnTo>
                  <a:pt x="5435349" y="4919033"/>
                </a:lnTo>
                <a:lnTo>
                  <a:pt x="5420328" y="4975357"/>
                </a:lnTo>
                <a:lnTo>
                  <a:pt x="5405308" y="5033560"/>
                </a:lnTo>
                <a:lnTo>
                  <a:pt x="5388410" y="5088007"/>
                </a:lnTo>
                <a:lnTo>
                  <a:pt x="5369636" y="5142453"/>
                </a:lnTo>
                <a:lnTo>
                  <a:pt x="5347108" y="5193146"/>
                </a:lnTo>
                <a:lnTo>
                  <a:pt x="5318944" y="5238207"/>
                </a:lnTo>
                <a:lnTo>
                  <a:pt x="5285151" y="5279510"/>
                </a:lnTo>
                <a:lnTo>
                  <a:pt x="5243845" y="5313305"/>
                </a:lnTo>
                <a:lnTo>
                  <a:pt x="5198784" y="5341467"/>
                </a:lnTo>
                <a:lnTo>
                  <a:pt x="5148091" y="5363998"/>
                </a:lnTo>
                <a:lnTo>
                  <a:pt x="5093644" y="5382773"/>
                </a:lnTo>
                <a:lnTo>
                  <a:pt x="5039198" y="5399670"/>
                </a:lnTo>
                <a:lnTo>
                  <a:pt x="4980995" y="5414691"/>
                </a:lnTo>
                <a:lnTo>
                  <a:pt x="4924669" y="5429711"/>
                </a:lnTo>
                <a:lnTo>
                  <a:pt x="4868345" y="5446609"/>
                </a:lnTo>
                <a:lnTo>
                  <a:pt x="4813899" y="5465383"/>
                </a:lnTo>
                <a:lnTo>
                  <a:pt x="4763206" y="5487914"/>
                </a:lnTo>
                <a:lnTo>
                  <a:pt x="4716270" y="5514197"/>
                </a:lnTo>
                <a:lnTo>
                  <a:pt x="4674964" y="5547992"/>
                </a:lnTo>
                <a:lnTo>
                  <a:pt x="4631782" y="5585543"/>
                </a:lnTo>
                <a:lnTo>
                  <a:pt x="4594231" y="5628725"/>
                </a:lnTo>
                <a:lnTo>
                  <a:pt x="4558559" y="5673785"/>
                </a:lnTo>
                <a:lnTo>
                  <a:pt x="4522886" y="5720721"/>
                </a:lnTo>
                <a:lnTo>
                  <a:pt x="4487214" y="5767659"/>
                </a:lnTo>
                <a:lnTo>
                  <a:pt x="4451542" y="5812719"/>
                </a:lnTo>
                <a:lnTo>
                  <a:pt x="4412114" y="5855901"/>
                </a:lnTo>
                <a:lnTo>
                  <a:pt x="4372686" y="5893450"/>
                </a:lnTo>
                <a:lnTo>
                  <a:pt x="4327628" y="5925368"/>
                </a:lnTo>
                <a:lnTo>
                  <a:pt x="4280690" y="5949776"/>
                </a:lnTo>
                <a:lnTo>
                  <a:pt x="4224364" y="5966674"/>
                </a:lnTo>
                <a:lnTo>
                  <a:pt x="4166161" y="5974184"/>
                </a:lnTo>
                <a:lnTo>
                  <a:pt x="4106083" y="5976061"/>
                </a:lnTo>
                <a:lnTo>
                  <a:pt x="4042247" y="5970428"/>
                </a:lnTo>
                <a:lnTo>
                  <a:pt x="3978413" y="5962919"/>
                </a:lnTo>
                <a:lnTo>
                  <a:pt x="3914577" y="5953530"/>
                </a:lnTo>
                <a:lnTo>
                  <a:pt x="3850743" y="5946022"/>
                </a:lnTo>
                <a:lnTo>
                  <a:pt x="3786907" y="5942266"/>
                </a:lnTo>
                <a:lnTo>
                  <a:pt x="3724950" y="5942266"/>
                </a:lnTo>
                <a:lnTo>
                  <a:pt x="3666749" y="5949776"/>
                </a:lnTo>
                <a:lnTo>
                  <a:pt x="3606669" y="5964797"/>
                </a:lnTo>
                <a:lnTo>
                  <a:pt x="3552221" y="5987325"/>
                </a:lnTo>
                <a:lnTo>
                  <a:pt x="3495897" y="6017366"/>
                </a:lnTo>
                <a:lnTo>
                  <a:pt x="3439573" y="6047407"/>
                </a:lnTo>
                <a:lnTo>
                  <a:pt x="3383247" y="6081200"/>
                </a:lnTo>
                <a:lnTo>
                  <a:pt x="3328798" y="6113118"/>
                </a:lnTo>
                <a:lnTo>
                  <a:pt x="3270598" y="6141280"/>
                </a:lnTo>
                <a:lnTo>
                  <a:pt x="3214272" y="6163811"/>
                </a:lnTo>
                <a:lnTo>
                  <a:pt x="3156069" y="6178831"/>
                </a:lnTo>
                <a:lnTo>
                  <a:pt x="3095991" y="6184462"/>
                </a:lnTo>
                <a:lnTo>
                  <a:pt x="3035911" y="6178831"/>
                </a:lnTo>
                <a:lnTo>
                  <a:pt x="2977708" y="6163811"/>
                </a:lnTo>
                <a:lnTo>
                  <a:pt x="2921385" y="6141280"/>
                </a:lnTo>
                <a:lnTo>
                  <a:pt x="2863182" y="6113118"/>
                </a:lnTo>
                <a:lnTo>
                  <a:pt x="2808733" y="6081200"/>
                </a:lnTo>
                <a:lnTo>
                  <a:pt x="2752409" y="6047407"/>
                </a:lnTo>
                <a:lnTo>
                  <a:pt x="2696083" y="6017366"/>
                </a:lnTo>
                <a:lnTo>
                  <a:pt x="2639760" y="5987325"/>
                </a:lnTo>
                <a:lnTo>
                  <a:pt x="2583436" y="5964797"/>
                </a:lnTo>
                <a:lnTo>
                  <a:pt x="2525233" y="5949776"/>
                </a:lnTo>
                <a:lnTo>
                  <a:pt x="2467030" y="5942266"/>
                </a:lnTo>
                <a:lnTo>
                  <a:pt x="2405071" y="5942266"/>
                </a:lnTo>
                <a:lnTo>
                  <a:pt x="2341237" y="5946022"/>
                </a:lnTo>
                <a:lnTo>
                  <a:pt x="2277403" y="5953530"/>
                </a:lnTo>
                <a:lnTo>
                  <a:pt x="2213567" y="5962919"/>
                </a:lnTo>
                <a:lnTo>
                  <a:pt x="2149731" y="5970428"/>
                </a:lnTo>
                <a:lnTo>
                  <a:pt x="2085897" y="5976061"/>
                </a:lnTo>
                <a:lnTo>
                  <a:pt x="2025819" y="5974184"/>
                </a:lnTo>
                <a:lnTo>
                  <a:pt x="1967617" y="5966674"/>
                </a:lnTo>
                <a:lnTo>
                  <a:pt x="1911291" y="5949776"/>
                </a:lnTo>
                <a:lnTo>
                  <a:pt x="1864354" y="5925368"/>
                </a:lnTo>
                <a:lnTo>
                  <a:pt x="1819293" y="5893450"/>
                </a:lnTo>
                <a:lnTo>
                  <a:pt x="1779867" y="5855901"/>
                </a:lnTo>
                <a:lnTo>
                  <a:pt x="1740438" y="5812719"/>
                </a:lnTo>
                <a:lnTo>
                  <a:pt x="1704766" y="5767659"/>
                </a:lnTo>
                <a:lnTo>
                  <a:pt x="1669094" y="5720721"/>
                </a:lnTo>
                <a:lnTo>
                  <a:pt x="1633422" y="5673785"/>
                </a:lnTo>
                <a:lnTo>
                  <a:pt x="1597750" y="5628725"/>
                </a:lnTo>
                <a:lnTo>
                  <a:pt x="1560199" y="5585543"/>
                </a:lnTo>
                <a:lnTo>
                  <a:pt x="1517016" y="5547992"/>
                </a:lnTo>
                <a:lnTo>
                  <a:pt x="1475711" y="5514197"/>
                </a:lnTo>
                <a:lnTo>
                  <a:pt x="1428774" y="5487914"/>
                </a:lnTo>
                <a:lnTo>
                  <a:pt x="1378082" y="5465383"/>
                </a:lnTo>
                <a:lnTo>
                  <a:pt x="1323635" y="5446609"/>
                </a:lnTo>
                <a:lnTo>
                  <a:pt x="1267309" y="5429711"/>
                </a:lnTo>
                <a:lnTo>
                  <a:pt x="1210986" y="5414691"/>
                </a:lnTo>
                <a:lnTo>
                  <a:pt x="1152783" y="5399670"/>
                </a:lnTo>
                <a:lnTo>
                  <a:pt x="1098336" y="5382773"/>
                </a:lnTo>
                <a:lnTo>
                  <a:pt x="1043887" y="5363998"/>
                </a:lnTo>
                <a:lnTo>
                  <a:pt x="993197" y="5341467"/>
                </a:lnTo>
                <a:lnTo>
                  <a:pt x="948135" y="5313305"/>
                </a:lnTo>
                <a:lnTo>
                  <a:pt x="906830" y="5279510"/>
                </a:lnTo>
                <a:lnTo>
                  <a:pt x="873037" y="5238207"/>
                </a:lnTo>
                <a:lnTo>
                  <a:pt x="844875" y="5193146"/>
                </a:lnTo>
                <a:lnTo>
                  <a:pt x="822344" y="5142453"/>
                </a:lnTo>
                <a:lnTo>
                  <a:pt x="803570" y="5088007"/>
                </a:lnTo>
                <a:lnTo>
                  <a:pt x="786672" y="5033560"/>
                </a:lnTo>
                <a:lnTo>
                  <a:pt x="771652" y="4975357"/>
                </a:lnTo>
                <a:lnTo>
                  <a:pt x="756631" y="4919033"/>
                </a:lnTo>
                <a:lnTo>
                  <a:pt x="739734" y="4862708"/>
                </a:lnTo>
                <a:lnTo>
                  <a:pt x="720959" y="4808259"/>
                </a:lnTo>
                <a:lnTo>
                  <a:pt x="698428" y="4757566"/>
                </a:lnTo>
                <a:lnTo>
                  <a:pt x="672143" y="4710630"/>
                </a:lnTo>
                <a:lnTo>
                  <a:pt x="638351" y="4669325"/>
                </a:lnTo>
                <a:lnTo>
                  <a:pt x="600799" y="4626142"/>
                </a:lnTo>
                <a:lnTo>
                  <a:pt x="557617" y="4588593"/>
                </a:lnTo>
                <a:lnTo>
                  <a:pt x="510678" y="4552921"/>
                </a:lnTo>
                <a:lnTo>
                  <a:pt x="463742" y="4517249"/>
                </a:lnTo>
                <a:lnTo>
                  <a:pt x="416805" y="4481577"/>
                </a:lnTo>
                <a:lnTo>
                  <a:pt x="371744" y="4445903"/>
                </a:lnTo>
                <a:lnTo>
                  <a:pt x="328562" y="4406477"/>
                </a:lnTo>
                <a:lnTo>
                  <a:pt x="291012" y="4367050"/>
                </a:lnTo>
                <a:lnTo>
                  <a:pt x="259096" y="4321989"/>
                </a:lnTo>
                <a:lnTo>
                  <a:pt x="234689" y="4275053"/>
                </a:lnTo>
                <a:lnTo>
                  <a:pt x="217791" y="4218729"/>
                </a:lnTo>
                <a:lnTo>
                  <a:pt x="210281" y="4160526"/>
                </a:lnTo>
                <a:lnTo>
                  <a:pt x="208402" y="4100444"/>
                </a:lnTo>
                <a:lnTo>
                  <a:pt x="214035" y="4036610"/>
                </a:lnTo>
                <a:lnTo>
                  <a:pt x="221545" y="3972776"/>
                </a:lnTo>
                <a:lnTo>
                  <a:pt x="230932" y="3908940"/>
                </a:lnTo>
                <a:lnTo>
                  <a:pt x="238443" y="3845106"/>
                </a:lnTo>
                <a:lnTo>
                  <a:pt x="242199" y="3781272"/>
                </a:lnTo>
                <a:lnTo>
                  <a:pt x="242199" y="3719313"/>
                </a:lnTo>
                <a:lnTo>
                  <a:pt x="234689" y="3661113"/>
                </a:lnTo>
                <a:lnTo>
                  <a:pt x="219668" y="3602910"/>
                </a:lnTo>
                <a:lnTo>
                  <a:pt x="197138" y="3548461"/>
                </a:lnTo>
                <a:lnTo>
                  <a:pt x="168976" y="3492137"/>
                </a:lnTo>
                <a:lnTo>
                  <a:pt x="137057" y="3435814"/>
                </a:lnTo>
                <a:lnTo>
                  <a:pt x="103264" y="3379488"/>
                </a:lnTo>
                <a:lnTo>
                  <a:pt x="71346" y="3325039"/>
                </a:lnTo>
                <a:lnTo>
                  <a:pt x="43182" y="3266839"/>
                </a:lnTo>
                <a:lnTo>
                  <a:pt x="20654" y="3210513"/>
                </a:lnTo>
                <a:lnTo>
                  <a:pt x="5634" y="3152310"/>
                </a:lnTo>
                <a:lnTo>
                  <a:pt x="0" y="3092230"/>
                </a:lnTo>
                <a:lnTo>
                  <a:pt x="5634" y="3032152"/>
                </a:lnTo>
                <a:lnTo>
                  <a:pt x="20654" y="2973950"/>
                </a:lnTo>
                <a:lnTo>
                  <a:pt x="43182" y="2917624"/>
                </a:lnTo>
                <a:lnTo>
                  <a:pt x="71346" y="2859423"/>
                </a:lnTo>
                <a:lnTo>
                  <a:pt x="103264" y="2804974"/>
                </a:lnTo>
                <a:lnTo>
                  <a:pt x="137057" y="2748651"/>
                </a:lnTo>
                <a:lnTo>
                  <a:pt x="168976" y="2692325"/>
                </a:lnTo>
                <a:lnTo>
                  <a:pt x="197138" y="2636001"/>
                </a:lnTo>
                <a:lnTo>
                  <a:pt x="219668" y="2581552"/>
                </a:lnTo>
                <a:lnTo>
                  <a:pt x="234689" y="2523350"/>
                </a:lnTo>
                <a:lnTo>
                  <a:pt x="242199" y="2465149"/>
                </a:lnTo>
                <a:lnTo>
                  <a:pt x="242199" y="2403192"/>
                </a:lnTo>
                <a:lnTo>
                  <a:pt x="238443" y="2339356"/>
                </a:lnTo>
                <a:lnTo>
                  <a:pt x="230932" y="2275522"/>
                </a:lnTo>
                <a:lnTo>
                  <a:pt x="221545" y="2211686"/>
                </a:lnTo>
                <a:lnTo>
                  <a:pt x="214035" y="2147852"/>
                </a:lnTo>
                <a:lnTo>
                  <a:pt x="208402" y="2084018"/>
                </a:lnTo>
                <a:lnTo>
                  <a:pt x="210281" y="2023938"/>
                </a:lnTo>
                <a:lnTo>
                  <a:pt x="217791" y="1965736"/>
                </a:lnTo>
                <a:lnTo>
                  <a:pt x="234689" y="1909410"/>
                </a:lnTo>
                <a:lnTo>
                  <a:pt x="259096" y="1862474"/>
                </a:lnTo>
                <a:lnTo>
                  <a:pt x="291012" y="1817414"/>
                </a:lnTo>
                <a:lnTo>
                  <a:pt x="328562" y="1777986"/>
                </a:lnTo>
                <a:lnTo>
                  <a:pt x="371744" y="1738560"/>
                </a:lnTo>
                <a:lnTo>
                  <a:pt x="416805" y="1702885"/>
                </a:lnTo>
                <a:lnTo>
                  <a:pt x="463742" y="1667213"/>
                </a:lnTo>
                <a:lnTo>
                  <a:pt x="510678" y="1631541"/>
                </a:lnTo>
                <a:lnTo>
                  <a:pt x="557617" y="1595869"/>
                </a:lnTo>
                <a:lnTo>
                  <a:pt x="600799" y="1558320"/>
                </a:lnTo>
                <a:lnTo>
                  <a:pt x="638351" y="1515138"/>
                </a:lnTo>
                <a:lnTo>
                  <a:pt x="672143" y="1473832"/>
                </a:lnTo>
                <a:lnTo>
                  <a:pt x="698428" y="1426896"/>
                </a:lnTo>
                <a:lnTo>
                  <a:pt x="720959" y="1376203"/>
                </a:lnTo>
                <a:lnTo>
                  <a:pt x="739734" y="1321755"/>
                </a:lnTo>
                <a:lnTo>
                  <a:pt x="756631" y="1265429"/>
                </a:lnTo>
                <a:lnTo>
                  <a:pt x="771652" y="1209105"/>
                </a:lnTo>
                <a:lnTo>
                  <a:pt x="786672" y="1150903"/>
                </a:lnTo>
                <a:lnTo>
                  <a:pt x="803570" y="1096456"/>
                </a:lnTo>
                <a:lnTo>
                  <a:pt x="822344" y="1042007"/>
                </a:lnTo>
                <a:lnTo>
                  <a:pt x="844875" y="991317"/>
                </a:lnTo>
                <a:lnTo>
                  <a:pt x="873037" y="946257"/>
                </a:lnTo>
                <a:lnTo>
                  <a:pt x="906830" y="904952"/>
                </a:lnTo>
                <a:lnTo>
                  <a:pt x="948135" y="871157"/>
                </a:lnTo>
                <a:lnTo>
                  <a:pt x="993197" y="842995"/>
                </a:lnTo>
                <a:lnTo>
                  <a:pt x="1043887" y="820464"/>
                </a:lnTo>
                <a:lnTo>
                  <a:pt x="1098336" y="801690"/>
                </a:lnTo>
                <a:lnTo>
                  <a:pt x="1152783" y="784792"/>
                </a:lnTo>
                <a:lnTo>
                  <a:pt x="1210986" y="769772"/>
                </a:lnTo>
                <a:lnTo>
                  <a:pt x="1267309" y="754751"/>
                </a:lnTo>
                <a:lnTo>
                  <a:pt x="1323635" y="737854"/>
                </a:lnTo>
                <a:lnTo>
                  <a:pt x="1378082" y="719079"/>
                </a:lnTo>
                <a:lnTo>
                  <a:pt x="1428774" y="696549"/>
                </a:lnTo>
                <a:lnTo>
                  <a:pt x="1475711" y="670266"/>
                </a:lnTo>
                <a:lnTo>
                  <a:pt x="1517016" y="636471"/>
                </a:lnTo>
                <a:lnTo>
                  <a:pt x="1560199" y="598919"/>
                </a:lnTo>
                <a:lnTo>
                  <a:pt x="1597750" y="555737"/>
                </a:lnTo>
                <a:lnTo>
                  <a:pt x="1633422" y="510678"/>
                </a:lnTo>
                <a:lnTo>
                  <a:pt x="1669094" y="463741"/>
                </a:lnTo>
                <a:lnTo>
                  <a:pt x="1704766" y="416803"/>
                </a:lnTo>
                <a:lnTo>
                  <a:pt x="1740438" y="371743"/>
                </a:lnTo>
                <a:lnTo>
                  <a:pt x="1779867" y="328561"/>
                </a:lnTo>
                <a:lnTo>
                  <a:pt x="1819293" y="291012"/>
                </a:lnTo>
                <a:lnTo>
                  <a:pt x="1864354" y="259094"/>
                </a:lnTo>
                <a:lnTo>
                  <a:pt x="1911291" y="234686"/>
                </a:lnTo>
                <a:lnTo>
                  <a:pt x="1967617" y="217789"/>
                </a:lnTo>
                <a:lnTo>
                  <a:pt x="2025819" y="210279"/>
                </a:lnTo>
                <a:lnTo>
                  <a:pt x="2085897" y="208401"/>
                </a:lnTo>
                <a:lnTo>
                  <a:pt x="2149731" y="214035"/>
                </a:lnTo>
                <a:lnTo>
                  <a:pt x="2213567" y="221545"/>
                </a:lnTo>
                <a:lnTo>
                  <a:pt x="2277403" y="230932"/>
                </a:lnTo>
                <a:lnTo>
                  <a:pt x="2341237" y="238443"/>
                </a:lnTo>
                <a:lnTo>
                  <a:pt x="2405071" y="242197"/>
                </a:lnTo>
                <a:lnTo>
                  <a:pt x="2467030" y="242197"/>
                </a:lnTo>
                <a:lnTo>
                  <a:pt x="2525233" y="234686"/>
                </a:lnTo>
                <a:lnTo>
                  <a:pt x="2583436" y="219666"/>
                </a:lnTo>
                <a:lnTo>
                  <a:pt x="2639760" y="197137"/>
                </a:lnTo>
                <a:lnTo>
                  <a:pt x="2696083" y="167096"/>
                </a:lnTo>
                <a:lnTo>
                  <a:pt x="2752409" y="137057"/>
                </a:lnTo>
                <a:lnTo>
                  <a:pt x="2808733" y="103262"/>
                </a:lnTo>
                <a:lnTo>
                  <a:pt x="2863182" y="71344"/>
                </a:lnTo>
                <a:lnTo>
                  <a:pt x="2921385" y="43182"/>
                </a:lnTo>
                <a:lnTo>
                  <a:pt x="2977708" y="20652"/>
                </a:lnTo>
                <a:lnTo>
                  <a:pt x="3035911" y="5631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4AF41C3-8948-4210-91C5-1285DC5E9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22704" y="2878172"/>
            <a:ext cx="2281409" cy="2278664"/>
          </a:xfrm>
          <a:custGeom>
            <a:avLst/>
            <a:gdLst>
              <a:gd name="connsiteX0" fmla="*/ 1418354 w 2836707"/>
              <a:gd name="connsiteY0" fmla="*/ 0 h 2833294"/>
              <a:gd name="connsiteX1" fmla="*/ 1445877 w 2836707"/>
              <a:gd name="connsiteY1" fmla="*/ 2580 h 2833294"/>
              <a:gd name="connsiteX2" fmla="*/ 1472542 w 2836707"/>
              <a:gd name="connsiteY2" fmla="*/ 9461 h 2833294"/>
              <a:gd name="connsiteX3" fmla="*/ 1498346 w 2836707"/>
              <a:gd name="connsiteY3" fmla="*/ 19783 h 2833294"/>
              <a:gd name="connsiteX4" fmla="*/ 1525009 w 2836707"/>
              <a:gd name="connsiteY4" fmla="*/ 32685 h 2833294"/>
              <a:gd name="connsiteX5" fmla="*/ 1549954 w 2836707"/>
              <a:gd name="connsiteY5" fmla="*/ 47308 h 2833294"/>
              <a:gd name="connsiteX6" fmla="*/ 1575758 w 2836707"/>
              <a:gd name="connsiteY6" fmla="*/ 62790 h 2833294"/>
              <a:gd name="connsiteX7" fmla="*/ 1601561 w 2836707"/>
              <a:gd name="connsiteY7" fmla="*/ 76552 h 2833294"/>
              <a:gd name="connsiteX8" fmla="*/ 1627365 w 2836707"/>
              <a:gd name="connsiteY8" fmla="*/ 90315 h 2833294"/>
              <a:gd name="connsiteX9" fmla="*/ 1652309 w 2836707"/>
              <a:gd name="connsiteY9" fmla="*/ 100636 h 2833294"/>
              <a:gd name="connsiteX10" fmla="*/ 1679833 w 2836707"/>
              <a:gd name="connsiteY10" fmla="*/ 107517 h 2833294"/>
              <a:gd name="connsiteX11" fmla="*/ 1706497 w 2836707"/>
              <a:gd name="connsiteY11" fmla="*/ 110958 h 2833294"/>
              <a:gd name="connsiteX12" fmla="*/ 1734881 w 2836707"/>
              <a:gd name="connsiteY12" fmla="*/ 110958 h 2833294"/>
              <a:gd name="connsiteX13" fmla="*/ 1764126 w 2836707"/>
              <a:gd name="connsiteY13" fmla="*/ 109238 h 2833294"/>
              <a:gd name="connsiteX14" fmla="*/ 1793370 w 2836707"/>
              <a:gd name="connsiteY14" fmla="*/ 105797 h 2833294"/>
              <a:gd name="connsiteX15" fmla="*/ 1822615 w 2836707"/>
              <a:gd name="connsiteY15" fmla="*/ 101497 h 2833294"/>
              <a:gd name="connsiteX16" fmla="*/ 1851859 w 2836707"/>
              <a:gd name="connsiteY16" fmla="*/ 98056 h 2833294"/>
              <a:gd name="connsiteX17" fmla="*/ 1881104 w 2836707"/>
              <a:gd name="connsiteY17" fmla="*/ 95475 h 2833294"/>
              <a:gd name="connsiteX18" fmla="*/ 1908627 w 2836707"/>
              <a:gd name="connsiteY18" fmla="*/ 96335 h 2833294"/>
              <a:gd name="connsiteX19" fmla="*/ 1935291 w 2836707"/>
              <a:gd name="connsiteY19" fmla="*/ 99776 h 2833294"/>
              <a:gd name="connsiteX20" fmla="*/ 1961095 w 2836707"/>
              <a:gd name="connsiteY20" fmla="*/ 107517 h 2833294"/>
              <a:gd name="connsiteX21" fmla="*/ 1982599 w 2836707"/>
              <a:gd name="connsiteY21" fmla="*/ 118699 h 2833294"/>
              <a:gd name="connsiteX22" fmla="*/ 2003241 w 2836707"/>
              <a:gd name="connsiteY22" fmla="*/ 133322 h 2833294"/>
              <a:gd name="connsiteX23" fmla="*/ 2021304 w 2836707"/>
              <a:gd name="connsiteY23" fmla="*/ 150524 h 2833294"/>
              <a:gd name="connsiteX24" fmla="*/ 2039367 w 2836707"/>
              <a:gd name="connsiteY24" fmla="*/ 170307 h 2833294"/>
              <a:gd name="connsiteX25" fmla="*/ 2055710 w 2836707"/>
              <a:gd name="connsiteY25" fmla="*/ 190950 h 2833294"/>
              <a:gd name="connsiteX26" fmla="*/ 2072052 w 2836707"/>
              <a:gd name="connsiteY26" fmla="*/ 212454 h 2833294"/>
              <a:gd name="connsiteX27" fmla="*/ 2088394 w 2836707"/>
              <a:gd name="connsiteY27" fmla="*/ 233957 h 2833294"/>
              <a:gd name="connsiteX28" fmla="*/ 2104736 w 2836707"/>
              <a:gd name="connsiteY28" fmla="*/ 254601 h 2833294"/>
              <a:gd name="connsiteX29" fmla="*/ 2121940 w 2836707"/>
              <a:gd name="connsiteY29" fmla="*/ 274384 h 2833294"/>
              <a:gd name="connsiteX30" fmla="*/ 2141723 w 2836707"/>
              <a:gd name="connsiteY30" fmla="*/ 291587 h 2833294"/>
              <a:gd name="connsiteX31" fmla="*/ 2160646 w 2836707"/>
              <a:gd name="connsiteY31" fmla="*/ 307070 h 2833294"/>
              <a:gd name="connsiteX32" fmla="*/ 2182149 w 2836707"/>
              <a:gd name="connsiteY32" fmla="*/ 319111 h 2833294"/>
              <a:gd name="connsiteX33" fmla="*/ 2205372 w 2836707"/>
              <a:gd name="connsiteY33" fmla="*/ 329433 h 2833294"/>
              <a:gd name="connsiteX34" fmla="*/ 2230316 w 2836707"/>
              <a:gd name="connsiteY34" fmla="*/ 338034 h 2833294"/>
              <a:gd name="connsiteX35" fmla="*/ 2256119 w 2836707"/>
              <a:gd name="connsiteY35" fmla="*/ 345775 h 2833294"/>
              <a:gd name="connsiteX36" fmla="*/ 2281923 w 2836707"/>
              <a:gd name="connsiteY36" fmla="*/ 352656 h 2833294"/>
              <a:gd name="connsiteX37" fmla="*/ 2308587 w 2836707"/>
              <a:gd name="connsiteY37" fmla="*/ 359538 h 2833294"/>
              <a:gd name="connsiteX38" fmla="*/ 2333531 w 2836707"/>
              <a:gd name="connsiteY38" fmla="*/ 367279 h 2833294"/>
              <a:gd name="connsiteX39" fmla="*/ 2358474 w 2836707"/>
              <a:gd name="connsiteY39" fmla="*/ 375880 h 2833294"/>
              <a:gd name="connsiteX40" fmla="*/ 2381698 w 2836707"/>
              <a:gd name="connsiteY40" fmla="*/ 386202 h 2833294"/>
              <a:gd name="connsiteX41" fmla="*/ 2402342 w 2836707"/>
              <a:gd name="connsiteY41" fmla="*/ 399104 h 2833294"/>
              <a:gd name="connsiteX42" fmla="*/ 2421265 w 2836707"/>
              <a:gd name="connsiteY42" fmla="*/ 414587 h 2833294"/>
              <a:gd name="connsiteX43" fmla="*/ 2436746 w 2836707"/>
              <a:gd name="connsiteY43" fmla="*/ 433510 h 2833294"/>
              <a:gd name="connsiteX44" fmla="*/ 2449649 w 2836707"/>
              <a:gd name="connsiteY44" fmla="*/ 454153 h 2833294"/>
              <a:gd name="connsiteX45" fmla="*/ 2459970 w 2836707"/>
              <a:gd name="connsiteY45" fmla="*/ 477376 h 2833294"/>
              <a:gd name="connsiteX46" fmla="*/ 2468571 w 2836707"/>
              <a:gd name="connsiteY46" fmla="*/ 502321 h 2833294"/>
              <a:gd name="connsiteX47" fmla="*/ 2476312 w 2836707"/>
              <a:gd name="connsiteY47" fmla="*/ 527264 h 2833294"/>
              <a:gd name="connsiteX48" fmla="*/ 2483194 w 2836707"/>
              <a:gd name="connsiteY48" fmla="*/ 553929 h 2833294"/>
              <a:gd name="connsiteX49" fmla="*/ 2490075 w 2836707"/>
              <a:gd name="connsiteY49" fmla="*/ 579732 h 2833294"/>
              <a:gd name="connsiteX50" fmla="*/ 2497816 w 2836707"/>
              <a:gd name="connsiteY50" fmla="*/ 605537 h 2833294"/>
              <a:gd name="connsiteX51" fmla="*/ 2506417 w 2836707"/>
              <a:gd name="connsiteY51" fmla="*/ 630482 h 2833294"/>
              <a:gd name="connsiteX52" fmla="*/ 2516738 w 2836707"/>
              <a:gd name="connsiteY52" fmla="*/ 653705 h 2833294"/>
              <a:gd name="connsiteX53" fmla="*/ 2528781 w 2836707"/>
              <a:gd name="connsiteY53" fmla="*/ 675208 h 2833294"/>
              <a:gd name="connsiteX54" fmla="*/ 2544263 w 2836707"/>
              <a:gd name="connsiteY54" fmla="*/ 694132 h 2833294"/>
              <a:gd name="connsiteX55" fmla="*/ 2561465 w 2836707"/>
              <a:gd name="connsiteY55" fmla="*/ 713915 h 2833294"/>
              <a:gd name="connsiteX56" fmla="*/ 2581248 w 2836707"/>
              <a:gd name="connsiteY56" fmla="*/ 731117 h 2833294"/>
              <a:gd name="connsiteX57" fmla="*/ 2601892 w 2836707"/>
              <a:gd name="connsiteY57" fmla="*/ 747460 h 2833294"/>
              <a:gd name="connsiteX58" fmla="*/ 2624255 w 2836707"/>
              <a:gd name="connsiteY58" fmla="*/ 763802 h 2833294"/>
              <a:gd name="connsiteX59" fmla="*/ 2645758 w 2836707"/>
              <a:gd name="connsiteY59" fmla="*/ 780145 h 2833294"/>
              <a:gd name="connsiteX60" fmla="*/ 2666401 w 2836707"/>
              <a:gd name="connsiteY60" fmla="*/ 796488 h 2833294"/>
              <a:gd name="connsiteX61" fmla="*/ 2686183 w 2836707"/>
              <a:gd name="connsiteY61" fmla="*/ 814551 h 2833294"/>
              <a:gd name="connsiteX62" fmla="*/ 2703387 w 2836707"/>
              <a:gd name="connsiteY62" fmla="*/ 832614 h 2833294"/>
              <a:gd name="connsiteX63" fmla="*/ 2718009 w 2836707"/>
              <a:gd name="connsiteY63" fmla="*/ 853257 h 2833294"/>
              <a:gd name="connsiteX64" fmla="*/ 2729191 w 2836707"/>
              <a:gd name="connsiteY64" fmla="*/ 874760 h 2833294"/>
              <a:gd name="connsiteX65" fmla="*/ 2736932 w 2836707"/>
              <a:gd name="connsiteY65" fmla="*/ 900565 h 2833294"/>
              <a:gd name="connsiteX66" fmla="*/ 2740372 w 2836707"/>
              <a:gd name="connsiteY66" fmla="*/ 927229 h 2833294"/>
              <a:gd name="connsiteX67" fmla="*/ 2741233 w 2836707"/>
              <a:gd name="connsiteY67" fmla="*/ 954754 h 2833294"/>
              <a:gd name="connsiteX68" fmla="*/ 2738652 w 2836707"/>
              <a:gd name="connsiteY68" fmla="*/ 983998 h 2833294"/>
              <a:gd name="connsiteX69" fmla="*/ 2735211 w 2836707"/>
              <a:gd name="connsiteY69" fmla="*/ 1013242 h 2833294"/>
              <a:gd name="connsiteX70" fmla="*/ 2730911 w 2836707"/>
              <a:gd name="connsiteY70" fmla="*/ 1042487 h 2833294"/>
              <a:gd name="connsiteX71" fmla="*/ 2727470 w 2836707"/>
              <a:gd name="connsiteY71" fmla="*/ 1071732 h 2833294"/>
              <a:gd name="connsiteX72" fmla="*/ 2725751 w 2836707"/>
              <a:gd name="connsiteY72" fmla="*/ 1100977 h 2833294"/>
              <a:gd name="connsiteX73" fmla="*/ 2725751 w 2836707"/>
              <a:gd name="connsiteY73" fmla="*/ 1129361 h 2833294"/>
              <a:gd name="connsiteX74" fmla="*/ 2729191 w 2836707"/>
              <a:gd name="connsiteY74" fmla="*/ 1156025 h 2833294"/>
              <a:gd name="connsiteX75" fmla="*/ 2736071 w 2836707"/>
              <a:gd name="connsiteY75" fmla="*/ 1182689 h 2833294"/>
              <a:gd name="connsiteX76" fmla="*/ 2746393 w 2836707"/>
              <a:gd name="connsiteY76" fmla="*/ 1207634 h 2833294"/>
              <a:gd name="connsiteX77" fmla="*/ 2760156 w 2836707"/>
              <a:gd name="connsiteY77" fmla="*/ 1233438 h 2833294"/>
              <a:gd name="connsiteX78" fmla="*/ 2773917 w 2836707"/>
              <a:gd name="connsiteY78" fmla="*/ 1259242 h 2833294"/>
              <a:gd name="connsiteX79" fmla="*/ 2789400 w 2836707"/>
              <a:gd name="connsiteY79" fmla="*/ 1285046 h 2833294"/>
              <a:gd name="connsiteX80" fmla="*/ 2804021 w 2836707"/>
              <a:gd name="connsiteY80" fmla="*/ 1309991 h 2833294"/>
              <a:gd name="connsiteX81" fmla="*/ 2816924 w 2836707"/>
              <a:gd name="connsiteY81" fmla="*/ 1336654 h 2833294"/>
              <a:gd name="connsiteX82" fmla="*/ 2827245 w 2836707"/>
              <a:gd name="connsiteY82" fmla="*/ 1362459 h 2833294"/>
              <a:gd name="connsiteX83" fmla="*/ 2834126 w 2836707"/>
              <a:gd name="connsiteY83" fmla="*/ 1389123 h 2833294"/>
              <a:gd name="connsiteX84" fmla="*/ 2836707 w 2836707"/>
              <a:gd name="connsiteY84" fmla="*/ 1416647 h 2833294"/>
              <a:gd name="connsiteX85" fmla="*/ 2834126 w 2836707"/>
              <a:gd name="connsiteY85" fmla="*/ 1444171 h 2833294"/>
              <a:gd name="connsiteX86" fmla="*/ 2827245 w 2836707"/>
              <a:gd name="connsiteY86" fmla="*/ 1470836 h 2833294"/>
              <a:gd name="connsiteX87" fmla="*/ 2816924 w 2836707"/>
              <a:gd name="connsiteY87" fmla="*/ 1496640 h 2833294"/>
              <a:gd name="connsiteX88" fmla="*/ 2804021 w 2836707"/>
              <a:gd name="connsiteY88" fmla="*/ 1523304 h 2833294"/>
              <a:gd name="connsiteX89" fmla="*/ 2789400 w 2836707"/>
              <a:gd name="connsiteY89" fmla="*/ 1548248 h 2833294"/>
              <a:gd name="connsiteX90" fmla="*/ 2773917 w 2836707"/>
              <a:gd name="connsiteY90" fmla="*/ 1574053 h 2833294"/>
              <a:gd name="connsiteX91" fmla="*/ 2760156 w 2836707"/>
              <a:gd name="connsiteY91" fmla="*/ 1599857 h 2833294"/>
              <a:gd name="connsiteX92" fmla="*/ 2746393 w 2836707"/>
              <a:gd name="connsiteY92" fmla="*/ 1625660 h 2833294"/>
              <a:gd name="connsiteX93" fmla="*/ 2736071 w 2836707"/>
              <a:gd name="connsiteY93" fmla="*/ 1650605 h 2833294"/>
              <a:gd name="connsiteX94" fmla="*/ 2729191 w 2836707"/>
              <a:gd name="connsiteY94" fmla="*/ 1677269 h 2833294"/>
              <a:gd name="connsiteX95" fmla="*/ 2725751 w 2836707"/>
              <a:gd name="connsiteY95" fmla="*/ 1703933 h 2833294"/>
              <a:gd name="connsiteX96" fmla="*/ 2725751 w 2836707"/>
              <a:gd name="connsiteY96" fmla="*/ 1732318 h 2833294"/>
              <a:gd name="connsiteX97" fmla="*/ 2727470 w 2836707"/>
              <a:gd name="connsiteY97" fmla="*/ 1761563 h 2833294"/>
              <a:gd name="connsiteX98" fmla="*/ 2730911 w 2836707"/>
              <a:gd name="connsiteY98" fmla="*/ 1790807 h 2833294"/>
              <a:gd name="connsiteX99" fmla="*/ 2735211 w 2836707"/>
              <a:gd name="connsiteY99" fmla="*/ 1820052 h 2833294"/>
              <a:gd name="connsiteX100" fmla="*/ 2738652 w 2836707"/>
              <a:gd name="connsiteY100" fmla="*/ 1849297 h 2833294"/>
              <a:gd name="connsiteX101" fmla="*/ 2741233 w 2836707"/>
              <a:gd name="connsiteY101" fmla="*/ 1878541 h 2833294"/>
              <a:gd name="connsiteX102" fmla="*/ 2740372 w 2836707"/>
              <a:gd name="connsiteY102" fmla="*/ 1906066 h 2833294"/>
              <a:gd name="connsiteX103" fmla="*/ 2736932 w 2836707"/>
              <a:gd name="connsiteY103" fmla="*/ 1932731 h 2833294"/>
              <a:gd name="connsiteX104" fmla="*/ 2729191 w 2836707"/>
              <a:gd name="connsiteY104" fmla="*/ 1958534 h 2833294"/>
              <a:gd name="connsiteX105" fmla="*/ 2718009 w 2836707"/>
              <a:gd name="connsiteY105" fmla="*/ 1980037 h 2833294"/>
              <a:gd name="connsiteX106" fmla="*/ 2703387 w 2836707"/>
              <a:gd name="connsiteY106" fmla="*/ 2000681 h 2833294"/>
              <a:gd name="connsiteX107" fmla="*/ 2686183 w 2836707"/>
              <a:gd name="connsiteY107" fmla="*/ 2018744 h 2833294"/>
              <a:gd name="connsiteX108" fmla="*/ 2666401 w 2836707"/>
              <a:gd name="connsiteY108" fmla="*/ 2036806 h 2833294"/>
              <a:gd name="connsiteX109" fmla="*/ 2645758 w 2836707"/>
              <a:gd name="connsiteY109" fmla="*/ 2053150 h 2833294"/>
              <a:gd name="connsiteX110" fmla="*/ 2624255 w 2836707"/>
              <a:gd name="connsiteY110" fmla="*/ 2069492 h 2833294"/>
              <a:gd name="connsiteX111" fmla="*/ 2601892 w 2836707"/>
              <a:gd name="connsiteY111" fmla="*/ 2085835 h 2833294"/>
              <a:gd name="connsiteX112" fmla="*/ 2581248 w 2836707"/>
              <a:gd name="connsiteY112" fmla="*/ 2102177 h 2833294"/>
              <a:gd name="connsiteX113" fmla="*/ 2561465 w 2836707"/>
              <a:gd name="connsiteY113" fmla="*/ 2119379 h 2833294"/>
              <a:gd name="connsiteX114" fmla="*/ 2544263 w 2836707"/>
              <a:gd name="connsiteY114" fmla="*/ 2139163 h 2833294"/>
              <a:gd name="connsiteX115" fmla="*/ 2528781 w 2836707"/>
              <a:gd name="connsiteY115" fmla="*/ 2158086 h 2833294"/>
              <a:gd name="connsiteX116" fmla="*/ 2516738 w 2836707"/>
              <a:gd name="connsiteY116" fmla="*/ 2179589 h 2833294"/>
              <a:gd name="connsiteX117" fmla="*/ 2506417 w 2836707"/>
              <a:gd name="connsiteY117" fmla="*/ 2202813 h 2833294"/>
              <a:gd name="connsiteX118" fmla="*/ 2497816 w 2836707"/>
              <a:gd name="connsiteY118" fmla="*/ 2227757 h 2833294"/>
              <a:gd name="connsiteX119" fmla="*/ 2490075 w 2836707"/>
              <a:gd name="connsiteY119" fmla="*/ 2253562 h 2833294"/>
              <a:gd name="connsiteX120" fmla="*/ 2483194 w 2836707"/>
              <a:gd name="connsiteY120" fmla="*/ 2279366 h 2833294"/>
              <a:gd name="connsiteX121" fmla="*/ 2476312 w 2836707"/>
              <a:gd name="connsiteY121" fmla="*/ 2306030 h 2833294"/>
              <a:gd name="connsiteX122" fmla="*/ 2468571 w 2836707"/>
              <a:gd name="connsiteY122" fmla="*/ 2330974 h 2833294"/>
              <a:gd name="connsiteX123" fmla="*/ 2459970 w 2836707"/>
              <a:gd name="connsiteY123" fmla="*/ 2355917 h 2833294"/>
              <a:gd name="connsiteX124" fmla="*/ 2449649 w 2836707"/>
              <a:gd name="connsiteY124" fmla="*/ 2379141 h 2833294"/>
              <a:gd name="connsiteX125" fmla="*/ 2436746 w 2836707"/>
              <a:gd name="connsiteY125" fmla="*/ 2399785 h 2833294"/>
              <a:gd name="connsiteX126" fmla="*/ 2421265 w 2836707"/>
              <a:gd name="connsiteY126" fmla="*/ 2418708 h 2833294"/>
              <a:gd name="connsiteX127" fmla="*/ 2402342 w 2836707"/>
              <a:gd name="connsiteY127" fmla="*/ 2434190 h 2833294"/>
              <a:gd name="connsiteX128" fmla="*/ 2381698 w 2836707"/>
              <a:gd name="connsiteY128" fmla="*/ 2447092 h 2833294"/>
              <a:gd name="connsiteX129" fmla="*/ 2358474 w 2836707"/>
              <a:gd name="connsiteY129" fmla="*/ 2457414 h 2833294"/>
              <a:gd name="connsiteX130" fmla="*/ 2333531 w 2836707"/>
              <a:gd name="connsiteY130" fmla="*/ 2466015 h 2833294"/>
              <a:gd name="connsiteX131" fmla="*/ 2308587 w 2836707"/>
              <a:gd name="connsiteY131" fmla="*/ 2473756 h 2833294"/>
              <a:gd name="connsiteX132" fmla="*/ 2281923 w 2836707"/>
              <a:gd name="connsiteY132" fmla="*/ 2480638 h 2833294"/>
              <a:gd name="connsiteX133" fmla="*/ 2256119 w 2836707"/>
              <a:gd name="connsiteY133" fmla="*/ 2487519 h 2833294"/>
              <a:gd name="connsiteX134" fmla="*/ 2230316 w 2836707"/>
              <a:gd name="connsiteY134" fmla="*/ 2495260 h 2833294"/>
              <a:gd name="connsiteX135" fmla="*/ 2205372 w 2836707"/>
              <a:gd name="connsiteY135" fmla="*/ 2503862 h 2833294"/>
              <a:gd name="connsiteX136" fmla="*/ 2182149 w 2836707"/>
              <a:gd name="connsiteY136" fmla="*/ 2514184 h 2833294"/>
              <a:gd name="connsiteX137" fmla="*/ 2160646 w 2836707"/>
              <a:gd name="connsiteY137" fmla="*/ 2526225 h 2833294"/>
              <a:gd name="connsiteX138" fmla="*/ 2141723 w 2836707"/>
              <a:gd name="connsiteY138" fmla="*/ 2541707 h 2833294"/>
              <a:gd name="connsiteX139" fmla="*/ 2121940 w 2836707"/>
              <a:gd name="connsiteY139" fmla="*/ 2558911 h 2833294"/>
              <a:gd name="connsiteX140" fmla="*/ 2104736 w 2836707"/>
              <a:gd name="connsiteY140" fmla="*/ 2578694 h 2833294"/>
              <a:gd name="connsiteX141" fmla="*/ 2088394 w 2836707"/>
              <a:gd name="connsiteY141" fmla="*/ 2599337 h 2833294"/>
              <a:gd name="connsiteX142" fmla="*/ 2072052 w 2836707"/>
              <a:gd name="connsiteY142" fmla="*/ 2620840 h 2833294"/>
              <a:gd name="connsiteX143" fmla="*/ 2055710 w 2836707"/>
              <a:gd name="connsiteY143" fmla="*/ 2642344 h 2833294"/>
              <a:gd name="connsiteX144" fmla="*/ 2039367 w 2836707"/>
              <a:gd name="connsiteY144" fmla="*/ 2662987 h 2833294"/>
              <a:gd name="connsiteX145" fmla="*/ 2021304 w 2836707"/>
              <a:gd name="connsiteY145" fmla="*/ 2682770 h 2833294"/>
              <a:gd name="connsiteX146" fmla="*/ 2003241 w 2836707"/>
              <a:gd name="connsiteY146" fmla="*/ 2699973 h 2833294"/>
              <a:gd name="connsiteX147" fmla="*/ 1982599 w 2836707"/>
              <a:gd name="connsiteY147" fmla="*/ 2714595 h 2833294"/>
              <a:gd name="connsiteX148" fmla="*/ 1961095 w 2836707"/>
              <a:gd name="connsiteY148" fmla="*/ 2725777 h 2833294"/>
              <a:gd name="connsiteX149" fmla="*/ 1935291 w 2836707"/>
              <a:gd name="connsiteY149" fmla="*/ 2733518 h 2833294"/>
              <a:gd name="connsiteX150" fmla="*/ 1908627 w 2836707"/>
              <a:gd name="connsiteY150" fmla="*/ 2736959 h 2833294"/>
              <a:gd name="connsiteX151" fmla="*/ 1881104 w 2836707"/>
              <a:gd name="connsiteY151" fmla="*/ 2737819 h 2833294"/>
              <a:gd name="connsiteX152" fmla="*/ 1851859 w 2836707"/>
              <a:gd name="connsiteY152" fmla="*/ 2735238 h 2833294"/>
              <a:gd name="connsiteX153" fmla="*/ 1822615 w 2836707"/>
              <a:gd name="connsiteY153" fmla="*/ 2731799 h 2833294"/>
              <a:gd name="connsiteX154" fmla="*/ 1793370 w 2836707"/>
              <a:gd name="connsiteY154" fmla="*/ 2727497 h 2833294"/>
              <a:gd name="connsiteX155" fmla="*/ 1764126 w 2836707"/>
              <a:gd name="connsiteY155" fmla="*/ 2724057 h 2833294"/>
              <a:gd name="connsiteX156" fmla="*/ 1734881 w 2836707"/>
              <a:gd name="connsiteY156" fmla="*/ 2722336 h 2833294"/>
              <a:gd name="connsiteX157" fmla="*/ 1706497 w 2836707"/>
              <a:gd name="connsiteY157" fmla="*/ 2722336 h 2833294"/>
              <a:gd name="connsiteX158" fmla="*/ 1679833 w 2836707"/>
              <a:gd name="connsiteY158" fmla="*/ 2725777 h 2833294"/>
              <a:gd name="connsiteX159" fmla="*/ 1652309 w 2836707"/>
              <a:gd name="connsiteY159" fmla="*/ 2732658 h 2833294"/>
              <a:gd name="connsiteX160" fmla="*/ 1627365 w 2836707"/>
              <a:gd name="connsiteY160" fmla="*/ 2742980 h 2833294"/>
              <a:gd name="connsiteX161" fmla="*/ 1601561 w 2836707"/>
              <a:gd name="connsiteY161" fmla="*/ 2756742 h 2833294"/>
              <a:gd name="connsiteX162" fmla="*/ 1575758 w 2836707"/>
              <a:gd name="connsiteY162" fmla="*/ 2770505 h 2833294"/>
              <a:gd name="connsiteX163" fmla="*/ 1549954 w 2836707"/>
              <a:gd name="connsiteY163" fmla="*/ 2785987 h 2833294"/>
              <a:gd name="connsiteX164" fmla="*/ 1525009 w 2836707"/>
              <a:gd name="connsiteY164" fmla="*/ 2800609 h 2833294"/>
              <a:gd name="connsiteX165" fmla="*/ 1498346 w 2836707"/>
              <a:gd name="connsiteY165" fmla="*/ 2813511 h 2833294"/>
              <a:gd name="connsiteX166" fmla="*/ 1472542 w 2836707"/>
              <a:gd name="connsiteY166" fmla="*/ 2823833 h 2833294"/>
              <a:gd name="connsiteX167" fmla="*/ 1445877 w 2836707"/>
              <a:gd name="connsiteY167" fmla="*/ 2830714 h 2833294"/>
              <a:gd name="connsiteX168" fmla="*/ 1418354 w 2836707"/>
              <a:gd name="connsiteY168" fmla="*/ 2833294 h 2833294"/>
              <a:gd name="connsiteX169" fmla="*/ 1390830 w 2836707"/>
              <a:gd name="connsiteY169" fmla="*/ 2830714 h 2833294"/>
              <a:gd name="connsiteX170" fmla="*/ 1364166 w 2836707"/>
              <a:gd name="connsiteY170" fmla="*/ 2823833 h 2833294"/>
              <a:gd name="connsiteX171" fmla="*/ 1338362 w 2836707"/>
              <a:gd name="connsiteY171" fmla="*/ 2813511 h 2833294"/>
              <a:gd name="connsiteX172" fmla="*/ 1311698 w 2836707"/>
              <a:gd name="connsiteY172" fmla="*/ 2800609 h 2833294"/>
              <a:gd name="connsiteX173" fmla="*/ 1286754 w 2836707"/>
              <a:gd name="connsiteY173" fmla="*/ 2785987 h 2833294"/>
              <a:gd name="connsiteX174" fmla="*/ 1260950 w 2836707"/>
              <a:gd name="connsiteY174" fmla="*/ 2770505 h 2833294"/>
              <a:gd name="connsiteX175" fmla="*/ 1235146 w 2836707"/>
              <a:gd name="connsiteY175" fmla="*/ 2756742 h 2833294"/>
              <a:gd name="connsiteX176" fmla="*/ 1209343 w 2836707"/>
              <a:gd name="connsiteY176" fmla="*/ 2742980 h 2833294"/>
              <a:gd name="connsiteX177" fmla="*/ 1183539 w 2836707"/>
              <a:gd name="connsiteY177" fmla="*/ 2732658 h 2833294"/>
              <a:gd name="connsiteX178" fmla="*/ 1156875 w 2836707"/>
              <a:gd name="connsiteY178" fmla="*/ 2725777 h 2833294"/>
              <a:gd name="connsiteX179" fmla="*/ 1130211 w 2836707"/>
              <a:gd name="connsiteY179" fmla="*/ 2722336 h 2833294"/>
              <a:gd name="connsiteX180" fmla="*/ 1101826 w 2836707"/>
              <a:gd name="connsiteY180" fmla="*/ 2722336 h 2833294"/>
              <a:gd name="connsiteX181" fmla="*/ 1072582 w 2836707"/>
              <a:gd name="connsiteY181" fmla="*/ 2724057 h 2833294"/>
              <a:gd name="connsiteX182" fmla="*/ 1043338 w 2836707"/>
              <a:gd name="connsiteY182" fmla="*/ 2727497 h 2833294"/>
              <a:gd name="connsiteX183" fmla="*/ 1014093 w 2836707"/>
              <a:gd name="connsiteY183" fmla="*/ 2731799 h 2833294"/>
              <a:gd name="connsiteX184" fmla="*/ 984848 w 2836707"/>
              <a:gd name="connsiteY184" fmla="*/ 2735238 h 2833294"/>
              <a:gd name="connsiteX185" fmla="*/ 955604 w 2836707"/>
              <a:gd name="connsiteY185" fmla="*/ 2737819 h 2833294"/>
              <a:gd name="connsiteX186" fmla="*/ 928081 w 2836707"/>
              <a:gd name="connsiteY186" fmla="*/ 2736959 h 2833294"/>
              <a:gd name="connsiteX187" fmla="*/ 901416 w 2836707"/>
              <a:gd name="connsiteY187" fmla="*/ 2733518 h 2833294"/>
              <a:gd name="connsiteX188" fmla="*/ 875612 w 2836707"/>
              <a:gd name="connsiteY188" fmla="*/ 2725777 h 2833294"/>
              <a:gd name="connsiteX189" fmla="*/ 854109 w 2836707"/>
              <a:gd name="connsiteY189" fmla="*/ 2714595 h 2833294"/>
              <a:gd name="connsiteX190" fmla="*/ 833465 w 2836707"/>
              <a:gd name="connsiteY190" fmla="*/ 2699973 h 2833294"/>
              <a:gd name="connsiteX191" fmla="*/ 815403 w 2836707"/>
              <a:gd name="connsiteY191" fmla="*/ 2682770 h 2833294"/>
              <a:gd name="connsiteX192" fmla="*/ 797340 w 2836707"/>
              <a:gd name="connsiteY192" fmla="*/ 2662987 h 2833294"/>
              <a:gd name="connsiteX193" fmla="*/ 780998 w 2836707"/>
              <a:gd name="connsiteY193" fmla="*/ 2642344 h 2833294"/>
              <a:gd name="connsiteX194" fmla="*/ 764655 w 2836707"/>
              <a:gd name="connsiteY194" fmla="*/ 2620840 h 2833294"/>
              <a:gd name="connsiteX195" fmla="*/ 748313 w 2836707"/>
              <a:gd name="connsiteY195" fmla="*/ 2599337 h 2833294"/>
              <a:gd name="connsiteX196" fmla="*/ 731971 w 2836707"/>
              <a:gd name="connsiteY196" fmla="*/ 2578694 h 2833294"/>
              <a:gd name="connsiteX197" fmla="*/ 714768 w 2836707"/>
              <a:gd name="connsiteY197" fmla="*/ 2558911 h 2833294"/>
              <a:gd name="connsiteX198" fmla="*/ 694985 w 2836707"/>
              <a:gd name="connsiteY198" fmla="*/ 2541707 h 2833294"/>
              <a:gd name="connsiteX199" fmla="*/ 676062 w 2836707"/>
              <a:gd name="connsiteY199" fmla="*/ 2526225 h 2833294"/>
              <a:gd name="connsiteX200" fmla="*/ 654559 w 2836707"/>
              <a:gd name="connsiteY200" fmla="*/ 2514184 h 2833294"/>
              <a:gd name="connsiteX201" fmla="*/ 631335 w 2836707"/>
              <a:gd name="connsiteY201" fmla="*/ 2503862 h 2833294"/>
              <a:gd name="connsiteX202" fmla="*/ 606392 w 2836707"/>
              <a:gd name="connsiteY202" fmla="*/ 2495260 h 2833294"/>
              <a:gd name="connsiteX203" fmla="*/ 580587 w 2836707"/>
              <a:gd name="connsiteY203" fmla="*/ 2487519 h 2833294"/>
              <a:gd name="connsiteX204" fmla="*/ 554784 w 2836707"/>
              <a:gd name="connsiteY204" fmla="*/ 2480638 h 2833294"/>
              <a:gd name="connsiteX205" fmla="*/ 528120 w 2836707"/>
              <a:gd name="connsiteY205" fmla="*/ 2473756 h 2833294"/>
              <a:gd name="connsiteX206" fmla="*/ 503176 w 2836707"/>
              <a:gd name="connsiteY206" fmla="*/ 2466015 h 2833294"/>
              <a:gd name="connsiteX207" fmla="*/ 478232 w 2836707"/>
              <a:gd name="connsiteY207" fmla="*/ 2457414 h 2833294"/>
              <a:gd name="connsiteX208" fmla="*/ 455009 w 2836707"/>
              <a:gd name="connsiteY208" fmla="*/ 2447092 h 2833294"/>
              <a:gd name="connsiteX209" fmla="*/ 434366 w 2836707"/>
              <a:gd name="connsiteY209" fmla="*/ 2434190 h 2833294"/>
              <a:gd name="connsiteX210" fmla="*/ 415442 w 2836707"/>
              <a:gd name="connsiteY210" fmla="*/ 2418708 h 2833294"/>
              <a:gd name="connsiteX211" fmla="*/ 399961 w 2836707"/>
              <a:gd name="connsiteY211" fmla="*/ 2399785 h 2833294"/>
              <a:gd name="connsiteX212" fmla="*/ 387059 w 2836707"/>
              <a:gd name="connsiteY212" fmla="*/ 2379141 h 2833294"/>
              <a:gd name="connsiteX213" fmla="*/ 376737 w 2836707"/>
              <a:gd name="connsiteY213" fmla="*/ 2355917 h 2833294"/>
              <a:gd name="connsiteX214" fmla="*/ 368136 w 2836707"/>
              <a:gd name="connsiteY214" fmla="*/ 2330974 h 2833294"/>
              <a:gd name="connsiteX215" fmla="*/ 360395 w 2836707"/>
              <a:gd name="connsiteY215" fmla="*/ 2306030 h 2833294"/>
              <a:gd name="connsiteX216" fmla="*/ 353514 w 2836707"/>
              <a:gd name="connsiteY216" fmla="*/ 2279366 h 2833294"/>
              <a:gd name="connsiteX217" fmla="*/ 346633 w 2836707"/>
              <a:gd name="connsiteY217" fmla="*/ 2253562 h 2833294"/>
              <a:gd name="connsiteX218" fmla="*/ 338891 w 2836707"/>
              <a:gd name="connsiteY218" fmla="*/ 2227757 h 2833294"/>
              <a:gd name="connsiteX219" fmla="*/ 330290 w 2836707"/>
              <a:gd name="connsiteY219" fmla="*/ 2202813 h 2833294"/>
              <a:gd name="connsiteX220" fmla="*/ 319968 w 2836707"/>
              <a:gd name="connsiteY220" fmla="*/ 2179589 h 2833294"/>
              <a:gd name="connsiteX221" fmla="*/ 307927 w 2836707"/>
              <a:gd name="connsiteY221" fmla="*/ 2158086 h 2833294"/>
              <a:gd name="connsiteX222" fmla="*/ 292445 w 2836707"/>
              <a:gd name="connsiteY222" fmla="*/ 2139163 h 2833294"/>
              <a:gd name="connsiteX223" fmla="*/ 275242 w 2836707"/>
              <a:gd name="connsiteY223" fmla="*/ 2119379 h 2833294"/>
              <a:gd name="connsiteX224" fmla="*/ 255459 w 2836707"/>
              <a:gd name="connsiteY224" fmla="*/ 2102177 h 2833294"/>
              <a:gd name="connsiteX225" fmla="*/ 233955 w 2836707"/>
              <a:gd name="connsiteY225" fmla="*/ 2085835 h 2833294"/>
              <a:gd name="connsiteX226" fmla="*/ 212452 w 2836707"/>
              <a:gd name="connsiteY226" fmla="*/ 2069492 h 2833294"/>
              <a:gd name="connsiteX227" fmla="*/ 190950 w 2836707"/>
              <a:gd name="connsiteY227" fmla="*/ 2053150 h 2833294"/>
              <a:gd name="connsiteX228" fmla="*/ 170306 w 2836707"/>
              <a:gd name="connsiteY228" fmla="*/ 2036806 h 2833294"/>
              <a:gd name="connsiteX229" fmla="*/ 150523 w 2836707"/>
              <a:gd name="connsiteY229" fmla="*/ 2018744 h 2833294"/>
              <a:gd name="connsiteX230" fmla="*/ 133321 w 2836707"/>
              <a:gd name="connsiteY230" fmla="*/ 2000681 h 2833294"/>
              <a:gd name="connsiteX231" fmla="*/ 118699 w 2836707"/>
              <a:gd name="connsiteY231" fmla="*/ 1980037 h 2833294"/>
              <a:gd name="connsiteX232" fmla="*/ 107517 w 2836707"/>
              <a:gd name="connsiteY232" fmla="*/ 1958534 h 2833294"/>
              <a:gd name="connsiteX233" fmla="*/ 99776 w 2836707"/>
              <a:gd name="connsiteY233" fmla="*/ 1932731 h 2833294"/>
              <a:gd name="connsiteX234" fmla="*/ 96335 w 2836707"/>
              <a:gd name="connsiteY234" fmla="*/ 1906066 h 2833294"/>
              <a:gd name="connsiteX235" fmla="*/ 95474 w 2836707"/>
              <a:gd name="connsiteY235" fmla="*/ 1878541 h 2833294"/>
              <a:gd name="connsiteX236" fmla="*/ 98055 w 2836707"/>
              <a:gd name="connsiteY236" fmla="*/ 1849297 h 2833294"/>
              <a:gd name="connsiteX237" fmla="*/ 101496 w 2836707"/>
              <a:gd name="connsiteY237" fmla="*/ 1820052 h 2833294"/>
              <a:gd name="connsiteX238" fmla="*/ 105796 w 2836707"/>
              <a:gd name="connsiteY238" fmla="*/ 1790807 h 2833294"/>
              <a:gd name="connsiteX239" fmla="*/ 109237 w 2836707"/>
              <a:gd name="connsiteY239" fmla="*/ 1761563 h 2833294"/>
              <a:gd name="connsiteX240" fmla="*/ 110958 w 2836707"/>
              <a:gd name="connsiteY240" fmla="*/ 1732318 h 2833294"/>
              <a:gd name="connsiteX241" fmla="*/ 110958 w 2836707"/>
              <a:gd name="connsiteY241" fmla="*/ 1703933 h 2833294"/>
              <a:gd name="connsiteX242" fmla="*/ 107517 w 2836707"/>
              <a:gd name="connsiteY242" fmla="*/ 1677269 h 2833294"/>
              <a:gd name="connsiteX243" fmla="*/ 100636 w 2836707"/>
              <a:gd name="connsiteY243" fmla="*/ 1650605 h 2833294"/>
              <a:gd name="connsiteX244" fmla="*/ 90314 w 2836707"/>
              <a:gd name="connsiteY244" fmla="*/ 1625660 h 2833294"/>
              <a:gd name="connsiteX245" fmla="*/ 77412 w 2836707"/>
              <a:gd name="connsiteY245" fmla="*/ 1599857 h 2833294"/>
              <a:gd name="connsiteX246" fmla="*/ 62790 w 2836707"/>
              <a:gd name="connsiteY246" fmla="*/ 1574053 h 2833294"/>
              <a:gd name="connsiteX247" fmla="*/ 47308 w 2836707"/>
              <a:gd name="connsiteY247" fmla="*/ 1548248 h 2833294"/>
              <a:gd name="connsiteX248" fmla="*/ 32686 w 2836707"/>
              <a:gd name="connsiteY248" fmla="*/ 1523304 h 2833294"/>
              <a:gd name="connsiteX249" fmla="*/ 19783 w 2836707"/>
              <a:gd name="connsiteY249" fmla="*/ 1496640 h 2833294"/>
              <a:gd name="connsiteX250" fmla="*/ 9462 w 2836707"/>
              <a:gd name="connsiteY250" fmla="*/ 1470836 h 2833294"/>
              <a:gd name="connsiteX251" fmla="*/ 2581 w 2836707"/>
              <a:gd name="connsiteY251" fmla="*/ 1444171 h 2833294"/>
              <a:gd name="connsiteX252" fmla="*/ 0 w 2836707"/>
              <a:gd name="connsiteY252" fmla="*/ 1416647 h 2833294"/>
              <a:gd name="connsiteX253" fmla="*/ 2581 w 2836707"/>
              <a:gd name="connsiteY253" fmla="*/ 1389123 h 2833294"/>
              <a:gd name="connsiteX254" fmla="*/ 9462 w 2836707"/>
              <a:gd name="connsiteY254" fmla="*/ 1362459 h 2833294"/>
              <a:gd name="connsiteX255" fmla="*/ 19783 w 2836707"/>
              <a:gd name="connsiteY255" fmla="*/ 1336654 h 2833294"/>
              <a:gd name="connsiteX256" fmla="*/ 32686 w 2836707"/>
              <a:gd name="connsiteY256" fmla="*/ 1309991 h 2833294"/>
              <a:gd name="connsiteX257" fmla="*/ 47308 w 2836707"/>
              <a:gd name="connsiteY257" fmla="*/ 1285046 h 2833294"/>
              <a:gd name="connsiteX258" fmla="*/ 62790 w 2836707"/>
              <a:gd name="connsiteY258" fmla="*/ 1259242 h 2833294"/>
              <a:gd name="connsiteX259" fmla="*/ 77412 w 2836707"/>
              <a:gd name="connsiteY259" fmla="*/ 1233438 h 2833294"/>
              <a:gd name="connsiteX260" fmla="*/ 90314 w 2836707"/>
              <a:gd name="connsiteY260" fmla="*/ 1207634 h 2833294"/>
              <a:gd name="connsiteX261" fmla="*/ 100636 w 2836707"/>
              <a:gd name="connsiteY261" fmla="*/ 1182689 h 2833294"/>
              <a:gd name="connsiteX262" fmla="*/ 107517 w 2836707"/>
              <a:gd name="connsiteY262" fmla="*/ 1156025 h 2833294"/>
              <a:gd name="connsiteX263" fmla="*/ 110958 w 2836707"/>
              <a:gd name="connsiteY263" fmla="*/ 1129361 h 2833294"/>
              <a:gd name="connsiteX264" fmla="*/ 110958 w 2836707"/>
              <a:gd name="connsiteY264" fmla="*/ 1100977 h 2833294"/>
              <a:gd name="connsiteX265" fmla="*/ 109237 w 2836707"/>
              <a:gd name="connsiteY265" fmla="*/ 1071732 h 2833294"/>
              <a:gd name="connsiteX266" fmla="*/ 105796 w 2836707"/>
              <a:gd name="connsiteY266" fmla="*/ 1042487 h 2833294"/>
              <a:gd name="connsiteX267" fmla="*/ 101496 w 2836707"/>
              <a:gd name="connsiteY267" fmla="*/ 1013242 h 2833294"/>
              <a:gd name="connsiteX268" fmla="*/ 98055 w 2836707"/>
              <a:gd name="connsiteY268" fmla="*/ 983998 h 2833294"/>
              <a:gd name="connsiteX269" fmla="*/ 95474 w 2836707"/>
              <a:gd name="connsiteY269" fmla="*/ 954754 h 2833294"/>
              <a:gd name="connsiteX270" fmla="*/ 96335 w 2836707"/>
              <a:gd name="connsiteY270" fmla="*/ 927229 h 2833294"/>
              <a:gd name="connsiteX271" fmla="*/ 99776 w 2836707"/>
              <a:gd name="connsiteY271" fmla="*/ 900565 h 2833294"/>
              <a:gd name="connsiteX272" fmla="*/ 107517 w 2836707"/>
              <a:gd name="connsiteY272" fmla="*/ 874760 h 2833294"/>
              <a:gd name="connsiteX273" fmla="*/ 118699 w 2836707"/>
              <a:gd name="connsiteY273" fmla="*/ 853257 h 2833294"/>
              <a:gd name="connsiteX274" fmla="*/ 133321 w 2836707"/>
              <a:gd name="connsiteY274" fmla="*/ 832614 h 2833294"/>
              <a:gd name="connsiteX275" fmla="*/ 150523 w 2836707"/>
              <a:gd name="connsiteY275" fmla="*/ 814551 h 2833294"/>
              <a:gd name="connsiteX276" fmla="*/ 170306 w 2836707"/>
              <a:gd name="connsiteY276" fmla="*/ 796488 h 2833294"/>
              <a:gd name="connsiteX277" fmla="*/ 190950 w 2836707"/>
              <a:gd name="connsiteY277" fmla="*/ 780145 h 2833294"/>
              <a:gd name="connsiteX278" fmla="*/ 212452 w 2836707"/>
              <a:gd name="connsiteY278" fmla="*/ 763802 h 2833294"/>
              <a:gd name="connsiteX279" fmla="*/ 233955 w 2836707"/>
              <a:gd name="connsiteY279" fmla="*/ 747460 h 2833294"/>
              <a:gd name="connsiteX280" fmla="*/ 255459 w 2836707"/>
              <a:gd name="connsiteY280" fmla="*/ 731117 h 2833294"/>
              <a:gd name="connsiteX281" fmla="*/ 275242 w 2836707"/>
              <a:gd name="connsiteY281" fmla="*/ 713915 h 2833294"/>
              <a:gd name="connsiteX282" fmla="*/ 292445 w 2836707"/>
              <a:gd name="connsiteY282" fmla="*/ 694132 h 2833294"/>
              <a:gd name="connsiteX283" fmla="*/ 307927 w 2836707"/>
              <a:gd name="connsiteY283" fmla="*/ 675208 h 2833294"/>
              <a:gd name="connsiteX284" fmla="*/ 319968 w 2836707"/>
              <a:gd name="connsiteY284" fmla="*/ 653705 h 2833294"/>
              <a:gd name="connsiteX285" fmla="*/ 330290 w 2836707"/>
              <a:gd name="connsiteY285" fmla="*/ 630482 h 2833294"/>
              <a:gd name="connsiteX286" fmla="*/ 338891 w 2836707"/>
              <a:gd name="connsiteY286" fmla="*/ 605537 h 2833294"/>
              <a:gd name="connsiteX287" fmla="*/ 346633 w 2836707"/>
              <a:gd name="connsiteY287" fmla="*/ 579732 h 2833294"/>
              <a:gd name="connsiteX288" fmla="*/ 353514 w 2836707"/>
              <a:gd name="connsiteY288" fmla="*/ 553929 h 2833294"/>
              <a:gd name="connsiteX289" fmla="*/ 360395 w 2836707"/>
              <a:gd name="connsiteY289" fmla="*/ 527264 h 2833294"/>
              <a:gd name="connsiteX290" fmla="*/ 368136 w 2836707"/>
              <a:gd name="connsiteY290" fmla="*/ 502321 h 2833294"/>
              <a:gd name="connsiteX291" fmla="*/ 376737 w 2836707"/>
              <a:gd name="connsiteY291" fmla="*/ 477376 h 2833294"/>
              <a:gd name="connsiteX292" fmla="*/ 387059 w 2836707"/>
              <a:gd name="connsiteY292" fmla="*/ 454153 h 2833294"/>
              <a:gd name="connsiteX293" fmla="*/ 399961 w 2836707"/>
              <a:gd name="connsiteY293" fmla="*/ 433510 h 2833294"/>
              <a:gd name="connsiteX294" fmla="*/ 415442 w 2836707"/>
              <a:gd name="connsiteY294" fmla="*/ 414587 h 2833294"/>
              <a:gd name="connsiteX295" fmla="*/ 434366 w 2836707"/>
              <a:gd name="connsiteY295" fmla="*/ 399104 h 2833294"/>
              <a:gd name="connsiteX296" fmla="*/ 455009 w 2836707"/>
              <a:gd name="connsiteY296" fmla="*/ 386202 h 2833294"/>
              <a:gd name="connsiteX297" fmla="*/ 478232 w 2836707"/>
              <a:gd name="connsiteY297" fmla="*/ 375880 h 2833294"/>
              <a:gd name="connsiteX298" fmla="*/ 503176 w 2836707"/>
              <a:gd name="connsiteY298" fmla="*/ 367279 h 2833294"/>
              <a:gd name="connsiteX299" fmla="*/ 528120 w 2836707"/>
              <a:gd name="connsiteY299" fmla="*/ 359538 h 2833294"/>
              <a:gd name="connsiteX300" fmla="*/ 554784 w 2836707"/>
              <a:gd name="connsiteY300" fmla="*/ 352656 h 2833294"/>
              <a:gd name="connsiteX301" fmla="*/ 580587 w 2836707"/>
              <a:gd name="connsiteY301" fmla="*/ 345775 h 2833294"/>
              <a:gd name="connsiteX302" fmla="*/ 606392 w 2836707"/>
              <a:gd name="connsiteY302" fmla="*/ 338034 h 2833294"/>
              <a:gd name="connsiteX303" fmla="*/ 631335 w 2836707"/>
              <a:gd name="connsiteY303" fmla="*/ 329433 h 2833294"/>
              <a:gd name="connsiteX304" fmla="*/ 654559 w 2836707"/>
              <a:gd name="connsiteY304" fmla="*/ 319111 h 2833294"/>
              <a:gd name="connsiteX305" fmla="*/ 676062 w 2836707"/>
              <a:gd name="connsiteY305" fmla="*/ 307070 h 2833294"/>
              <a:gd name="connsiteX306" fmla="*/ 694985 w 2836707"/>
              <a:gd name="connsiteY306" fmla="*/ 291587 h 2833294"/>
              <a:gd name="connsiteX307" fmla="*/ 714768 w 2836707"/>
              <a:gd name="connsiteY307" fmla="*/ 274384 h 2833294"/>
              <a:gd name="connsiteX308" fmla="*/ 731971 w 2836707"/>
              <a:gd name="connsiteY308" fmla="*/ 254601 h 2833294"/>
              <a:gd name="connsiteX309" fmla="*/ 748313 w 2836707"/>
              <a:gd name="connsiteY309" fmla="*/ 233957 h 2833294"/>
              <a:gd name="connsiteX310" fmla="*/ 764655 w 2836707"/>
              <a:gd name="connsiteY310" fmla="*/ 212454 h 2833294"/>
              <a:gd name="connsiteX311" fmla="*/ 780998 w 2836707"/>
              <a:gd name="connsiteY311" fmla="*/ 190950 h 2833294"/>
              <a:gd name="connsiteX312" fmla="*/ 797340 w 2836707"/>
              <a:gd name="connsiteY312" fmla="*/ 170307 h 2833294"/>
              <a:gd name="connsiteX313" fmla="*/ 815403 w 2836707"/>
              <a:gd name="connsiteY313" fmla="*/ 150524 h 2833294"/>
              <a:gd name="connsiteX314" fmla="*/ 833465 w 2836707"/>
              <a:gd name="connsiteY314" fmla="*/ 133322 h 2833294"/>
              <a:gd name="connsiteX315" fmla="*/ 854109 w 2836707"/>
              <a:gd name="connsiteY315" fmla="*/ 118699 h 2833294"/>
              <a:gd name="connsiteX316" fmla="*/ 875612 w 2836707"/>
              <a:gd name="connsiteY316" fmla="*/ 107517 h 2833294"/>
              <a:gd name="connsiteX317" fmla="*/ 901416 w 2836707"/>
              <a:gd name="connsiteY317" fmla="*/ 99776 h 2833294"/>
              <a:gd name="connsiteX318" fmla="*/ 928081 w 2836707"/>
              <a:gd name="connsiteY318" fmla="*/ 96335 h 2833294"/>
              <a:gd name="connsiteX319" fmla="*/ 955604 w 2836707"/>
              <a:gd name="connsiteY319" fmla="*/ 95475 h 2833294"/>
              <a:gd name="connsiteX320" fmla="*/ 984848 w 2836707"/>
              <a:gd name="connsiteY320" fmla="*/ 98056 h 2833294"/>
              <a:gd name="connsiteX321" fmla="*/ 1014093 w 2836707"/>
              <a:gd name="connsiteY321" fmla="*/ 101497 h 2833294"/>
              <a:gd name="connsiteX322" fmla="*/ 1043338 w 2836707"/>
              <a:gd name="connsiteY322" fmla="*/ 105797 h 2833294"/>
              <a:gd name="connsiteX323" fmla="*/ 1072582 w 2836707"/>
              <a:gd name="connsiteY323" fmla="*/ 109238 h 2833294"/>
              <a:gd name="connsiteX324" fmla="*/ 1101826 w 2836707"/>
              <a:gd name="connsiteY324" fmla="*/ 110958 h 2833294"/>
              <a:gd name="connsiteX325" fmla="*/ 1130211 w 2836707"/>
              <a:gd name="connsiteY325" fmla="*/ 110958 h 2833294"/>
              <a:gd name="connsiteX326" fmla="*/ 1156875 w 2836707"/>
              <a:gd name="connsiteY326" fmla="*/ 107517 h 2833294"/>
              <a:gd name="connsiteX327" fmla="*/ 1183539 w 2836707"/>
              <a:gd name="connsiteY327" fmla="*/ 100636 h 2833294"/>
              <a:gd name="connsiteX328" fmla="*/ 1209343 w 2836707"/>
              <a:gd name="connsiteY328" fmla="*/ 90315 h 2833294"/>
              <a:gd name="connsiteX329" fmla="*/ 1235146 w 2836707"/>
              <a:gd name="connsiteY329" fmla="*/ 76552 h 2833294"/>
              <a:gd name="connsiteX330" fmla="*/ 1260950 w 2836707"/>
              <a:gd name="connsiteY330" fmla="*/ 62790 h 2833294"/>
              <a:gd name="connsiteX331" fmla="*/ 1286754 w 2836707"/>
              <a:gd name="connsiteY331" fmla="*/ 47308 h 2833294"/>
              <a:gd name="connsiteX332" fmla="*/ 1311698 w 2836707"/>
              <a:gd name="connsiteY332" fmla="*/ 32685 h 2833294"/>
              <a:gd name="connsiteX333" fmla="*/ 1338362 w 2836707"/>
              <a:gd name="connsiteY333" fmla="*/ 19783 h 2833294"/>
              <a:gd name="connsiteX334" fmla="*/ 1364166 w 2836707"/>
              <a:gd name="connsiteY334" fmla="*/ 9461 h 2833294"/>
              <a:gd name="connsiteX335" fmla="*/ 1390830 w 2836707"/>
              <a:gd name="connsiteY335" fmla="*/ 2580 h 2833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</a:cxnLst>
            <a:rect l="l" t="t" r="r" b="b"/>
            <a:pathLst>
              <a:path w="2836707" h="2833294">
                <a:moveTo>
                  <a:pt x="1418354" y="0"/>
                </a:moveTo>
                <a:lnTo>
                  <a:pt x="1445877" y="2580"/>
                </a:lnTo>
                <a:lnTo>
                  <a:pt x="1472542" y="9461"/>
                </a:lnTo>
                <a:lnTo>
                  <a:pt x="1498346" y="19783"/>
                </a:lnTo>
                <a:lnTo>
                  <a:pt x="1525009" y="32685"/>
                </a:lnTo>
                <a:lnTo>
                  <a:pt x="1549954" y="47308"/>
                </a:lnTo>
                <a:lnTo>
                  <a:pt x="1575758" y="62790"/>
                </a:lnTo>
                <a:lnTo>
                  <a:pt x="1601561" y="76552"/>
                </a:lnTo>
                <a:lnTo>
                  <a:pt x="1627365" y="90315"/>
                </a:lnTo>
                <a:lnTo>
                  <a:pt x="1652309" y="100636"/>
                </a:lnTo>
                <a:lnTo>
                  <a:pt x="1679833" y="107517"/>
                </a:lnTo>
                <a:lnTo>
                  <a:pt x="1706497" y="110958"/>
                </a:lnTo>
                <a:lnTo>
                  <a:pt x="1734881" y="110958"/>
                </a:lnTo>
                <a:lnTo>
                  <a:pt x="1764126" y="109238"/>
                </a:lnTo>
                <a:lnTo>
                  <a:pt x="1793370" y="105797"/>
                </a:lnTo>
                <a:lnTo>
                  <a:pt x="1822615" y="101497"/>
                </a:lnTo>
                <a:lnTo>
                  <a:pt x="1851859" y="98056"/>
                </a:lnTo>
                <a:lnTo>
                  <a:pt x="1881104" y="95475"/>
                </a:lnTo>
                <a:lnTo>
                  <a:pt x="1908627" y="96335"/>
                </a:lnTo>
                <a:lnTo>
                  <a:pt x="1935291" y="99776"/>
                </a:lnTo>
                <a:lnTo>
                  <a:pt x="1961095" y="107517"/>
                </a:lnTo>
                <a:lnTo>
                  <a:pt x="1982599" y="118699"/>
                </a:lnTo>
                <a:lnTo>
                  <a:pt x="2003241" y="133322"/>
                </a:lnTo>
                <a:lnTo>
                  <a:pt x="2021304" y="150524"/>
                </a:lnTo>
                <a:lnTo>
                  <a:pt x="2039367" y="170307"/>
                </a:lnTo>
                <a:lnTo>
                  <a:pt x="2055710" y="190950"/>
                </a:lnTo>
                <a:lnTo>
                  <a:pt x="2072052" y="212454"/>
                </a:lnTo>
                <a:lnTo>
                  <a:pt x="2088394" y="233957"/>
                </a:lnTo>
                <a:lnTo>
                  <a:pt x="2104736" y="254601"/>
                </a:lnTo>
                <a:lnTo>
                  <a:pt x="2121940" y="274384"/>
                </a:lnTo>
                <a:lnTo>
                  <a:pt x="2141723" y="291587"/>
                </a:lnTo>
                <a:lnTo>
                  <a:pt x="2160646" y="307070"/>
                </a:lnTo>
                <a:lnTo>
                  <a:pt x="2182149" y="319111"/>
                </a:lnTo>
                <a:lnTo>
                  <a:pt x="2205372" y="329433"/>
                </a:lnTo>
                <a:lnTo>
                  <a:pt x="2230316" y="338034"/>
                </a:lnTo>
                <a:lnTo>
                  <a:pt x="2256119" y="345775"/>
                </a:lnTo>
                <a:lnTo>
                  <a:pt x="2281923" y="352656"/>
                </a:lnTo>
                <a:lnTo>
                  <a:pt x="2308587" y="359538"/>
                </a:lnTo>
                <a:lnTo>
                  <a:pt x="2333531" y="367279"/>
                </a:lnTo>
                <a:lnTo>
                  <a:pt x="2358474" y="375880"/>
                </a:lnTo>
                <a:lnTo>
                  <a:pt x="2381698" y="386202"/>
                </a:lnTo>
                <a:lnTo>
                  <a:pt x="2402342" y="399104"/>
                </a:lnTo>
                <a:lnTo>
                  <a:pt x="2421265" y="414587"/>
                </a:lnTo>
                <a:lnTo>
                  <a:pt x="2436746" y="433510"/>
                </a:lnTo>
                <a:lnTo>
                  <a:pt x="2449649" y="454153"/>
                </a:lnTo>
                <a:lnTo>
                  <a:pt x="2459970" y="477376"/>
                </a:lnTo>
                <a:lnTo>
                  <a:pt x="2468571" y="502321"/>
                </a:lnTo>
                <a:lnTo>
                  <a:pt x="2476312" y="527264"/>
                </a:lnTo>
                <a:lnTo>
                  <a:pt x="2483194" y="553929"/>
                </a:lnTo>
                <a:lnTo>
                  <a:pt x="2490075" y="579732"/>
                </a:lnTo>
                <a:lnTo>
                  <a:pt x="2497816" y="605537"/>
                </a:lnTo>
                <a:lnTo>
                  <a:pt x="2506417" y="630482"/>
                </a:lnTo>
                <a:lnTo>
                  <a:pt x="2516738" y="653705"/>
                </a:lnTo>
                <a:lnTo>
                  <a:pt x="2528781" y="675208"/>
                </a:lnTo>
                <a:lnTo>
                  <a:pt x="2544263" y="694132"/>
                </a:lnTo>
                <a:lnTo>
                  <a:pt x="2561465" y="713915"/>
                </a:lnTo>
                <a:lnTo>
                  <a:pt x="2581248" y="731117"/>
                </a:lnTo>
                <a:lnTo>
                  <a:pt x="2601892" y="747460"/>
                </a:lnTo>
                <a:lnTo>
                  <a:pt x="2624255" y="763802"/>
                </a:lnTo>
                <a:lnTo>
                  <a:pt x="2645758" y="780145"/>
                </a:lnTo>
                <a:lnTo>
                  <a:pt x="2666401" y="796488"/>
                </a:lnTo>
                <a:lnTo>
                  <a:pt x="2686183" y="814551"/>
                </a:lnTo>
                <a:lnTo>
                  <a:pt x="2703387" y="832614"/>
                </a:lnTo>
                <a:lnTo>
                  <a:pt x="2718009" y="853257"/>
                </a:lnTo>
                <a:lnTo>
                  <a:pt x="2729191" y="874760"/>
                </a:lnTo>
                <a:lnTo>
                  <a:pt x="2736932" y="900565"/>
                </a:lnTo>
                <a:lnTo>
                  <a:pt x="2740372" y="927229"/>
                </a:lnTo>
                <a:lnTo>
                  <a:pt x="2741233" y="954754"/>
                </a:lnTo>
                <a:lnTo>
                  <a:pt x="2738652" y="983998"/>
                </a:lnTo>
                <a:lnTo>
                  <a:pt x="2735211" y="1013242"/>
                </a:lnTo>
                <a:lnTo>
                  <a:pt x="2730911" y="1042487"/>
                </a:lnTo>
                <a:lnTo>
                  <a:pt x="2727470" y="1071732"/>
                </a:lnTo>
                <a:lnTo>
                  <a:pt x="2725751" y="1100977"/>
                </a:lnTo>
                <a:lnTo>
                  <a:pt x="2725751" y="1129361"/>
                </a:lnTo>
                <a:lnTo>
                  <a:pt x="2729191" y="1156025"/>
                </a:lnTo>
                <a:lnTo>
                  <a:pt x="2736071" y="1182689"/>
                </a:lnTo>
                <a:lnTo>
                  <a:pt x="2746393" y="1207634"/>
                </a:lnTo>
                <a:lnTo>
                  <a:pt x="2760156" y="1233438"/>
                </a:lnTo>
                <a:lnTo>
                  <a:pt x="2773917" y="1259242"/>
                </a:lnTo>
                <a:lnTo>
                  <a:pt x="2789400" y="1285046"/>
                </a:lnTo>
                <a:lnTo>
                  <a:pt x="2804021" y="1309991"/>
                </a:lnTo>
                <a:lnTo>
                  <a:pt x="2816924" y="1336654"/>
                </a:lnTo>
                <a:lnTo>
                  <a:pt x="2827245" y="1362459"/>
                </a:lnTo>
                <a:lnTo>
                  <a:pt x="2834126" y="1389123"/>
                </a:lnTo>
                <a:lnTo>
                  <a:pt x="2836707" y="1416647"/>
                </a:lnTo>
                <a:lnTo>
                  <a:pt x="2834126" y="1444171"/>
                </a:lnTo>
                <a:lnTo>
                  <a:pt x="2827245" y="1470836"/>
                </a:lnTo>
                <a:lnTo>
                  <a:pt x="2816924" y="1496640"/>
                </a:lnTo>
                <a:lnTo>
                  <a:pt x="2804021" y="1523304"/>
                </a:lnTo>
                <a:lnTo>
                  <a:pt x="2789400" y="1548248"/>
                </a:lnTo>
                <a:lnTo>
                  <a:pt x="2773917" y="1574053"/>
                </a:lnTo>
                <a:lnTo>
                  <a:pt x="2760156" y="1599857"/>
                </a:lnTo>
                <a:lnTo>
                  <a:pt x="2746393" y="1625660"/>
                </a:lnTo>
                <a:lnTo>
                  <a:pt x="2736071" y="1650605"/>
                </a:lnTo>
                <a:lnTo>
                  <a:pt x="2729191" y="1677269"/>
                </a:lnTo>
                <a:lnTo>
                  <a:pt x="2725751" y="1703933"/>
                </a:lnTo>
                <a:lnTo>
                  <a:pt x="2725751" y="1732318"/>
                </a:lnTo>
                <a:lnTo>
                  <a:pt x="2727470" y="1761563"/>
                </a:lnTo>
                <a:lnTo>
                  <a:pt x="2730911" y="1790807"/>
                </a:lnTo>
                <a:lnTo>
                  <a:pt x="2735211" y="1820052"/>
                </a:lnTo>
                <a:lnTo>
                  <a:pt x="2738652" y="1849297"/>
                </a:lnTo>
                <a:lnTo>
                  <a:pt x="2741233" y="1878541"/>
                </a:lnTo>
                <a:lnTo>
                  <a:pt x="2740372" y="1906066"/>
                </a:lnTo>
                <a:lnTo>
                  <a:pt x="2736932" y="1932731"/>
                </a:lnTo>
                <a:lnTo>
                  <a:pt x="2729191" y="1958534"/>
                </a:lnTo>
                <a:lnTo>
                  <a:pt x="2718009" y="1980037"/>
                </a:lnTo>
                <a:lnTo>
                  <a:pt x="2703387" y="2000681"/>
                </a:lnTo>
                <a:lnTo>
                  <a:pt x="2686183" y="2018744"/>
                </a:lnTo>
                <a:lnTo>
                  <a:pt x="2666401" y="2036806"/>
                </a:lnTo>
                <a:lnTo>
                  <a:pt x="2645758" y="2053150"/>
                </a:lnTo>
                <a:lnTo>
                  <a:pt x="2624255" y="2069492"/>
                </a:lnTo>
                <a:lnTo>
                  <a:pt x="2601892" y="2085835"/>
                </a:lnTo>
                <a:lnTo>
                  <a:pt x="2581248" y="2102177"/>
                </a:lnTo>
                <a:lnTo>
                  <a:pt x="2561465" y="2119379"/>
                </a:lnTo>
                <a:lnTo>
                  <a:pt x="2544263" y="2139163"/>
                </a:lnTo>
                <a:lnTo>
                  <a:pt x="2528781" y="2158086"/>
                </a:lnTo>
                <a:lnTo>
                  <a:pt x="2516738" y="2179589"/>
                </a:lnTo>
                <a:lnTo>
                  <a:pt x="2506417" y="2202813"/>
                </a:lnTo>
                <a:lnTo>
                  <a:pt x="2497816" y="2227757"/>
                </a:lnTo>
                <a:lnTo>
                  <a:pt x="2490075" y="2253562"/>
                </a:lnTo>
                <a:lnTo>
                  <a:pt x="2483194" y="2279366"/>
                </a:lnTo>
                <a:lnTo>
                  <a:pt x="2476312" y="2306030"/>
                </a:lnTo>
                <a:lnTo>
                  <a:pt x="2468571" y="2330974"/>
                </a:lnTo>
                <a:lnTo>
                  <a:pt x="2459970" y="2355917"/>
                </a:lnTo>
                <a:lnTo>
                  <a:pt x="2449649" y="2379141"/>
                </a:lnTo>
                <a:lnTo>
                  <a:pt x="2436746" y="2399785"/>
                </a:lnTo>
                <a:lnTo>
                  <a:pt x="2421265" y="2418708"/>
                </a:lnTo>
                <a:lnTo>
                  <a:pt x="2402342" y="2434190"/>
                </a:lnTo>
                <a:lnTo>
                  <a:pt x="2381698" y="2447092"/>
                </a:lnTo>
                <a:lnTo>
                  <a:pt x="2358474" y="2457414"/>
                </a:lnTo>
                <a:lnTo>
                  <a:pt x="2333531" y="2466015"/>
                </a:lnTo>
                <a:lnTo>
                  <a:pt x="2308587" y="2473756"/>
                </a:lnTo>
                <a:lnTo>
                  <a:pt x="2281923" y="2480638"/>
                </a:lnTo>
                <a:lnTo>
                  <a:pt x="2256119" y="2487519"/>
                </a:lnTo>
                <a:lnTo>
                  <a:pt x="2230316" y="2495260"/>
                </a:lnTo>
                <a:lnTo>
                  <a:pt x="2205372" y="2503862"/>
                </a:lnTo>
                <a:lnTo>
                  <a:pt x="2182149" y="2514184"/>
                </a:lnTo>
                <a:lnTo>
                  <a:pt x="2160646" y="2526225"/>
                </a:lnTo>
                <a:lnTo>
                  <a:pt x="2141723" y="2541707"/>
                </a:lnTo>
                <a:lnTo>
                  <a:pt x="2121940" y="2558911"/>
                </a:lnTo>
                <a:lnTo>
                  <a:pt x="2104736" y="2578694"/>
                </a:lnTo>
                <a:lnTo>
                  <a:pt x="2088394" y="2599337"/>
                </a:lnTo>
                <a:lnTo>
                  <a:pt x="2072052" y="2620840"/>
                </a:lnTo>
                <a:lnTo>
                  <a:pt x="2055710" y="2642344"/>
                </a:lnTo>
                <a:lnTo>
                  <a:pt x="2039367" y="2662987"/>
                </a:lnTo>
                <a:lnTo>
                  <a:pt x="2021304" y="2682770"/>
                </a:lnTo>
                <a:lnTo>
                  <a:pt x="2003241" y="2699973"/>
                </a:lnTo>
                <a:lnTo>
                  <a:pt x="1982599" y="2714595"/>
                </a:lnTo>
                <a:lnTo>
                  <a:pt x="1961095" y="2725777"/>
                </a:lnTo>
                <a:lnTo>
                  <a:pt x="1935291" y="2733518"/>
                </a:lnTo>
                <a:lnTo>
                  <a:pt x="1908627" y="2736959"/>
                </a:lnTo>
                <a:lnTo>
                  <a:pt x="1881104" y="2737819"/>
                </a:lnTo>
                <a:lnTo>
                  <a:pt x="1851859" y="2735238"/>
                </a:lnTo>
                <a:lnTo>
                  <a:pt x="1822615" y="2731799"/>
                </a:lnTo>
                <a:lnTo>
                  <a:pt x="1793370" y="2727497"/>
                </a:lnTo>
                <a:lnTo>
                  <a:pt x="1764126" y="2724057"/>
                </a:lnTo>
                <a:lnTo>
                  <a:pt x="1734881" y="2722336"/>
                </a:lnTo>
                <a:lnTo>
                  <a:pt x="1706497" y="2722336"/>
                </a:lnTo>
                <a:lnTo>
                  <a:pt x="1679833" y="2725777"/>
                </a:lnTo>
                <a:lnTo>
                  <a:pt x="1652309" y="2732658"/>
                </a:lnTo>
                <a:lnTo>
                  <a:pt x="1627365" y="2742980"/>
                </a:lnTo>
                <a:lnTo>
                  <a:pt x="1601561" y="2756742"/>
                </a:lnTo>
                <a:lnTo>
                  <a:pt x="1575758" y="2770505"/>
                </a:lnTo>
                <a:lnTo>
                  <a:pt x="1549954" y="2785987"/>
                </a:lnTo>
                <a:lnTo>
                  <a:pt x="1525009" y="2800609"/>
                </a:lnTo>
                <a:lnTo>
                  <a:pt x="1498346" y="2813511"/>
                </a:lnTo>
                <a:lnTo>
                  <a:pt x="1472542" y="2823833"/>
                </a:lnTo>
                <a:lnTo>
                  <a:pt x="1445877" y="2830714"/>
                </a:lnTo>
                <a:lnTo>
                  <a:pt x="1418354" y="2833294"/>
                </a:lnTo>
                <a:lnTo>
                  <a:pt x="1390830" y="2830714"/>
                </a:lnTo>
                <a:lnTo>
                  <a:pt x="1364166" y="2823833"/>
                </a:lnTo>
                <a:lnTo>
                  <a:pt x="1338362" y="2813511"/>
                </a:lnTo>
                <a:lnTo>
                  <a:pt x="1311698" y="2800609"/>
                </a:lnTo>
                <a:lnTo>
                  <a:pt x="1286754" y="2785987"/>
                </a:lnTo>
                <a:lnTo>
                  <a:pt x="1260950" y="2770505"/>
                </a:lnTo>
                <a:lnTo>
                  <a:pt x="1235146" y="2756742"/>
                </a:lnTo>
                <a:lnTo>
                  <a:pt x="1209343" y="2742980"/>
                </a:lnTo>
                <a:lnTo>
                  <a:pt x="1183539" y="2732658"/>
                </a:lnTo>
                <a:lnTo>
                  <a:pt x="1156875" y="2725777"/>
                </a:lnTo>
                <a:lnTo>
                  <a:pt x="1130211" y="2722336"/>
                </a:lnTo>
                <a:lnTo>
                  <a:pt x="1101826" y="2722336"/>
                </a:lnTo>
                <a:lnTo>
                  <a:pt x="1072582" y="2724057"/>
                </a:lnTo>
                <a:lnTo>
                  <a:pt x="1043338" y="2727497"/>
                </a:lnTo>
                <a:lnTo>
                  <a:pt x="1014093" y="2731799"/>
                </a:lnTo>
                <a:lnTo>
                  <a:pt x="984848" y="2735238"/>
                </a:lnTo>
                <a:lnTo>
                  <a:pt x="955604" y="2737819"/>
                </a:lnTo>
                <a:lnTo>
                  <a:pt x="928081" y="2736959"/>
                </a:lnTo>
                <a:lnTo>
                  <a:pt x="901416" y="2733518"/>
                </a:lnTo>
                <a:lnTo>
                  <a:pt x="875612" y="2725777"/>
                </a:lnTo>
                <a:lnTo>
                  <a:pt x="854109" y="2714595"/>
                </a:lnTo>
                <a:lnTo>
                  <a:pt x="833465" y="2699973"/>
                </a:lnTo>
                <a:lnTo>
                  <a:pt x="815403" y="2682770"/>
                </a:lnTo>
                <a:lnTo>
                  <a:pt x="797340" y="2662987"/>
                </a:lnTo>
                <a:lnTo>
                  <a:pt x="780998" y="2642344"/>
                </a:lnTo>
                <a:lnTo>
                  <a:pt x="764655" y="2620840"/>
                </a:lnTo>
                <a:lnTo>
                  <a:pt x="748313" y="2599337"/>
                </a:lnTo>
                <a:lnTo>
                  <a:pt x="731971" y="2578694"/>
                </a:lnTo>
                <a:lnTo>
                  <a:pt x="714768" y="2558911"/>
                </a:lnTo>
                <a:lnTo>
                  <a:pt x="694985" y="2541707"/>
                </a:lnTo>
                <a:lnTo>
                  <a:pt x="676062" y="2526225"/>
                </a:lnTo>
                <a:lnTo>
                  <a:pt x="654559" y="2514184"/>
                </a:lnTo>
                <a:lnTo>
                  <a:pt x="631335" y="2503862"/>
                </a:lnTo>
                <a:lnTo>
                  <a:pt x="606392" y="2495260"/>
                </a:lnTo>
                <a:lnTo>
                  <a:pt x="580587" y="2487519"/>
                </a:lnTo>
                <a:lnTo>
                  <a:pt x="554784" y="2480638"/>
                </a:lnTo>
                <a:lnTo>
                  <a:pt x="528120" y="2473756"/>
                </a:lnTo>
                <a:lnTo>
                  <a:pt x="503176" y="2466015"/>
                </a:lnTo>
                <a:lnTo>
                  <a:pt x="478232" y="2457414"/>
                </a:lnTo>
                <a:lnTo>
                  <a:pt x="455009" y="2447092"/>
                </a:lnTo>
                <a:lnTo>
                  <a:pt x="434366" y="2434190"/>
                </a:lnTo>
                <a:lnTo>
                  <a:pt x="415442" y="2418708"/>
                </a:lnTo>
                <a:lnTo>
                  <a:pt x="399961" y="2399785"/>
                </a:lnTo>
                <a:lnTo>
                  <a:pt x="387059" y="2379141"/>
                </a:lnTo>
                <a:lnTo>
                  <a:pt x="376737" y="2355917"/>
                </a:lnTo>
                <a:lnTo>
                  <a:pt x="368136" y="2330974"/>
                </a:lnTo>
                <a:lnTo>
                  <a:pt x="360395" y="2306030"/>
                </a:lnTo>
                <a:lnTo>
                  <a:pt x="353514" y="2279366"/>
                </a:lnTo>
                <a:lnTo>
                  <a:pt x="346633" y="2253562"/>
                </a:lnTo>
                <a:lnTo>
                  <a:pt x="338891" y="2227757"/>
                </a:lnTo>
                <a:lnTo>
                  <a:pt x="330290" y="2202813"/>
                </a:lnTo>
                <a:lnTo>
                  <a:pt x="319968" y="2179589"/>
                </a:lnTo>
                <a:lnTo>
                  <a:pt x="307927" y="2158086"/>
                </a:lnTo>
                <a:lnTo>
                  <a:pt x="292445" y="2139163"/>
                </a:lnTo>
                <a:lnTo>
                  <a:pt x="275242" y="2119379"/>
                </a:lnTo>
                <a:lnTo>
                  <a:pt x="255459" y="2102177"/>
                </a:lnTo>
                <a:lnTo>
                  <a:pt x="233955" y="2085835"/>
                </a:lnTo>
                <a:lnTo>
                  <a:pt x="212452" y="2069492"/>
                </a:lnTo>
                <a:lnTo>
                  <a:pt x="190950" y="2053150"/>
                </a:lnTo>
                <a:lnTo>
                  <a:pt x="170306" y="2036806"/>
                </a:lnTo>
                <a:lnTo>
                  <a:pt x="150523" y="2018744"/>
                </a:lnTo>
                <a:lnTo>
                  <a:pt x="133321" y="2000681"/>
                </a:lnTo>
                <a:lnTo>
                  <a:pt x="118699" y="1980037"/>
                </a:lnTo>
                <a:lnTo>
                  <a:pt x="107517" y="1958534"/>
                </a:lnTo>
                <a:lnTo>
                  <a:pt x="99776" y="1932731"/>
                </a:lnTo>
                <a:lnTo>
                  <a:pt x="96335" y="1906066"/>
                </a:lnTo>
                <a:lnTo>
                  <a:pt x="95474" y="1878541"/>
                </a:lnTo>
                <a:lnTo>
                  <a:pt x="98055" y="1849297"/>
                </a:lnTo>
                <a:lnTo>
                  <a:pt x="101496" y="1820052"/>
                </a:lnTo>
                <a:lnTo>
                  <a:pt x="105796" y="1790807"/>
                </a:lnTo>
                <a:lnTo>
                  <a:pt x="109237" y="1761563"/>
                </a:lnTo>
                <a:lnTo>
                  <a:pt x="110958" y="1732318"/>
                </a:lnTo>
                <a:lnTo>
                  <a:pt x="110958" y="1703933"/>
                </a:lnTo>
                <a:lnTo>
                  <a:pt x="107517" y="1677269"/>
                </a:lnTo>
                <a:lnTo>
                  <a:pt x="100636" y="1650605"/>
                </a:lnTo>
                <a:lnTo>
                  <a:pt x="90314" y="1625660"/>
                </a:lnTo>
                <a:lnTo>
                  <a:pt x="77412" y="1599857"/>
                </a:lnTo>
                <a:lnTo>
                  <a:pt x="62790" y="1574053"/>
                </a:lnTo>
                <a:lnTo>
                  <a:pt x="47308" y="1548248"/>
                </a:lnTo>
                <a:lnTo>
                  <a:pt x="32686" y="1523304"/>
                </a:lnTo>
                <a:lnTo>
                  <a:pt x="19783" y="1496640"/>
                </a:lnTo>
                <a:lnTo>
                  <a:pt x="9462" y="1470836"/>
                </a:lnTo>
                <a:lnTo>
                  <a:pt x="2581" y="1444171"/>
                </a:lnTo>
                <a:lnTo>
                  <a:pt x="0" y="1416647"/>
                </a:lnTo>
                <a:lnTo>
                  <a:pt x="2581" y="1389123"/>
                </a:lnTo>
                <a:lnTo>
                  <a:pt x="9462" y="1362459"/>
                </a:lnTo>
                <a:lnTo>
                  <a:pt x="19783" y="1336654"/>
                </a:lnTo>
                <a:lnTo>
                  <a:pt x="32686" y="1309991"/>
                </a:lnTo>
                <a:lnTo>
                  <a:pt x="47308" y="1285046"/>
                </a:lnTo>
                <a:lnTo>
                  <a:pt x="62790" y="1259242"/>
                </a:lnTo>
                <a:lnTo>
                  <a:pt x="77412" y="1233438"/>
                </a:lnTo>
                <a:lnTo>
                  <a:pt x="90314" y="1207634"/>
                </a:lnTo>
                <a:lnTo>
                  <a:pt x="100636" y="1182689"/>
                </a:lnTo>
                <a:lnTo>
                  <a:pt x="107517" y="1156025"/>
                </a:lnTo>
                <a:lnTo>
                  <a:pt x="110958" y="1129361"/>
                </a:lnTo>
                <a:lnTo>
                  <a:pt x="110958" y="1100977"/>
                </a:lnTo>
                <a:lnTo>
                  <a:pt x="109237" y="1071732"/>
                </a:lnTo>
                <a:lnTo>
                  <a:pt x="105796" y="1042487"/>
                </a:lnTo>
                <a:lnTo>
                  <a:pt x="101496" y="1013242"/>
                </a:lnTo>
                <a:lnTo>
                  <a:pt x="98055" y="983998"/>
                </a:lnTo>
                <a:lnTo>
                  <a:pt x="95474" y="954754"/>
                </a:lnTo>
                <a:lnTo>
                  <a:pt x="96335" y="927229"/>
                </a:lnTo>
                <a:lnTo>
                  <a:pt x="99776" y="900565"/>
                </a:lnTo>
                <a:lnTo>
                  <a:pt x="107517" y="874760"/>
                </a:lnTo>
                <a:lnTo>
                  <a:pt x="118699" y="853257"/>
                </a:lnTo>
                <a:lnTo>
                  <a:pt x="133321" y="832614"/>
                </a:lnTo>
                <a:lnTo>
                  <a:pt x="150523" y="814551"/>
                </a:lnTo>
                <a:lnTo>
                  <a:pt x="170306" y="796488"/>
                </a:lnTo>
                <a:lnTo>
                  <a:pt x="190950" y="780145"/>
                </a:lnTo>
                <a:lnTo>
                  <a:pt x="212452" y="763802"/>
                </a:lnTo>
                <a:lnTo>
                  <a:pt x="233955" y="747460"/>
                </a:lnTo>
                <a:lnTo>
                  <a:pt x="255459" y="731117"/>
                </a:lnTo>
                <a:lnTo>
                  <a:pt x="275242" y="713915"/>
                </a:lnTo>
                <a:lnTo>
                  <a:pt x="292445" y="694132"/>
                </a:lnTo>
                <a:lnTo>
                  <a:pt x="307927" y="675208"/>
                </a:lnTo>
                <a:lnTo>
                  <a:pt x="319968" y="653705"/>
                </a:lnTo>
                <a:lnTo>
                  <a:pt x="330290" y="630482"/>
                </a:lnTo>
                <a:lnTo>
                  <a:pt x="338891" y="605537"/>
                </a:lnTo>
                <a:lnTo>
                  <a:pt x="346633" y="579732"/>
                </a:lnTo>
                <a:lnTo>
                  <a:pt x="353514" y="553929"/>
                </a:lnTo>
                <a:lnTo>
                  <a:pt x="360395" y="527264"/>
                </a:lnTo>
                <a:lnTo>
                  <a:pt x="368136" y="502321"/>
                </a:lnTo>
                <a:lnTo>
                  <a:pt x="376737" y="477376"/>
                </a:lnTo>
                <a:lnTo>
                  <a:pt x="387059" y="454153"/>
                </a:lnTo>
                <a:lnTo>
                  <a:pt x="399961" y="433510"/>
                </a:lnTo>
                <a:lnTo>
                  <a:pt x="415442" y="414587"/>
                </a:lnTo>
                <a:lnTo>
                  <a:pt x="434366" y="399104"/>
                </a:lnTo>
                <a:lnTo>
                  <a:pt x="455009" y="386202"/>
                </a:lnTo>
                <a:lnTo>
                  <a:pt x="478232" y="375880"/>
                </a:lnTo>
                <a:lnTo>
                  <a:pt x="503176" y="367279"/>
                </a:lnTo>
                <a:lnTo>
                  <a:pt x="528120" y="359538"/>
                </a:lnTo>
                <a:lnTo>
                  <a:pt x="554784" y="352656"/>
                </a:lnTo>
                <a:lnTo>
                  <a:pt x="580587" y="345775"/>
                </a:lnTo>
                <a:lnTo>
                  <a:pt x="606392" y="338034"/>
                </a:lnTo>
                <a:lnTo>
                  <a:pt x="631335" y="329433"/>
                </a:lnTo>
                <a:lnTo>
                  <a:pt x="654559" y="319111"/>
                </a:lnTo>
                <a:lnTo>
                  <a:pt x="676062" y="307070"/>
                </a:lnTo>
                <a:lnTo>
                  <a:pt x="694985" y="291587"/>
                </a:lnTo>
                <a:lnTo>
                  <a:pt x="714768" y="274384"/>
                </a:lnTo>
                <a:lnTo>
                  <a:pt x="731971" y="254601"/>
                </a:lnTo>
                <a:lnTo>
                  <a:pt x="748313" y="233957"/>
                </a:lnTo>
                <a:lnTo>
                  <a:pt x="764655" y="212454"/>
                </a:lnTo>
                <a:lnTo>
                  <a:pt x="780998" y="190950"/>
                </a:lnTo>
                <a:lnTo>
                  <a:pt x="797340" y="170307"/>
                </a:lnTo>
                <a:lnTo>
                  <a:pt x="815403" y="150524"/>
                </a:lnTo>
                <a:lnTo>
                  <a:pt x="833465" y="133322"/>
                </a:lnTo>
                <a:lnTo>
                  <a:pt x="854109" y="118699"/>
                </a:lnTo>
                <a:lnTo>
                  <a:pt x="875612" y="107517"/>
                </a:lnTo>
                <a:lnTo>
                  <a:pt x="901416" y="99776"/>
                </a:lnTo>
                <a:lnTo>
                  <a:pt x="928081" y="96335"/>
                </a:lnTo>
                <a:lnTo>
                  <a:pt x="955604" y="95475"/>
                </a:lnTo>
                <a:lnTo>
                  <a:pt x="984848" y="98056"/>
                </a:lnTo>
                <a:lnTo>
                  <a:pt x="1014093" y="101497"/>
                </a:lnTo>
                <a:lnTo>
                  <a:pt x="1043338" y="105797"/>
                </a:lnTo>
                <a:lnTo>
                  <a:pt x="1072582" y="109238"/>
                </a:lnTo>
                <a:lnTo>
                  <a:pt x="1101826" y="110958"/>
                </a:lnTo>
                <a:lnTo>
                  <a:pt x="1130211" y="110958"/>
                </a:lnTo>
                <a:lnTo>
                  <a:pt x="1156875" y="107517"/>
                </a:lnTo>
                <a:lnTo>
                  <a:pt x="1183539" y="100636"/>
                </a:lnTo>
                <a:lnTo>
                  <a:pt x="1209343" y="90315"/>
                </a:lnTo>
                <a:lnTo>
                  <a:pt x="1235146" y="76552"/>
                </a:lnTo>
                <a:lnTo>
                  <a:pt x="1260950" y="62790"/>
                </a:lnTo>
                <a:lnTo>
                  <a:pt x="1286754" y="47308"/>
                </a:lnTo>
                <a:lnTo>
                  <a:pt x="1311698" y="32685"/>
                </a:lnTo>
                <a:lnTo>
                  <a:pt x="1338362" y="19783"/>
                </a:lnTo>
                <a:lnTo>
                  <a:pt x="1364166" y="9461"/>
                </a:lnTo>
                <a:lnTo>
                  <a:pt x="1390830" y="25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20" name="Graphic 19" descr="Segno di spunta">
            <a:extLst>
              <a:ext uri="{FF2B5EF4-FFF2-40B4-BE49-F238E27FC236}">
                <a16:creationId xmlns:a16="http://schemas.microsoft.com/office/drawing/2014/main" id="{DFA166A1-69B7-79D5-9246-4CE212EC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11766" y="3365862"/>
            <a:ext cx="1303284" cy="1303284"/>
          </a:xfrm>
          <a:prstGeom prst="rect">
            <a:avLst/>
          </a:prstGeom>
        </p:spPr>
      </p:pic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5D3DD866-9865-42E4-989A-17A2755F2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48" y="4646409"/>
            <a:ext cx="2485052" cy="2211035"/>
          </a:xfrm>
          <a:custGeom>
            <a:avLst/>
            <a:gdLst>
              <a:gd name="connsiteX0" fmla="*/ 1934947 w 3313402"/>
              <a:gd name="connsiteY0" fmla="*/ 0 h 2948047"/>
              <a:gd name="connsiteX1" fmla="*/ 1972495 w 3313402"/>
              <a:gd name="connsiteY1" fmla="*/ 3519 h 2948047"/>
              <a:gd name="connsiteX2" fmla="*/ 2008871 w 3313402"/>
              <a:gd name="connsiteY2" fmla="*/ 12907 h 2948047"/>
              <a:gd name="connsiteX3" fmla="*/ 2044074 w 3313402"/>
              <a:gd name="connsiteY3" fmla="*/ 26988 h 2948047"/>
              <a:gd name="connsiteX4" fmla="*/ 2080448 w 3313402"/>
              <a:gd name="connsiteY4" fmla="*/ 44589 h 2948047"/>
              <a:gd name="connsiteX5" fmla="*/ 2114478 w 3313402"/>
              <a:gd name="connsiteY5" fmla="*/ 64537 h 2948047"/>
              <a:gd name="connsiteX6" fmla="*/ 2149681 w 3313402"/>
              <a:gd name="connsiteY6" fmla="*/ 85659 h 2948047"/>
              <a:gd name="connsiteX7" fmla="*/ 2184882 w 3313402"/>
              <a:gd name="connsiteY7" fmla="*/ 104433 h 2948047"/>
              <a:gd name="connsiteX8" fmla="*/ 2220084 w 3313402"/>
              <a:gd name="connsiteY8" fmla="*/ 123208 h 2948047"/>
              <a:gd name="connsiteX9" fmla="*/ 2254113 w 3313402"/>
              <a:gd name="connsiteY9" fmla="*/ 137288 h 2948047"/>
              <a:gd name="connsiteX10" fmla="*/ 2291662 w 3313402"/>
              <a:gd name="connsiteY10" fmla="*/ 146675 h 2948047"/>
              <a:gd name="connsiteX11" fmla="*/ 2328037 w 3313402"/>
              <a:gd name="connsiteY11" fmla="*/ 151369 h 2948047"/>
              <a:gd name="connsiteX12" fmla="*/ 2366759 w 3313402"/>
              <a:gd name="connsiteY12" fmla="*/ 151369 h 2948047"/>
              <a:gd name="connsiteX13" fmla="*/ 2406656 w 3313402"/>
              <a:gd name="connsiteY13" fmla="*/ 149023 h 2948047"/>
              <a:gd name="connsiteX14" fmla="*/ 2446551 w 3313402"/>
              <a:gd name="connsiteY14" fmla="*/ 144329 h 2948047"/>
              <a:gd name="connsiteX15" fmla="*/ 2486448 w 3313402"/>
              <a:gd name="connsiteY15" fmla="*/ 138462 h 2948047"/>
              <a:gd name="connsiteX16" fmla="*/ 2526343 w 3313402"/>
              <a:gd name="connsiteY16" fmla="*/ 133769 h 2948047"/>
              <a:gd name="connsiteX17" fmla="*/ 2566239 w 3313402"/>
              <a:gd name="connsiteY17" fmla="*/ 130247 h 2948047"/>
              <a:gd name="connsiteX18" fmla="*/ 2603787 w 3313402"/>
              <a:gd name="connsiteY18" fmla="*/ 131421 h 2948047"/>
              <a:gd name="connsiteX19" fmla="*/ 2640163 w 3313402"/>
              <a:gd name="connsiteY19" fmla="*/ 136115 h 2948047"/>
              <a:gd name="connsiteX20" fmla="*/ 2675366 w 3313402"/>
              <a:gd name="connsiteY20" fmla="*/ 146675 h 2948047"/>
              <a:gd name="connsiteX21" fmla="*/ 2704702 w 3313402"/>
              <a:gd name="connsiteY21" fmla="*/ 161930 h 2948047"/>
              <a:gd name="connsiteX22" fmla="*/ 2732862 w 3313402"/>
              <a:gd name="connsiteY22" fmla="*/ 181878 h 2948047"/>
              <a:gd name="connsiteX23" fmla="*/ 2757504 w 3313402"/>
              <a:gd name="connsiteY23" fmla="*/ 205346 h 2948047"/>
              <a:gd name="connsiteX24" fmla="*/ 2782146 w 3313402"/>
              <a:gd name="connsiteY24" fmla="*/ 232334 h 2948047"/>
              <a:gd name="connsiteX25" fmla="*/ 2804440 w 3313402"/>
              <a:gd name="connsiteY25" fmla="*/ 260495 h 2948047"/>
              <a:gd name="connsiteX26" fmla="*/ 2826735 w 3313402"/>
              <a:gd name="connsiteY26" fmla="*/ 289831 h 2948047"/>
              <a:gd name="connsiteX27" fmla="*/ 2849030 w 3313402"/>
              <a:gd name="connsiteY27" fmla="*/ 319166 h 2948047"/>
              <a:gd name="connsiteX28" fmla="*/ 2871324 w 3313402"/>
              <a:gd name="connsiteY28" fmla="*/ 347327 h 2948047"/>
              <a:gd name="connsiteX29" fmla="*/ 2894793 w 3313402"/>
              <a:gd name="connsiteY29" fmla="*/ 374315 h 2948047"/>
              <a:gd name="connsiteX30" fmla="*/ 2921781 w 3313402"/>
              <a:gd name="connsiteY30" fmla="*/ 397785 h 2948047"/>
              <a:gd name="connsiteX31" fmla="*/ 2947597 w 3313402"/>
              <a:gd name="connsiteY31" fmla="*/ 418906 h 2948047"/>
              <a:gd name="connsiteX32" fmla="*/ 2976931 w 3313402"/>
              <a:gd name="connsiteY32" fmla="*/ 435332 h 2948047"/>
              <a:gd name="connsiteX33" fmla="*/ 3008614 w 3313402"/>
              <a:gd name="connsiteY33" fmla="*/ 449413 h 2948047"/>
              <a:gd name="connsiteX34" fmla="*/ 3042641 w 3313402"/>
              <a:gd name="connsiteY34" fmla="*/ 461147 h 2948047"/>
              <a:gd name="connsiteX35" fmla="*/ 3077843 w 3313402"/>
              <a:gd name="connsiteY35" fmla="*/ 471708 h 2948047"/>
              <a:gd name="connsiteX36" fmla="*/ 3113046 w 3313402"/>
              <a:gd name="connsiteY36" fmla="*/ 481096 h 2948047"/>
              <a:gd name="connsiteX37" fmla="*/ 3149422 w 3313402"/>
              <a:gd name="connsiteY37" fmla="*/ 490483 h 2948047"/>
              <a:gd name="connsiteX38" fmla="*/ 3183450 w 3313402"/>
              <a:gd name="connsiteY38" fmla="*/ 501044 h 2948047"/>
              <a:gd name="connsiteX39" fmla="*/ 3217478 w 3313402"/>
              <a:gd name="connsiteY39" fmla="*/ 512777 h 2948047"/>
              <a:gd name="connsiteX40" fmla="*/ 3249161 w 3313402"/>
              <a:gd name="connsiteY40" fmla="*/ 526859 h 2948047"/>
              <a:gd name="connsiteX41" fmla="*/ 3277323 w 3313402"/>
              <a:gd name="connsiteY41" fmla="*/ 544460 h 2948047"/>
              <a:gd name="connsiteX42" fmla="*/ 3303139 w 3313402"/>
              <a:gd name="connsiteY42" fmla="*/ 565581 h 2948047"/>
              <a:gd name="connsiteX43" fmla="*/ 3313402 w 3313402"/>
              <a:gd name="connsiteY43" fmla="*/ 578126 h 2948047"/>
              <a:gd name="connsiteX44" fmla="*/ 3313402 w 3313402"/>
              <a:gd name="connsiteY44" fmla="*/ 2948047 h 2948047"/>
              <a:gd name="connsiteX45" fmla="*/ 422306 w 3313402"/>
              <a:gd name="connsiteY45" fmla="*/ 2948047 h 2948047"/>
              <a:gd name="connsiteX46" fmla="*/ 420079 w 3313402"/>
              <a:gd name="connsiteY46" fmla="*/ 2944070 h 2948047"/>
              <a:gd name="connsiteX47" fmla="*/ 398960 w 3313402"/>
              <a:gd name="connsiteY47" fmla="*/ 2918255 h 2948047"/>
              <a:gd name="connsiteX48" fmla="*/ 375490 w 3313402"/>
              <a:gd name="connsiteY48" fmla="*/ 2891267 h 2948047"/>
              <a:gd name="connsiteX49" fmla="*/ 348502 w 3313402"/>
              <a:gd name="connsiteY49" fmla="*/ 2867799 h 2948047"/>
              <a:gd name="connsiteX50" fmla="*/ 319166 w 3313402"/>
              <a:gd name="connsiteY50" fmla="*/ 2845505 h 2948047"/>
              <a:gd name="connsiteX51" fmla="*/ 289832 w 3313402"/>
              <a:gd name="connsiteY51" fmla="*/ 2823210 h 2948047"/>
              <a:gd name="connsiteX52" fmla="*/ 260497 w 3313402"/>
              <a:gd name="connsiteY52" fmla="*/ 2800916 h 2948047"/>
              <a:gd name="connsiteX53" fmla="*/ 232334 w 3313402"/>
              <a:gd name="connsiteY53" fmla="*/ 2778620 h 2948047"/>
              <a:gd name="connsiteX54" fmla="*/ 205346 w 3313402"/>
              <a:gd name="connsiteY54" fmla="*/ 2753979 h 2948047"/>
              <a:gd name="connsiteX55" fmla="*/ 181878 w 3313402"/>
              <a:gd name="connsiteY55" fmla="*/ 2729338 h 2948047"/>
              <a:gd name="connsiteX56" fmla="*/ 161931 w 3313402"/>
              <a:gd name="connsiteY56" fmla="*/ 2701176 h 2948047"/>
              <a:gd name="connsiteX57" fmla="*/ 146677 w 3313402"/>
              <a:gd name="connsiteY57" fmla="*/ 2671841 h 2948047"/>
              <a:gd name="connsiteX58" fmla="*/ 136116 w 3313402"/>
              <a:gd name="connsiteY58" fmla="*/ 2636640 h 2948047"/>
              <a:gd name="connsiteX59" fmla="*/ 131422 w 3313402"/>
              <a:gd name="connsiteY59" fmla="*/ 2600264 h 2948047"/>
              <a:gd name="connsiteX60" fmla="*/ 130248 w 3313402"/>
              <a:gd name="connsiteY60" fmla="*/ 2562713 h 2948047"/>
              <a:gd name="connsiteX61" fmla="*/ 133769 w 3313402"/>
              <a:gd name="connsiteY61" fmla="*/ 2522818 h 2948047"/>
              <a:gd name="connsiteX62" fmla="*/ 138462 w 3313402"/>
              <a:gd name="connsiteY62" fmla="*/ 2482923 h 2948047"/>
              <a:gd name="connsiteX63" fmla="*/ 144329 w 3313402"/>
              <a:gd name="connsiteY63" fmla="*/ 2443026 h 2948047"/>
              <a:gd name="connsiteX64" fmla="*/ 149023 w 3313402"/>
              <a:gd name="connsiteY64" fmla="*/ 2403131 h 2948047"/>
              <a:gd name="connsiteX65" fmla="*/ 151371 w 3313402"/>
              <a:gd name="connsiteY65" fmla="*/ 2363236 h 2948047"/>
              <a:gd name="connsiteX66" fmla="*/ 151371 w 3313402"/>
              <a:gd name="connsiteY66" fmla="*/ 2324513 h 2948047"/>
              <a:gd name="connsiteX67" fmla="*/ 146677 w 3313402"/>
              <a:gd name="connsiteY67" fmla="*/ 2288138 h 2948047"/>
              <a:gd name="connsiteX68" fmla="*/ 137289 w 3313402"/>
              <a:gd name="connsiteY68" fmla="*/ 2251763 h 2948047"/>
              <a:gd name="connsiteX69" fmla="*/ 123208 w 3313402"/>
              <a:gd name="connsiteY69" fmla="*/ 2217733 h 2948047"/>
              <a:gd name="connsiteX70" fmla="*/ 105607 w 3313402"/>
              <a:gd name="connsiteY70" fmla="*/ 2182531 h 2948047"/>
              <a:gd name="connsiteX71" fmla="*/ 85659 w 3313402"/>
              <a:gd name="connsiteY71" fmla="*/ 2147330 h 2948047"/>
              <a:gd name="connsiteX72" fmla="*/ 64538 w 3313402"/>
              <a:gd name="connsiteY72" fmla="*/ 2112127 h 2948047"/>
              <a:gd name="connsiteX73" fmla="*/ 44590 w 3313402"/>
              <a:gd name="connsiteY73" fmla="*/ 2078098 h 2948047"/>
              <a:gd name="connsiteX74" fmla="*/ 26988 w 3313402"/>
              <a:gd name="connsiteY74" fmla="*/ 2041723 h 2948047"/>
              <a:gd name="connsiteX75" fmla="*/ 12908 w 3313402"/>
              <a:gd name="connsiteY75" fmla="*/ 2006521 h 2948047"/>
              <a:gd name="connsiteX76" fmla="*/ 3521 w 3313402"/>
              <a:gd name="connsiteY76" fmla="*/ 1970145 h 2948047"/>
              <a:gd name="connsiteX77" fmla="*/ 0 w 3313402"/>
              <a:gd name="connsiteY77" fmla="*/ 1932596 h 2948047"/>
              <a:gd name="connsiteX78" fmla="*/ 3521 w 3313402"/>
              <a:gd name="connsiteY78" fmla="*/ 1895048 h 2948047"/>
              <a:gd name="connsiteX79" fmla="*/ 12908 w 3313402"/>
              <a:gd name="connsiteY79" fmla="*/ 1858672 h 2948047"/>
              <a:gd name="connsiteX80" fmla="*/ 26988 w 3313402"/>
              <a:gd name="connsiteY80" fmla="*/ 1823470 h 2948047"/>
              <a:gd name="connsiteX81" fmla="*/ 44590 w 3313402"/>
              <a:gd name="connsiteY81" fmla="*/ 1787095 h 2948047"/>
              <a:gd name="connsiteX82" fmla="*/ 64538 w 3313402"/>
              <a:gd name="connsiteY82" fmla="*/ 1753065 h 2948047"/>
              <a:gd name="connsiteX83" fmla="*/ 85659 w 3313402"/>
              <a:gd name="connsiteY83" fmla="*/ 1717864 h 2948047"/>
              <a:gd name="connsiteX84" fmla="*/ 105607 w 3313402"/>
              <a:gd name="connsiteY84" fmla="*/ 1682661 h 2948047"/>
              <a:gd name="connsiteX85" fmla="*/ 123208 w 3313402"/>
              <a:gd name="connsiteY85" fmla="*/ 1647460 h 2948047"/>
              <a:gd name="connsiteX86" fmla="*/ 137289 w 3313402"/>
              <a:gd name="connsiteY86" fmla="*/ 1613430 h 2948047"/>
              <a:gd name="connsiteX87" fmla="*/ 146677 w 3313402"/>
              <a:gd name="connsiteY87" fmla="*/ 1577054 h 2948047"/>
              <a:gd name="connsiteX88" fmla="*/ 151371 w 3313402"/>
              <a:gd name="connsiteY88" fmla="*/ 1540680 h 2948047"/>
              <a:gd name="connsiteX89" fmla="*/ 151371 w 3313402"/>
              <a:gd name="connsiteY89" fmla="*/ 1501958 h 2948047"/>
              <a:gd name="connsiteX90" fmla="*/ 149023 w 3313402"/>
              <a:gd name="connsiteY90" fmla="*/ 1462061 h 2948047"/>
              <a:gd name="connsiteX91" fmla="*/ 144329 w 3313402"/>
              <a:gd name="connsiteY91" fmla="*/ 1422166 h 2948047"/>
              <a:gd name="connsiteX92" fmla="*/ 138462 w 3313402"/>
              <a:gd name="connsiteY92" fmla="*/ 1382269 h 2948047"/>
              <a:gd name="connsiteX93" fmla="*/ 133769 w 3313402"/>
              <a:gd name="connsiteY93" fmla="*/ 1342374 h 2948047"/>
              <a:gd name="connsiteX94" fmla="*/ 130248 w 3313402"/>
              <a:gd name="connsiteY94" fmla="*/ 1302479 h 2948047"/>
              <a:gd name="connsiteX95" fmla="*/ 131422 w 3313402"/>
              <a:gd name="connsiteY95" fmla="*/ 1264930 h 2948047"/>
              <a:gd name="connsiteX96" fmla="*/ 136116 w 3313402"/>
              <a:gd name="connsiteY96" fmla="*/ 1228554 h 2948047"/>
              <a:gd name="connsiteX97" fmla="*/ 146677 w 3313402"/>
              <a:gd name="connsiteY97" fmla="*/ 1193352 h 2948047"/>
              <a:gd name="connsiteX98" fmla="*/ 161931 w 3313402"/>
              <a:gd name="connsiteY98" fmla="*/ 1164017 h 2948047"/>
              <a:gd name="connsiteX99" fmla="*/ 181878 w 3313402"/>
              <a:gd name="connsiteY99" fmla="*/ 1135856 h 2948047"/>
              <a:gd name="connsiteX100" fmla="*/ 205346 w 3313402"/>
              <a:gd name="connsiteY100" fmla="*/ 1111214 h 2948047"/>
              <a:gd name="connsiteX101" fmla="*/ 232334 w 3313402"/>
              <a:gd name="connsiteY101" fmla="*/ 1086573 h 2948047"/>
              <a:gd name="connsiteX102" fmla="*/ 260497 w 3313402"/>
              <a:gd name="connsiteY102" fmla="*/ 1064277 h 2948047"/>
              <a:gd name="connsiteX103" fmla="*/ 289832 w 3313402"/>
              <a:gd name="connsiteY103" fmla="*/ 1041982 h 2948047"/>
              <a:gd name="connsiteX104" fmla="*/ 319166 w 3313402"/>
              <a:gd name="connsiteY104" fmla="*/ 1019688 h 2948047"/>
              <a:gd name="connsiteX105" fmla="*/ 348502 w 3313402"/>
              <a:gd name="connsiteY105" fmla="*/ 997393 h 2948047"/>
              <a:gd name="connsiteX106" fmla="*/ 375490 w 3313402"/>
              <a:gd name="connsiteY106" fmla="*/ 973926 h 2948047"/>
              <a:gd name="connsiteX107" fmla="*/ 398960 w 3313402"/>
              <a:gd name="connsiteY107" fmla="*/ 946938 h 2948047"/>
              <a:gd name="connsiteX108" fmla="*/ 420079 w 3313402"/>
              <a:gd name="connsiteY108" fmla="*/ 921122 h 2948047"/>
              <a:gd name="connsiteX109" fmla="*/ 436507 w 3313402"/>
              <a:gd name="connsiteY109" fmla="*/ 891788 h 2948047"/>
              <a:gd name="connsiteX110" fmla="*/ 450588 w 3313402"/>
              <a:gd name="connsiteY110" fmla="*/ 860106 h 2948047"/>
              <a:gd name="connsiteX111" fmla="*/ 462322 w 3313402"/>
              <a:gd name="connsiteY111" fmla="*/ 826076 h 2948047"/>
              <a:gd name="connsiteX112" fmla="*/ 472883 w 3313402"/>
              <a:gd name="connsiteY112" fmla="*/ 790874 h 2948047"/>
              <a:gd name="connsiteX113" fmla="*/ 482271 w 3313402"/>
              <a:gd name="connsiteY113" fmla="*/ 755672 h 2948047"/>
              <a:gd name="connsiteX114" fmla="*/ 491658 w 3313402"/>
              <a:gd name="connsiteY114" fmla="*/ 719297 h 2948047"/>
              <a:gd name="connsiteX115" fmla="*/ 502219 w 3313402"/>
              <a:gd name="connsiteY115" fmla="*/ 685268 h 2948047"/>
              <a:gd name="connsiteX116" fmla="*/ 513952 w 3313402"/>
              <a:gd name="connsiteY116" fmla="*/ 651238 h 2948047"/>
              <a:gd name="connsiteX117" fmla="*/ 528034 w 3313402"/>
              <a:gd name="connsiteY117" fmla="*/ 619558 h 2948047"/>
              <a:gd name="connsiteX118" fmla="*/ 545635 w 3313402"/>
              <a:gd name="connsiteY118" fmla="*/ 591396 h 2948047"/>
              <a:gd name="connsiteX119" fmla="*/ 566755 w 3313402"/>
              <a:gd name="connsiteY119" fmla="*/ 565581 h 2948047"/>
              <a:gd name="connsiteX120" fmla="*/ 592570 w 3313402"/>
              <a:gd name="connsiteY120" fmla="*/ 544460 h 2948047"/>
              <a:gd name="connsiteX121" fmla="*/ 620733 w 3313402"/>
              <a:gd name="connsiteY121" fmla="*/ 526859 h 2948047"/>
              <a:gd name="connsiteX122" fmla="*/ 652413 w 3313402"/>
              <a:gd name="connsiteY122" fmla="*/ 512777 h 2948047"/>
              <a:gd name="connsiteX123" fmla="*/ 686443 w 3313402"/>
              <a:gd name="connsiteY123" fmla="*/ 501044 h 2948047"/>
              <a:gd name="connsiteX124" fmla="*/ 720472 w 3313402"/>
              <a:gd name="connsiteY124" fmla="*/ 490483 h 2948047"/>
              <a:gd name="connsiteX125" fmla="*/ 756848 w 3313402"/>
              <a:gd name="connsiteY125" fmla="*/ 481096 h 2948047"/>
              <a:gd name="connsiteX126" fmla="*/ 792049 w 3313402"/>
              <a:gd name="connsiteY126" fmla="*/ 471708 h 2948047"/>
              <a:gd name="connsiteX127" fmla="*/ 827252 w 3313402"/>
              <a:gd name="connsiteY127" fmla="*/ 461147 h 2948047"/>
              <a:gd name="connsiteX128" fmla="*/ 861280 w 3313402"/>
              <a:gd name="connsiteY128" fmla="*/ 449413 h 2948047"/>
              <a:gd name="connsiteX129" fmla="*/ 892962 w 3313402"/>
              <a:gd name="connsiteY129" fmla="*/ 435332 h 2948047"/>
              <a:gd name="connsiteX130" fmla="*/ 922297 w 3313402"/>
              <a:gd name="connsiteY130" fmla="*/ 418906 h 2948047"/>
              <a:gd name="connsiteX131" fmla="*/ 948112 w 3313402"/>
              <a:gd name="connsiteY131" fmla="*/ 397785 h 2948047"/>
              <a:gd name="connsiteX132" fmla="*/ 975101 w 3313402"/>
              <a:gd name="connsiteY132" fmla="*/ 374315 h 2948047"/>
              <a:gd name="connsiteX133" fmla="*/ 998569 w 3313402"/>
              <a:gd name="connsiteY133" fmla="*/ 347327 h 2948047"/>
              <a:gd name="connsiteX134" fmla="*/ 1020864 w 3313402"/>
              <a:gd name="connsiteY134" fmla="*/ 319166 h 2948047"/>
              <a:gd name="connsiteX135" fmla="*/ 1043158 w 3313402"/>
              <a:gd name="connsiteY135" fmla="*/ 289831 h 2948047"/>
              <a:gd name="connsiteX136" fmla="*/ 1065453 w 3313402"/>
              <a:gd name="connsiteY136" fmla="*/ 260495 h 2948047"/>
              <a:gd name="connsiteX137" fmla="*/ 1087747 w 3313402"/>
              <a:gd name="connsiteY137" fmla="*/ 232334 h 2948047"/>
              <a:gd name="connsiteX138" fmla="*/ 1112390 w 3313402"/>
              <a:gd name="connsiteY138" fmla="*/ 205346 h 2948047"/>
              <a:gd name="connsiteX139" fmla="*/ 1137030 w 3313402"/>
              <a:gd name="connsiteY139" fmla="*/ 181878 h 2948047"/>
              <a:gd name="connsiteX140" fmla="*/ 1165193 w 3313402"/>
              <a:gd name="connsiteY140" fmla="*/ 161930 h 2948047"/>
              <a:gd name="connsiteX141" fmla="*/ 1194528 w 3313402"/>
              <a:gd name="connsiteY141" fmla="*/ 146675 h 2948047"/>
              <a:gd name="connsiteX142" fmla="*/ 1229731 w 3313402"/>
              <a:gd name="connsiteY142" fmla="*/ 136115 h 2948047"/>
              <a:gd name="connsiteX143" fmla="*/ 1266106 w 3313402"/>
              <a:gd name="connsiteY143" fmla="*/ 131421 h 2948047"/>
              <a:gd name="connsiteX144" fmla="*/ 1303654 w 3313402"/>
              <a:gd name="connsiteY144" fmla="*/ 130247 h 2948047"/>
              <a:gd name="connsiteX145" fmla="*/ 1343549 w 3313402"/>
              <a:gd name="connsiteY145" fmla="*/ 133769 h 2948047"/>
              <a:gd name="connsiteX146" fmla="*/ 1383446 w 3313402"/>
              <a:gd name="connsiteY146" fmla="*/ 138462 h 2948047"/>
              <a:gd name="connsiteX147" fmla="*/ 1423342 w 3313402"/>
              <a:gd name="connsiteY147" fmla="*/ 144329 h 2948047"/>
              <a:gd name="connsiteX148" fmla="*/ 1463237 w 3313402"/>
              <a:gd name="connsiteY148" fmla="*/ 149023 h 2948047"/>
              <a:gd name="connsiteX149" fmla="*/ 1503133 w 3313402"/>
              <a:gd name="connsiteY149" fmla="*/ 151369 h 2948047"/>
              <a:gd name="connsiteX150" fmla="*/ 1541856 w 3313402"/>
              <a:gd name="connsiteY150" fmla="*/ 151369 h 2948047"/>
              <a:gd name="connsiteX151" fmla="*/ 1578232 w 3313402"/>
              <a:gd name="connsiteY151" fmla="*/ 146675 h 2948047"/>
              <a:gd name="connsiteX152" fmla="*/ 1614608 w 3313402"/>
              <a:gd name="connsiteY152" fmla="*/ 137288 h 2948047"/>
              <a:gd name="connsiteX153" fmla="*/ 1649810 w 3313402"/>
              <a:gd name="connsiteY153" fmla="*/ 123208 h 2948047"/>
              <a:gd name="connsiteX154" fmla="*/ 1685011 w 3313402"/>
              <a:gd name="connsiteY154" fmla="*/ 104433 h 2948047"/>
              <a:gd name="connsiteX155" fmla="*/ 1720214 w 3313402"/>
              <a:gd name="connsiteY155" fmla="*/ 85659 h 2948047"/>
              <a:gd name="connsiteX156" fmla="*/ 1755415 w 3313402"/>
              <a:gd name="connsiteY156" fmla="*/ 64537 h 2948047"/>
              <a:gd name="connsiteX157" fmla="*/ 1789445 w 3313402"/>
              <a:gd name="connsiteY157" fmla="*/ 44589 h 2948047"/>
              <a:gd name="connsiteX158" fmla="*/ 1825821 w 3313402"/>
              <a:gd name="connsiteY158" fmla="*/ 26988 h 2948047"/>
              <a:gd name="connsiteX159" fmla="*/ 1861022 w 3313402"/>
              <a:gd name="connsiteY159" fmla="*/ 12907 h 2948047"/>
              <a:gd name="connsiteX160" fmla="*/ 1897398 w 3313402"/>
              <a:gd name="connsiteY160" fmla="*/ 3519 h 29480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</a:cxnLst>
            <a:rect l="l" t="t" r="r" b="b"/>
            <a:pathLst>
              <a:path w="3313402" h="2948047">
                <a:moveTo>
                  <a:pt x="1934947" y="0"/>
                </a:moveTo>
                <a:lnTo>
                  <a:pt x="1972495" y="3519"/>
                </a:lnTo>
                <a:lnTo>
                  <a:pt x="2008871" y="12907"/>
                </a:lnTo>
                <a:lnTo>
                  <a:pt x="2044074" y="26988"/>
                </a:lnTo>
                <a:lnTo>
                  <a:pt x="2080448" y="44589"/>
                </a:lnTo>
                <a:lnTo>
                  <a:pt x="2114478" y="64537"/>
                </a:lnTo>
                <a:lnTo>
                  <a:pt x="2149681" y="85659"/>
                </a:lnTo>
                <a:lnTo>
                  <a:pt x="2184882" y="104433"/>
                </a:lnTo>
                <a:lnTo>
                  <a:pt x="2220084" y="123208"/>
                </a:lnTo>
                <a:lnTo>
                  <a:pt x="2254113" y="137288"/>
                </a:lnTo>
                <a:lnTo>
                  <a:pt x="2291662" y="146675"/>
                </a:lnTo>
                <a:lnTo>
                  <a:pt x="2328037" y="151369"/>
                </a:lnTo>
                <a:lnTo>
                  <a:pt x="2366759" y="151369"/>
                </a:lnTo>
                <a:lnTo>
                  <a:pt x="2406656" y="149023"/>
                </a:lnTo>
                <a:lnTo>
                  <a:pt x="2446551" y="144329"/>
                </a:lnTo>
                <a:lnTo>
                  <a:pt x="2486448" y="138462"/>
                </a:lnTo>
                <a:lnTo>
                  <a:pt x="2526343" y="133769"/>
                </a:lnTo>
                <a:lnTo>
                  <a:pt x="2566239" y="130247"/>
                </a:lnTo>
                <a:lnTo>
                  <a:pt x="2603787" y="131421"/>
                </a:lnTo>
                <a:lnTo>
                  <a:pt x="2640163" y="136115"/>
                </a:lnTo>
                <a:lnTo>
                  <a:pt x="2675366" y="146675"/>
                </a:lnTo>
                <a:lnTo>
                  <a:pt x="2704702" y="161930"/>
                </a:lnTo>
                <a:lnTo>
                  <a:pt x="2732862" y="181878"/>
                </a:lnTo>
                <a:lnTo>
                  <a:pt x="2757504" y="205346"/>
                </a:lnTo>
                <a:lnTo>
                  <a:pt x="2782146" y="232334"/>
                </a:lnTo>
                <a:lnTo>
                  <a:pt x="2804440" y="260495"/>
                </a:lnTo>
                <a:lnTo>
                  <a:pt x="2826735" y="289831"/>
                </a:lnTo>
                <a:lnTo>
                  <a:pt x="2849030" y="319166"/>
                </a:lnTo>
                <a:lnTo>
                  <a:pt x="2871324" y="347327"/>
                </a:lnTo>
                <a:lnTo>
                  <a:pt x="2894793" y="374315"/>
                </a:lnTo>
                <a:lnTo>
                  <a:pt x="2921781" y="397785"/>
                </a:lnTo>
                <a:lnTo>
                  <a:pt x="2947597" y="418906"/>
                </a:lnTo>
                <a:lnTo>
                  <a:pt x="2976931" y="435332"/>
                </a:lnTo>
                <a:lnTo>
                  <a:pt x="3008614" y="449413"/>
                </a:lnTo>
                <a:lnTo>
                  <a:pt x="3042641" y="461147"/>
                </a:lnTo>
                <a:lnTo>
                  <a:pt x="3077843" y="471708"/>
                </a:lnTo>
                <a:lnTo>
                  <a:pt x="3113046" y="481096"/>
                </a:lnTo>
                <a:lnTo>
                  <a:pt x="3149422" y="490483"/>
                </a:lnTo>
                <a:lnTo>
                  <a:pt x="3183450" y="501044"/>
                </a:lnTo>
                <a:lnTo>
                  <a:pt x="3217478" y="512777"/>
                </a:lnTo>
                <a:lnTo>
                  <a:pt x="3249161" y="526859"/>
                </a:lnTo>
                <a:lnTo>
                  <a:pt x="3277323" y="544460"/>
                </a:lnTo>
                <a:lnTo>
                  <a:pt x="3303139" y="565581"/>
                </a:lnTo>
                <a:lnTo>
                  <a:pt x="3313402" y="578126"/>
                </a:lnTo>
                <a:lnTo>
                  <a:pt x="3313402" y="2948047"/>
                </a:lnTo>
                <a:lnTo>
                  <a:pt x="422306" y="2948047"/>
                </a:lnTo>
                <a:lnTo>
                  <a:pt x="420079" y="2944070"/>
                </a:lnTo>
                <a:lnTo>
                  <a:pt x="398960" y="2918255"/>
                </a:lnTo>
                <a:lnTo>
                  <a:pt x="375490" y="2891267"/>
                </a:lnTo>
                <a:lnTo>
                  <a:pt x="348502" y="2867799"/>
                </a:lnTo>
                <a:lnTo>
                  <a:pt x="319166" y="2845505"/>
                </a:lnTo>
                <a:lnTo>
                  <a:pt x="289832" y="2823210"/>
                </a:lnTo>
                <a:lnTo>
                  <a:pt x="260497" y="2800916"/>
                </a:lnTo>
                <a:lnTo>
                  <a:pt x="232334" y="2778620"/>
                </a:lnTo>
                <a:lnTo>
                  <a:pt x="205346" y="2753979"/>
                </a:lnTo>
                <a:lnTo>
                  <a:pt x="181878" y="2729338"/>
                </a:lnTo>
                <a:lnTo>
                  <a:pt x="161931" y="2701176"/>
                </a:lnTo>
                <a:lnTo>
                  <a:pt x="146677" y="2671841"/>
                </a:lnTo>
                <a:lnTo>
                  <a:pt x="136116" y="2636640"/>
                </a:lnTo>
                <a:lnTo>
                  <a:pt x="131422" y="2600264"/>
                </a:lnTo>
                <a:lnTo>
                  <a:pt x="130248" y="2562713"/>
                </a:lnTo>
                <a:lnTo>
                  <a:pt x="133769" y="2522818"/>
                </a:lnTo>
                <a:lnTo>
                  <a:pt x="138462" y="2482923"/>
                </a:lnTo>
                <a:lnTo>
                  <a:pt x="144329" y="2443026"/>
                </a:lnTo>
                <a:lnTo>
                  <a:pt x="149023" y="2403131"/>
                </a:lnTo>
                <a:lnTo>
                  <a:pt x="151371" y="2363236"/>
                </a:lnTo>
                <a:lnTo>
                  <a:pt x="151371" y="2324513"/>
                </a:lnTo>
                <a:lnTo>
                  <a:pt x="146677" y="2288138"/>
                </a:lnTo>
                <a:lnTo>
                  <a:pt x="137289" y="2251763"/>
                </a:lnTo>
                <a:lnTo>
                  <a:pt x="123208" y="2217733"/>
                </a:lnTo>
                <a:lnTo>
                  <a:pt x="105607" y="2182531"/>
                </a:lnTo>
                <a:lnTo>
                  <a:pt x="85659" y="2147330"/>
                </a:lnTo>
                <a:lnTo>
                  <a:pt x="64538" y="2112127"/>
                </a:lnTo>
                <a:lnTo>
                  <a:pt x="44590" y="2078098"/>
                </a:lnTo>
                <a:lnTo>
                  <a:pt x="26988" y="2041723"/>
                </a:lnTo>
                <a:lnTo>
                  <a:pt x="12908" y="2006521"/>
                </a:lnTo>
                <a:lnTo>
                  <a:pt x="3521" y="1970145"/>
                </a:lnTo>
                <a:lnTo>
                  <a:pt x="0" y="1932596"/>
                </a:lnTo>
                <a:lnTo>
                  <a:pt x="3521" y="1895048"/>
                </a:lnTo>
                <a:lnTo>
                  <a:pt x="12908" y="1858672"/>
                </a:lnTo>
                <a:lnTo>
                  <a:pt x="26988" y="1823470"/>
                </a:lnTo>
                <a:lnTo>
                  <a:pt x="44590" y="1787095"/>
                </a:lnTo>
                <a:lnTo>
                  <a:pt x="64538" y="1753065"/>
                </a:lnTo>
                <a:lnTo>
                  <a:pt x="85659" y="1717864"/>
                </a:lnTo>
                <a:lnTo>
                  <a:pt x="105607" y="1682661"/>
                </a:lnTo>
                <a:lnTo>
                  <a:pt x="123208" y="1647460"/>
                </a:lnTo>
                <a:lnTo>
                  <a:pt x="137289" y="1613430"/>
                </a:lnTo>
                <a:lnTo>
                  <a:pt x="146677" y="1577054"/>
                </a:lnTo>
                <a:lnTo>
                  <a:pt x="151371" y="1540680"/>
                </a:lnTo>
                <a:lnTo>
                  <a:pt x="151371" y="1501958"/>
                </a:lnTo>
                <a:lnTo>
                  <a:pt x="149023" y="1462061"/>
                </a:lnTo>
                <a:lnTo>
                  <a:pt x="144329" y="1422166"/>
                </a:lnTo>
                <a:lnTo>
                  <a:pt x="138462" y="1382269"/>
                </a:lnTo>
                <a:lnTo>
                  <a:pt x="133769" y="1342374"/>
                </a:lnTo>
                <a:lnTo>
                  <a:pt x="130248" y="1302479"/>
                </a:lnTo>
                <a:lnTo>
                  <a:pt x="131422" y="1264930"/>
                </a:lnTo>
                <a:lnTo>
                  <a:pt x="136116" y="1228554"/>
                </a:lnTo>
                <a:lnTo>
                  <a:pt x="146677" y="1193352"/>
                </a:lnTo>
                <a:lnTo>
                  <a:pt x="161931" y="1164017"/>
                </a:lnTo>
                <a:lnTo>
                  <a:pt x="181878" y="1135856"/>
                </a:lnTo>
                <a:lnTo>
                  <a:pt x="205346" y="1111214"/>
                </a:lnTo>
                <a:lnTo>
                  <a:pt x="232334" y="1086573"/>
                </a:lnTo>
                <a:lnTo>
                  <a:pt x="260497" y="1064277"/>
                </a:lnTo>
                <a:lnTo>
                  <a:pt x="289832" y="1041982"/>
                </a:lnTo>
                <a:lnTo>
                  <a:pt x="319166" y="1019688"/>
                </a:lnTo>
                <a:lnTo>
                  <a:pt x="348502" y="997393"/>
                </a:lnTo>
                <a:lnTo>
                  <a:pt x="375490" y="973926"/>
                </a:lnTo>
                <a:lnTo>
                  <a:pt x="398960" y="946938"/>
                </a:lnTo>
                <a:lnTo>
                  <a:pt x="420079" y="921122"/>
                </a:lnTo>
                <a:lnTo>
                  <a:pt x="436507" y="891788"/>
                </a:lnTo>
                <a:lnTo>
                  <a:pt x="450588" y="860106"/>
                </a:lnTo>
                <a:lnTo>
                  <a:pt x="462322" y="826076"/>
                </a:lnTo>
                <a:lnTo>
                  <a:pt x="472883" y="790874"/>
                </a:lnTo>
                <a:lnTo>
                  <a:pt x="482271" y="755672"/>
                </a:lnTo>
                <a:lnTo>
                  <a:pt x="491658" y="719297"/>
                </a:lnTo>
                <a:lnTo>
                  <a:pt x="502219" y="685268"/>
                </a:lnTo>
                <a:lnTo>
                  <a:pt x="513952" y="651238"/>
                </a:lnTo>
                <a:lnTo>
                  <a:pt x="528034" y="619558"/>
                </a:lnTo>
                <a:lnTo>
                  <a:pt x="545635" y="591396"/>
                </a:lnTo>
                <a:lnTo>
                  <a:pt x="566755" y="565581"/>
                </a:lnTo>
                <a:lnTo>
                  <a:pt x="592570" y="544460"/>
                </a:lnTo>
                <a:lnTo>
                  <a:pt x="620733" y="526859"/>
                </a:lnTo>
                <a:lnTo>
                  <a:pt x="652413" y="512777"/>
                </a:lnTo>
                <a:lnTo>
                  <a:pt x="686443" y="501044"/>
                </a:lnTo>
                <a:lnTo>
                  <a:pt x="720472" y="490483"/>
                </a:lnTo>
                <a:lnTo>
                  <a:pt x="756848" y="481096"/>
                </a:lnTo>
                <a:lnTo>
                  <a:pt x="792049" y="471708"/>
                </a:lnTo>
                <a:lnTo>
                  <a:pt x="827252" y="461147"/>
                </a:lnTo>
                <a:lnTo>
                  <a:pt x="861280" y="449413"/>
                </a:lnTo>
                <a:lnTo>
                  <a:pt x="892962" y="435332"/>
                </a:lnTo>
                <a:lnTo>
                  <a:pt x="922297" y="418906"/>
                </a:lnTo>
                <a:lnTo>
                  <a:pt x="948112" y="397785"/>
                </a:lnTo>
                <a:lnTo>
                  <a:pt x="975101" y="374315"/>
                </a:lnTo>
                <a:lnTo>
                  <a:pt x="998569" y="347327"/>
                </a:lnTo>
                <a:lnTo>
                  <a:pt x="1020864" y="319166"/>
                </a:lnTo>
                <a:lnTo>
                  <a:pt x="1043158" y="289831"/>
                </a:lnTo>
                <a:lnTo>
                  <a:pt x="1065453" y="260495"/>
                </a:lnTo>
                <a:lnTo>
                  <a:pt x="1087747" y="232334"/>
                </a:lnTo>
                <a:lnTo>
                  <a:pt x="1112390" y="205346"/>
                </a:lnTo>
                <a:lnTo>
                  <a:pt x="1137030" y="181878"/>
                </a:lnTo>
                <a:lnTo>
                  <a:pt x="1165193" y="161930"/>
                </a:lnTo>
                <a:lnTo>
                  <a:pt x="1194528" y="146675"/>
                </a:lnTo>
                <a:lnTo>
                  <a:pt x="1229731" y="136115"/>
                </a:lnTo>
                <a:lnTo>
                  <a:pt x="1266106" y="131421"/>
                </a:lnTo>
                <a:lnTo>
                  <a:pt x="1303654" y="130247"/>
                </a:lnTo>
                <a:lnTo>
                  <a:pt x="1343549" y="133769"/>
                </a:lnTo>
                <a:lnTo>
                  <a:pt x="1383446" y="138462"/>
                </a:lnTo>
                <a:lnTo>
                  <a:pt x="1423342" y="144329"/>
                </a:lnTo>
                <a:lnTo>
                  <a:pt x="1463237" y="149023"/>
                </a:lnTo>
                <a:lnTo>
                  <a:pt x="1503133" y="151369"/>
                </a:lnTo>
                <a:lnTo>
                  <a:pt x="1541856" y="151369"/>
                </a:lnTo>
                <a:lnTo>
                  <a:pt x="1578232" y="146675"/>
                </a:lnTo>
                <a:lnTo>
                  <a:pt x="1614608" y="137288"/>
                </a:lnTo>
                <a:lnTo>
                  <a:pt x="1649810" y="123208"/>
                </a:lnTo>
                <a:lnTo>
                  <a:pt x="1685011" y="104433"/>
                </a:lnTo>
                <a:lnTo>
                  <a:pt x="1720214" y="85659"/>
                </a:lnTo>
                <a:lnTo>
                  <a:pt x="1755415" y="64537"/>
                </a:lnTo>
                <a:lnTo>
                  <a:pt x="1789445" y="44589"/>
                </a:lnTo>
                <a:lnTo>
                  <a:pt x="1825821" y="26988"/>
                </a:lnTo>
                <a:lnTo>
                  <a:pt x="1861022" y="12907"/>
                </a:lnTo>
                <a:lnTo>
                  <a:pt x="1897398" y="3519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9E2E6A6E-803E-4838-AD5C-113793CC2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3418" y="4720771"/>
            <a:ext cx="2410583" cy="2136673"/>
          </a:xfrm>
          <a:custGeom>
            <a:avLst/>
            <a:gdLst>
              <a:gd name="connsiteX0" fmla="*/ 1835656 w 3214111"/>
              <a:gd name="connsiteY0" fmla="*/ 0 h 2848897"/>
              <a:gd name="connsiteX1" fmla="*/ 1871276 w 3214111"/>
              <a:gd name="connsiteY1" fmla="*/ 3339 h 2848897"/>
              <a:gd name="connsiteX2" fmla="*/ 1905787 w 3214111"/>
              <a:gd name="connsiteY2" fmla="*/ 12245 h 2848897"/>
              <a:gd name="connsiteX3" fmla="*/ 1939183 w 3214111"/>
              <a:gd name="connsiteY3" fmla="*/ 25604 h 2848897"/>
              <a:gd name="connsiteX4" fmla="*/ 1973690 w 3214111"/>
              <a:gd name="connsiteY4" fmla="*/ 42302 h 2848897"/>
              <a:gd name="connsiteX5" fmla="*/ 2005974 w 3214111"/>
              <a:gd name="connsiteY5" fmla="*/ 61227 h 2848897"/>
              <a:gd name="connsiteX6" fmla="*/ 2039370 w 3214111"/>
              <a:gd name="connsiteY6" fmla="*/ 81264 h 2848897"/>
              <a:gd name="connsiteX7" fmla="*/ 2072765 w 3214111"/>
              <a:gd name="connsiteY7" fmla="*/ 99075 h 2848897"/>
              <a:gd name="connsiteX8" fmla="*/ 2106161 w 3214111"/>
              <a:gd name="connsiteY8" fmla="*/ 116887 h 2848897"/>
              <a:gd name="connsiteX9" fmla="*/ 2138444 w 3214111"/>
              <a:gd name="connsiteY9" fmla="*/ 130245 h 2848897"/>
              <a:gd name="connsiteX10" fmla="*/ 2174066 w 3214111"/>
              <a:gd name="connsiteY10" fmla="*/ 139150 h 2848897"/>
              <a:gd name="connsiteX11" fmla="*/ 2208575 w 3214111"/>
              <a:gd name="connsiteY11" fmla="*/ 143604 h 2848897"/>
              <a:gd name="connsiteX12" fmla="*/ 2245310 w 3214111"/>
              <a:gd name="connsiteY12" fmla="*/ 143604 h 2848897"/>
              <a:gd name="connsiteX13" fmla="*/ 2283159 w 3214111"/>
              <a:gd name="connsiteY13" fmla="*/ 141378 h 2848897"/>
              <a:gd name="connsiteX14" fmla="*/ 2321007 w 3214111"/>
              <a:gd name="connsiteY14" fmla="*/ 136924 h 2848897"/>
              <a:gd name="connsiteX15" fmla="*/ 2358857 w 3214111"/>
              <a:gd name="connsiteY15" fmla="*/ 131359 h 2848897"/>
              <a:gd name="connsiteX16" fmla="*/ 2396705 w 3214111"/>
              <a:gd name="connsiteY16" fmla="*/ 126906 h 2848897"/>
              <a:gd name="connsiteX17" fmla="*/ 2434554 w 3214111"/>
              <a:gd name="connsiteY17" fmla="*/ 123565 h 2848897"/>
              <a:gd name="connsiteX18" fmla="*/ 2470175 w 3214111"/>
              <a:gd name="connsiteY18" fmla="*/ 124678 h 2848897"/>
              <a:gd name="connsiteX19" fmla="*/ 2504683 w 3214111"/>
              <a:gd name="connsiteY19" fmla="*/ 129132 h 2848897"/>
              <a:gd name="connsiteX20" fmla="*/ 2538079 w 3214111"/>
              <a:gd name="connsiteY20" fmla="*/ 139150 h 2848897"/>
              <a:gd name="connsiteX21" fmla="*/ 2565910 w 3214111"/>
              <a:gd name="connsiteY21" fmla="*/ 153622 h 2848897"/>
              <a:gd name="connsiteX22" fmla="*/ 2592625 w 3214111"/>
              <a:gd name="connsiteY22" fmla="*/ 172547 h 2848897"/>
              <a:gd name="connsiteX23" fmla="*/ 2616003 w 3214111"/>
              <a:gd name="connsiteY23" fmla="*/ 194811 h 2848897"/>
              <a:gd name="connsiteX24" fmla="*/ 2639380 w 3214111"/>
              <a:gd name="connsiteY24" fmla="*/ 220414 h 2848897"/>
              <a:gd name="connsiteX25" fmla="*/ 2660531 w 3214111"/>
              <a:gd name="connsiteY25" fmla="*/ 247131 h 2848897"/>
              <a:gd name="connsiteX26" fmla="*/ 2681682 w 3214111"/>
              <a:gd name="connsiteY26" fmla="*/ 274961 h 2848897"/>
              <a:gd name="connsiteX27" fmla="*/ 2702832 w 3214111"/>
              <a:gd name="connsiteY27" fmla="*/ 302791 h 2848897"/>
              <a:gd name="connsiteX28" fmla="*/ 2723982 w 3214111"/>
              <a:gd name="connsiteY28" fmla="*/ 329509 h 2848897"/>
              <a:gd name="connsiteX29" fmla="*/ 2746247 w 3214111"/>
              <a:gd name="connsiteY29" fmla="*/ 355112 h 2848897"/>
              <a:gd name="connsiteX30" fmla="*/ 2771851 w 3214111"/>
              <a:gd name="connsiteY30" fmla="*/ 377377 h 2848897"/>
              <a:gd name="connsiteX31" fmla="*/ 2796341 w 3214111"/>
              <a:gd name="connsiteY31" fmla="*/ 397415 h 2848897"/>
              <a:gd name="connsiteX32" fmla="*/ 2824171 w 3214111"/>
              <a:gd name="connsiteY32" fmla="*/ 412999 h 2848897"/>
              <a:gd name="connsiteX33" fmla="*/ 2854227 w 3214111"/>
              <a:gd name="connsiteY33" fmla="*/ 426357 h 2848897"/>
              <a:gd name="connsiteX34" fmla="*/ 2886509 w 3214111"/>
              <a:gd name="connsiteY34" fmla="*/ 437489 h 2848897"/>
              <a:gd name="connsiteX35" fmla="*/ 2919904 w 3214111"/>
              <a:gd name="connsiteY35" fmla="*/ 447507 h 2848897"/>
              <a:gd name="connsiteX36" fmla="*/ 2953300 w 3214111"/>
              <a:gd name="connsiteY36" fmla="*/ 456413 h 2848897"/>
              <a:gd name="connsiteX37" fmla="*/ 2987809 w 3214111"/>
              <a:gd name="connsiteY37" fmla="*/ 465320 h 2848897"/>
              <a:gd name="connsiteX38" fmla="*/ 3020092 w 3214111"/>
              <a:gd name="connsiteY38" fmla="*/ 475338 h 2848897"/>
              <a:gd name="connsiteX39" fmla="*/ 3052373 w 3214111"/>
              <a:gd name="connsiteY39" fmla="*/ 486470 h 2848897"/>
              <a:gd name="connsiteX40" fmla="*/ 3082430 w 3214111"/>
              <a:gd name="connsiteY40" fmla="*/ 499829 h 2848897"/>
              <a:gd name="connsiteX41" fmla="*/ 3109148 w 3214111"/>
              <a:gd name="connsiteY41" fmla="*/ 516527 h 2848897"/>
              <a:gd name="connsiteX42" fmla="*/ 3133639 w 3214111"/>
              <a:gd name="connsiteY42" fmla="*/ 536565 h 2848897"/>
              <a:gd name="connsiteX43" fmla="*/ 3153674 w 3214111"/>
              <a:gd name="connsiteY43" fmla="*/ 561055 h 2848897"/>
              <a:gd name="connsiteX44" fmla="*/ 3170373 w 3214111"/>
              <a:gd name="connsiteY44" fmla="*/ 587772 h 2848897"/>
              <a:gd name="connsiteX45" fmla="*/ 3183731 w 3214111"/>
              <a:gd name="connsiteY45" fmla="*/ 617827 h 2848897"/>
              <a:gd name="connsiteX46" fmla="*/ 3194863 w 3214111"/>
              <a:gd name="connsiteY46" fmla="*/ 650112 h 2848897"/>
              <a:gd name="connsiteX47" fmla="*/ 3204881 w 3214111"/>
              <a:gd name="connsiteY47" fmla="*/ 682393 h 2848897"/>
              <a:gd name="connsiteX48" fmla="*/ 3213788 w 3214111"/>
              <a:gd name="connsiteY48" fmla="*/ 716904 h 2848897"/>
              <a:gd name="connsiteX49" fmla="*/ 3214111 w 3214111"/>
              <a:gd name="connsiteY49" fmla="*/ 718115 h 2848897"/>
              <a:gd name="connsiteX50" fmla="*/ 3214111 w 3214111"/>
              <a:gd name="connsiteY50" fmla="*/ 2848897 h 2848897"/>
              <a:gd name="connsiteX51" fmla="*/ 426570 w 3214111"/>
              <a:gd name="connsiteY51" fmla="*/ 2848897 h 2848897"/>
              <a:gd name="connsiteX52" fmla="*/ 414108 w 3214111"/>
              <a:gd name="connsiteY52" fmla="*/ 2820857 h 2848897"/>
              <a:gd name="connsiteX53" fmla="*/ 398524 w 3214111"/>
              <a:gd name="connsiteY53" fmla="*/ 2793028 h 2848897"/>
              <a:gd name="connsiteX54" fmla="*/ 378487 w 3214111"/>
              <a:gd name="connsiteY54" fmla="*/ 2768537 h 2848897"/>
              <a:gd name="connsiteX55" fmla="*/ 356222 w 3214111"/>
              <a:gd name="connsiteY55" fmla="*/ 2742933 h 2848897"/>
              <a:gd name="connsiteX56" fmla="*/ 330619 w 3214111"/>
              <a:gd name="connsiteY56" fmla="*/ 2720669 h 2848897"/>
              <a:gd name="connsiteX57" fmla="*/ 302788 w 3214111"/>
              <a:gd name="connsiteY57" fmla="*/ 2699519 h 2848897"/>
              <a:gd name="connsiteX58" fmla="*/ 274959 w 3214111"/>
              <a:gd name="connsiteY58" fmla="*/ 2678368 h 2848897"/>
              <a:gd name="connsiteX59" fmla="*/ 247130 w 3214111"/>
              <a:gd name="connsiteY59" fmla="*/ 2657218 h 2848897"/>
              <a:gd name="connsiteX60" fmla="*/ 220413 w 3214111"/>
              <a:gd name="connsiteY60" fmla="*/ 2636065 h 2848897"/>
              <a:gd name="connsiteX61" fmla="*/ 194809 w 3214111"/>
              <a:gd name="connsiteY61" fmla="*/ 2612689 h 2848897"/>
              <a:gd name="connsiteX62" fmla="*/ 172546 w 3214111"/>
              <a:gd name="connsiteY62" fmla="*/ 2589312 h 2848897"/>
              <a:gd name="connsiteX63" fmla="*/ 153622 w 3214111"/>
              <a:gd name="connsiteY63" fmla="*/ 2562594 h 2848897"/>
              <a:gd name="connsiteX64" fmla="*/ 139150 w 3214111"/>
              <a:gd name="connsiteY64" fmla="*/ 2534764 h 2848897"/>
              <a:gd name="connsiteX65" fmla="*/ 129132 w 3214111"/>
              <a:gd name="connsiteY65" fmla="*/ 2501370 h 2848897"/>
              <a:gd name="connsiteX66" fmla="*/ 124678 w 3214111"/>
              <a:gd name="connsiteY66" fmla="*/ 2466860 h 2848897"/>
              <a:gd name="connsiteX67" fmla="*/ 123564 w 3214111"/>
              <a:gd name="connsiteY67" fmla="*/ 2431236 h 2848897"/>
              <a:gd name="connsiteX68" fmla="*/ 126904 w 3214111"/>
              <a:gd name="connsiteY68" fmla="*/ 2393388 h 2848897"/>
              <a:gd name="connsiteX69" fmla="*/ 131358 w 3214111"/>
              <a:gd name="connsiteY69" fmla="*/ 2355539 h 2848897"/>
              <a:gd name="connsiteX70" fmla="*/ 136923 w 3214111"/>
              <a:gd name="connsiteY70" fmla="*/ 2317690 h 2848897"/>
              <a:gd name="connsiteX71" fmla="*/ 141376 w 3214111"/>
              <a:gd name="connsiteY71" fmla="*/ 2279842 h 2848897"/>
              <a:gd name="connsiteX72" fmla="*/ 143604 w 3214111"/>
              <a:gd name="connsiteY72" fmla="*/ 2241992 h 2848897"/>
              <a:gd name="connsiteX73" fmla="*/ 143604 w 3214111"/>
              <a:gd name="connsiteY73" fmla="*/ 2205256 h 2848897"/>
              <a:gd name="connsiteX74" fmla="*/ 139150 w 3214111"/>
              <a:gd name="connsiteY74" fmla="*/ 2170747 h 2848897"/>
              <a:gd name="connsiteX75" fmla="*/ 130245 w 3214111"/>
              <a:gd name="connsiteY75" fmla="*/ 2136238 h 2848897"/>
              <a:gd name="connsiteX76" fmla="*/ 116886 w 3214111"/>
              <a:gd name="connsiteY76" fmla="*/ 2103954 h 2848897"/>
              <a:gd name="connsiteX77" fmla="*/ 100188 w 3214111"/>
              <a:gd name="connsiteY77" fmla="*/ 2070559 h 2848897"/>
              <a:gd name="connsiteX78" fmla="*/ 81264 w 3214111"/>
              <a:gd name="connsiteY78" fmla="*/ 2037163 h 2848897"/>
              <a:gd name="connsiteX79" fmla="*/ 61227 w 3214111"/>
              <a:gd name="connsiteY79" fmla="*/ 2003766 h 2848897"/>
              <a:gd name="connsiteX80" fmla="*/ 42303 w 3214111"/>
              <a:gd name="connsiteY80" fmla="*/ 1971483 h 2848897"/>
              <a:gd name="connsiteX81" fmla="*/ 25603 w 3214111"/>
              <a:gd name="connsiteY81" fmla="*/ 1936974 h 2848897"/>
              <a:gd name="connsiteX82" fmla="*/ 12246 w 3214111"/>
              <a:gd name="connsiteY82" fmla="*/ 1903578 h 2848897"/>
              <a:gd name="connsiteX83" fmla="*/ 3340 w 3214111"/>
              <a:gd name="connsiteY83" fmla="*/ 1869068 h 2848897"/>
              <a:gd name="connsiteX84" fmla="*/ 0 w 3214111"/>
              <a:gd name="connsiteY84" fmla="*/ 1833446 h 2848897"/>
              <a:gd name="connsiteX85" fmla="*/ 3340 w 3214111"/>
              <a:gd name="connsiteY85" fmla="*/ 1797824 h 2848897"/>
              <a:gd name="connsiteX86" fmla="*/ 12246 w 3214111"/>
              <a:gd name="connsiteY86" fmla="*/ 1763315 h 2848897"/>
              <a:gd name="connsiteX87" fmla="*/ 25603 w 3214111"/>
              <a:gd name="connsiteY87" fmla="*/ 1729918 h 2848897"/>
              <a:gd name="connsiteX88" fmla="*/ 42303 w 3214111"/>
              <a:gd name="connsiteY88" fmla="*/ 1695410 h 2848897"/>
              <a:gd name="connsiteX89" fmla="*/ 61227 w 3214111"/>
              <a:gd name="connsiteY89" fmla="*/ 1663126 h 2848897"/>
              <a:gd name="connsiteX90" fmla="*/ 81264 w 3214111"/>
              <a:gd name="connsiteY90" fmla="*/ 1629730 h 2848897"/>
              <a:gd name="connsiteX91" fmla="*/ 100188 w 3214111"/>
              <a:gd name="connsiteY91" fmla="*/ 1596334 h 2848897"/>
              <a:gd name="connsiteX92" fmla="*/ 116886 w 3214111"/>
              <a:gd name="connsiteY92" fmla="*/ 1562938 h 2848897"/>
              <a:gd name="connsiteX93" fmla="*/ 130245 w 3214111"/>
              <a:gd name="connsiteY93" fmla="*/ 1530654 h 2848897"/>
              <a:gd name="connsiteX94" fmla="*/ 139150 w 3214111"/>
              <a:gd name="connsiteY94" fmla="*/ 1496145 h 2848897"/>
              <a:gd name="connsiteX95" fmla="*/ 143604 w 3214111"/>
              <a:gd name="connsiteY95" fmla="*/ 1461636 h 2848897"/>
              <a:gd name="connsiteX96" fmla="*/ 143604 w 3214111"/>
              <a:gd name="connsiteY96" fmla="*/ 1424901 h 2848897"/>
              <a:gd name="connsiteX97" fmla="*/ 141376 w 3214111"/>
              <a:gd name="connsiteY97" fmla="*/ 1387052 h 2848897"/>
              <a:gd name="connsiteX98" fmla="*/ 136923 w 3214111"/>
              <a:gd name="connsiteY98" fmla="*/ 1349203 h 2848897"/>
              <a:gd name="connsiteX99" fmla="*/ 131358 w 3214111"/>
              <a:gd name="connsiteY99" fmla="*/ 1311353 h 2848897"/>
              <a:gd name="connsiteX100" fmla="*/ 126904 w 3214111"/>
              <a:gd name="connsiteY100" fmla="*/ 1273505 h 2848897"/>
              <a:gd name="connsiteX101" fmla="*/ 123564 w 3214111"/>
              <a:gd name="connsiteY101" fmla="*/ 1235657 h 2848897"/>
              <a:gd name="connsiteX102" fmla="*/ 124678 w 3214111"/>
              <a:gd name="connsiteY102" fmla="*/ 1200034 h 2848897"/>
              <a:gd name="connsiteX103" fmla="*/ 129132 w 3214111"/>
              <a:gd name="connsiteY103" fmla="*/ 1165525 h 2848897"/>
              <a:gd name="connsiteX104" fmla="*/ 139150 w 3214111"/>
              <a:gd name="connsiteY104" fmla="*/ 1132128 h 2848897"/>
              <a:gd name="connsiteX105" fmla="*/ 153622 w 3214111"/>
              <a:gd name="connsiteY105" fmla="*/ 1104298 h 2848897"/>
              <a:gd name="connsiteX106" fmla="*/ 172546 w 3214111"/>
              <a:gd name="connsiteY106" fmla="*/ 1077582 h 2848897"/>
              <a:gd name="connsiteX107" fmla="*/ 194809 w 3214111"/>
              <a:gd name="connsiteY107" fmla="*/ 1054204 h 2848897"/>
              <a:gd name="connsiteX108" fmla="*/ 220413 w 3214111"/>
              <a:gd name="connsiteY108" fmla="*/ 1030827 h 2848897"/>
              <a:gd name="connsiteX109" fmla="*/ 247130 w 3214111"/>
              <a:gd name="connsiteY109" fmla="*/ 1009676 h 2848897"/>
              <a:gd name="connsiteX110" fmla="*/ 274959 w 3214111"/>
              <a:gd name="connsiteY110" fmla="*/ 988524 h 2848897"/>
              <a:gd name="connsiteX111" fmla="*/ 302788 w 3214111"/>
              <a:gd name="connsiteY111" fmla="*/ 967374 h 2848897"/>
              <a:gd name="connsiteX112" fmla="*/ 330619 w 3214111"/>
              <a:gd name="connsiteY112" fmla="*/ 946223 h 2848897"/>
              <a:gd name="connsiteX113" fmla="*/ 356222 w 3214111"/>
              <a:gd name="connsiteY113" fmla="*/ 923960 h 2848897"/>
              <a:gd name="connsiteX114" fmla="*/ 378487 w 3214111"/>
              <a:gd name="connsiteY114" fmla="*/ 898356 h 2848897"/>
              <a:gd name="connsiteX115" fmla="*/ 398524 w 3214111"/>
              <a:gd name="connsiteY115" fmla="*/ 873865 h 2848897"/>
              <a:gd name="connsiteX116" fmla="*/ 414108 w 3214111"/>
              <a:gd name="connsiteY116" fmla="*/ 846035 h 2848897"/>
              <a:gd name="connsiteX117" fmla="*/ 427466 w 3214111"/>
              <a:gd name="connsiteY117" fmla="*/ 815980 h 2848897"/>
              <a:gd name="connsiteX118" fmla="*/ 438598 w 3214111"/>
              <a:gd name="connsiteY118" fmla="*/ 783695 h 2848897"/>
              <a:gd name="connsiteX119" fmla="*/ 448618 w 3214111"/>
              <a:gd name="connsiteY119" fmla="*/ 750298 h 2848897"/>
              <a:gd name="connsiteX120" fmla="*/ 457523 w 3214111"/>
              <a:gd name="connsiteY120" fmla="*/ 716904 h 2848897"/>
              <a:gd name="connsiteX121" fmla="*/ 466429 w 3214111"/>
              <a:gd name="connsiteY121" fmla="*/ 682393 h 2848897"/>
              <a:gd name="connsiteX122" fmla="*/ 476447 w 3214111"/>
              <a:gd name="connsiteY122" fmla="*/ 650112 h 2848897"/>
              <a:gd name="connsiteX123" fmla="*/ 487579 w 3214111"/>
              <a:gd name="connsiteY123" fmla="*/ 617827 h 2848897"/>
              <a:gd name="connsiteX124" fmla="*/ 500938 w 3214111"/>
              <a:gd name="connsiteY124" fmla="*/ 587772 h 2848897"/>
              <a:gd name="connsiteX125" fmla="*/ 517636 w 3214111"/>
              <a:gd name="connsiteY125" fmla="*/ 561055 h 2848897"/>
              <a:gd name="connsiteX126" fmla="*/ 537671 w 3214111"/>
              <a:gd name="connsiteY126" fmla="*/ 536565 h 2848897"/>
              <a:gd name="connsiteX127" fmla="*/ 562163 w 3214111"/>
              <a:gd name="connsiteY127" fmla="*/ 516527 h 2848897"/>
              <a:gd name="connsiteX128" fmla="*/ 588880 w 3214111"/>
              <a:gd name="connsiteY128" fmla="*/ 499829 h 2848897"/>
              <a:gd name="connsiteX129" fmla="*/ 618935 w 3214111"/>
              <a:gd name="connsiteY129" fmla="*/ 486470 h 2848897"/>
              <a:gd name="connsiteX130" fmla="*/ 651218 w 3214111"/>
              <a:gd name="connsiteY130" fmla="*/ 475338 h 2848897"/>
              <a:gd name="connsiteX131" fmla="*/ 683501 w 3214111"/>
              <a:gd name="connsiteY131" fmla="*/ 465320 h 2848897"/>
              <a:gd name="connsiteX132" fmla="*/ 718010 w 3214111"/>
              <a:gd name="connsiteY132" fmla="*/ 456413 h 2848897"/>
              <a:gd name="connsiteX133" fmla="*/ 751405 w 3214111"/>
              <a:gd name="connsiteY133" fmla="*/ 447507 h 2848897"/>
              <a:gd name="connsiteX134" fmla="*/ 784802 w 3214111"/>
              <a:gd name="connsiteY134" fmla="*/ 437489 h 2848897"/>
              <a:gd name="connsiteX135" fmla="*/ 817083 w 3214111"/>
              <a:gd name="connsiteY135" fmla="*/ 426357 h 2848897"/>
              <a:gd name="connsiteX136" fmla="*/ 847140 w 3214111"/>
              <a:gd name="connsiteY136" fmla="*/ 412999 h 2848897"/>
              <a:gd name="connsiteX137" fmla="*/ 874970 w 3214111"/>
              <a:gd name="connsiteY137" fmla="*/ 397415 h 2848897"/>
              <a:gd name="connsiteX138" fmla="*/ 899460 w 3214111"/>
              <a:gd name="connsiteY138" fmla="*/ 377377 h 2848897"/>
              <a:gd name="connsiteX139" fmla="*/ 925064 w 3214111"/>
              <a:gd name="connsiteY139" fmla="*/ 355112 h 2848897"/>
              <a:gd name="connsiteX140" fmla="*/ 947328 w 3214111"/>
              <a:gd name="connsiteY140" fmla="*/ 329509 h 2848897"/>
              <a:gd name="connsiteX141" fmla="*/ 968478 w 3214111"/>
              <a:gd name="connsiteY141" fmla="*/ 302791 h 2848897"/>
              <a:gd name="connsiteX142" fmla="*/ 989628 w 3214111"/>
              <a:gd name="connsiteY142" fmla="*/ 274961 h 2848897"/>
              <a:gd name="connsiteX143" fmla="*/ 1010780 w 3214111"/>
              <a:gd name="connsiteY143" fmla="*/ 247131 h 2848897"/>
              <a:gd name="connsiteX144" fmla="*/ 1031930 w 3214111"/>
              <a:gd name="connsiteY144" fmla="*/ 220414 h 2848897"/>
              <a:gd name="connsiteX145" fmla="*/ 1055307 w 3214111"/>
              <a:gd name="connsiteY145" fmla="*/ 194811 h 2848897"/>
              <a:gd name="connsiteX146" fmla="*/ 1078683 w 3214111"/>
              <a:gd name="connsiteY146" fmla="*/ 172547 h 2848897"/>
              <a:gd name="connsiteX147" fmla="*/ 1105401 w 3214111"/>
              <a:gd name="connsiteY147" fmla="*/ 153622 h 2848897"/>
              <a:gd name="connsiteX148" fmla="*/ 1133231 w 3214111"/>
              <a:gd name="connsiteY148" fmla="*/ 139150 h 2848897"/>
              <a:gd name="connsiteX149" fmla="*/ 1166627 w 3214111"/>
              <a:gd name="connsiteY149" fmla="*/ 129132 h 2848897"/>
              <a:gd name="connsiteX150" fmla="*/ 1201137 w 3214111"/>
              <a:gd name="connsiteY150" fmla="*/ 124678 h 2848897"/>
              <a:gd name="connsiteX151" fmla="*/ 1236757 w 3214111"/>
              <a:gd name="connsiteY151" fmla="*/ 123565 h 2848897"/>
              <a:gd name="connsiteX152" fmla="*/ 1274605 w 3214111"/>
              <a:gd name="connsiteY152" fmla="*/ 126906 h 2848897"/>
              <a:gd name="connsiteX153" fmla="*/ 1312455 w 3214111"/>
              <a:gd name="connsiteY153" fmla="*/ 131359 h 2848897"/>
              <a:gd name="connsiteX154" fmla="*/ 1350304 w 3214111"/>
              <a:gd name="connsiteY154" fmla="*/ 136924 h 2848897"/>
              <a:gd name="connsiteX155" fmla="*/ 1388152 w 3214111"/>
              <a:gd name="connsiteY155" fmla="*/ 141378 h 2848897"/>
              <a:gd name="connsiteX156" fmla="*/ 1426000 w 3214111"/>
              <a:gd name="connsiteY156" fmla="*/ 143604 h 2848897"/>
              <a:gd name="connsiteX157" fmla="*/ 1462737 w 3214111"/>
              <a:gd name="connsiteY157" fmla="*/ 143604 h 2848897"/>
              <a:gd name="connsiteX158" fmla="*/ 1497245 w 3214111"/>
              <a:gd name="connsiteY158" fmla="*/ 139150 h 2848897"/>
              <a:gd name="connsiteX159" fmla="*/ 1531755 w 3214111"/>
              <a:gd name="connsiteY159" fmla="*/ 130245 h 2848897"/>
              <a:gd name="connsiteX160" fmla="*/ 1565150 w 3214111"/>
              <a:gd name="connsiteY160" fmla="*/ 116887 h 2848897"/>
              <a:gd name="connsiteX161" fmla="*/ 1598545 w 3214111"/>
              <a:gd name="connsiteY161" fmla="*/ 99075 h 2848897"/>
              <a:gd name="connsiteX162" fmla="*/ 1631941 w 3214111"/>
              <a:gd name="connsiteY162" fmla="*/ 81264 h 2848897"/>
              <a:gd name="connsiteX163" fmla="*/ 1665337 w 3214111"/>
              <a:gd name="connsiteY163" fmla="*/ 61227 h 2848897"/>
              <a:gd name="connsiteX164" fmla="*/ 1697620 w 3214111"/>
              <a:gd name="connsiteY164" fmla="*/ 42302 h 2848897"/>
              <a:gd name="connsiteX165" fmla="*/ 1732129 w 3214111"/>
              <a:gd name="connsiteY165" fmla="*/ 25604 h 2848897"/>
              <a:gd name="connsiteX166" fmla="*/ 1765525 w 3214111"/>
              <a:gd name="connsiteY166" fmla="*/ 12245 h 2848897"/>
              <a:gd name="connsiteX167" fmla="*/ 1800034 w 3214111"/>
              <a:gd name="connsiteY167" fmla="*/ 3339 h 284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3214111" h="2848897">
                <a:moveTo>
                  <a:pt x="1835656" y="0"/>
                </a:moveTo>
                <a:lnTo>
                  <a:pt x="1871276" y="3339"/>
                </a:lnTo>
                <a:lnTo>
                  <a:pt x="1905787" y="12245"/>
                </a:lnTo>
                <a:lnTo>
                  <a:pt x="1939183" y="25604"/>
                </a:lnTo>
                <a:lnTo>
                  <a:pt x="1973690" y="42302"/>
                </a:lnTo>
                <a:lnTo>
                  <a:pt x="2005974" y="61227"/>
                </a:lnTo>
                <a:lnTo>
                  <a:pt x="2039370" y="81264"/>
                </a:lnTo>
                <a:lnTo>
                  <a:pt x="2072765" y="99075"/>
                </a:lnTo>
                <a:lnTo>
                  <a:pt x="2106161" y="116887"/>
                </a:lnTo>
                <a:lnTo>
                  <a:pt x="2138444" y="130245"/>
                </a:lnTo>
                <a:lnTo>
                  <a:pt x="2174066" y="139150"/>
                </a:lnTo>
                <a:lnTo>
                  <a:pt x="2208575" y="143604"/>
                </a:lnTo>
                <a:lnTo>
                  <a:pt x="2245310" y="143604"/>
                </a:lnTo>
                <a:lnTo>
                  <a:pt x="2283159" y="141378"/>
                </a:lnTo>
                <a:lnTo>
                  <a:pt x="2321007" y="136924"/>
                </a:lnTo>
                <a:lnTo>
                  <a:pt x="2358857" y="131359"/>
                </a:lnTo>
                <a:lnTo>
                  <a:pt x="2396705" y="126906"/>
                </a:lnTo>
                <a:lnTo>
                  <a:pt x="2434554" y="123565"/>
                </a:lnTo>
                <a:lnTo>
                  <a:pt x="2470175" y="124678"/>
                </a:lnTo>
                <a:lnTo>
                  <a:pt x="2504683" y="129132"/>
                </a:lnTo>
                <a:lnTo>
                  <a:pt x="2538079" y="139150"/>
                </a:lnTo>
                <a:lnTo>
                  <a:pt x="2565910" y="153622"/>
                </a:lnTo>
                <a:lnTo>
                  <a:pt x="2592625" y="172547"/>
                </a:lnTo>
                <a:lnTo>
                  <a:pt x="2616003" y="194811"/>
                </a:lnTo>
                <a:lnTo>
                  <a:pt x="2639380" y="220414"/>
                </a:lnTo>
                <a:lnTo>
                  <a:pt x="2660531" y="247131"/>
                </a:lnTo>
                <a:lnTo>
                  <a:pt x="2681682" y="274961"/>
                </a:lnTo>
                <a:lnTo>
                  <a:pt x="2702832" y="302791"/>
                </a:lnTo>
                <a:lnTo>
                  <a:pt x="2723982" y="329509"/>
                </a:lnTo>
                <a:lnTo>
                  <a:pt x="2746247" y="355112"/>
                </a:lnTo>
                <a:lnTo>
                  <a:pt x="2771851" y="377377"/>
                </a:lnTo>
                <a:lnTo>
                  <a:pt x="2796341" y="397415"/>
                </a:lnTo>
                <a:lnTo>
                  <a:pt x="2824171" y="412999"/>
                </a:lnTo>
                <a:lnTo>
                  <a:pt x="2854227" y="426357"/>
                </a:lnTo>
                <a:lnTo>
                  <a:pt x="2886509" y="437489"/>
                </a:lnTo>
                <a:lnTo>
                  <a:pt x="2919904" y="447507"/>
                </a:lnTo>
                <a:lnTo>
                  <a:pt x="2953300" y="456413"/>
                </a:lnTo>
                <a:lnTo>
                  <a:pt x="2987809" y="465320"/>
                </a:lnTo>
                <a:lnTo>
                  <a:pt x="3020092" y="475338"/>
                </a:lnTo>
                <a:lnTo>
                  <a:pt x="3052373" y="486470"/>
                </a:lnTo>
                <a:lnTo>
                  <a:pt x="3082430" y="499829"/>
                </a:lnTo>
                <a:lnTo>
                  <a:pt x="3109148" y="516527"/>
                </a:lnTo>
                <a:lnTo>
                  <a:pt x="3133639" y="536565"/>
                </a:lnTo>
                <a:lnTo>
                  <a:pt x="3153674" y="561055"/>
                </a:lnTo>
                <a:lnTo>
                  <a:pt x="3170373" y="587772"/>
                </a:lnTo>
                <a:lnTo>
                  <a:pt x="3183731" y="617827"/>
                </a:lnTo>
                <a:lnTo>
                  <a:pt x="3194863" y="650112"/>
                </a:lnTo>
                <a:lnTo>
                  <a:pt x="3204881" y="682393"/>
                </a:lnTo>
                <a:lnTo>
                  <a:pt x="3213788" y="716904"/>
                </a:lnTo>
                <a:lnTo>
                  <a:pt x="3214111" y="718115"/>
                </a:lnTo>
                <a:lnTo>
                  <a:pt x="3214111" y="2848897"/>
                </a:lnTo>
                <a:lnTo>
                  <a:pt x="426570" y="2848897"/>
                </a:lnTo>
                <a:lnTo>
                  <a:pt x="414108" y="2820857"/>
                </a:lnTo>
                <a:lnTo>
                  <a:pt x="398524" y="2793028"/>
                </a:lnTo>
                <a:lnTo>
                  <a:pt x="378487" y="2768537"/>
                </a:lnTo>
                <a:lnTo>
                  <a:pt x="356222" y="2742933"/>
                </a:lnTo>
                <a:lnTo>
                  <a:pt x="330619" y="2720669"/>
                </a:lnTo>
                <a:lnTo>
                  <a:pt x="302788" y="2699519"/>
                </a:lnTo>
                <a:lnTo>
                  <a:pt x="274959" y="2678368"/>
                </a:lnTo>
                <a:lnTo>
                  <a:pt x="247130" y="2657218"/>
                </a:lnTo>
                <a:lnTo>
                  <a:pt x="220413" y="2636065"/>
                </a:lnTo>
                <a:lnTo>
                  <a:pt x="194809" y="2612689"/>
                </a:lnTo>
                <a:lnTo>
                  <a:pt x="172546" y="2589312"/>
                </a:lnTo>
                <a:lnTo>
                  <a:pt x="153622" y="2562594"/>
                </a:lnTo>
                <a:lnTo>
                  <a:pt x="139150" y="2534764"/>
                </a:lnTo>
                <a:lnTo>
                  <a:pt x="129132" y="2501370"/>
                </a:lnTo>
                <a:lnTo>
                  <a:pt x="124678" y="2466860"/>
                </a:lnTo>
                <a:lnTo>
                  <a:pt x="123564" y="2431236"/>
                </a:lnTo>
                <a:lnTo>
                  <a:pt x="126904" y="2393388"/>
                </a:lnTo>
                <a:lnTo>
                  <a:pt x="131358" y="2355539"/>
                </a:lnTo>
                <a:lnTo>
                  <a:pt x="136923" y="2317690"/>
                </a:lnTo>
                <a:lnTo>
                  <a:pt x="141376" y="2279842"/>
                </a:lnTo>
                <a:lnTo>
                  <a:pt x="143604" y="2241992"/>
                </a:lnTo>
                <a:lnTo>
                  <a:pt x="143604" y="2205256"/>
                </a:lnTo>
                <a:lnTo>
                  <a:pt x="139150" y="2170747"/>
                </a:lnTo>
                <a:lnTo>
                  <a:pt x="130245" y="2136238"/>
                </a:lnTo>
                <a:lnTo>
                  <a:pt x="116886" y="2103954"/>
                </a:lnTo>
                <a:lnTo>
                  <a:pt x="100188" y="2070559"/>
                </a:lnTo>
                <a:lnTo>
                  <a:pt x="81264" y="2037163"/>
                </a:lnTo>
                <a:lnTo>
                  <a:pt x="61227" y="2003766"/>
                </a:lnTo>
                <a:lnTo>
                  <a:pt x="42303" y="1971483"/>
                </a:lnTo>
                <a:lnTo>
                  <a:pt x="25603" y="1936974"/>
                </a:lnTo>
                <a:lnTo>
                  <a:pt x="12246" y="1903578"/>
                </a:lnTo>
                <a:lnTo>
                  <a:pt x="3340" y="1869068"/>
                </a:lnTo>
                <a:lnTo>
                  <a:pt x="0" y="1833446"/>
                </a:lnTo>
                <a:lnTo>
                  <a:pt x="3340" y="1797824"/>
                </a:lnTo>
                <a:lnTo>
                  <a:pt x="12246" y="1763315"/>
                </a:lnTo>
                <a:lnTo>
                  <a:pt x="25603" y="1729918"/>
                </a:lnTo>
                <a:lnTo>
                  <a:pt x="42303" y="1695410"/>
                </a:lnTo>
                <a:lnTo>
                  <a:pt x="61227" y="1663126"/>
                </a:lnTo>
                <a:lnTo>
                  <a:pt x="81264" y="1629730"/>
                </a:lnTo>
                <a:lnTo>
                  <a:pt x="100188" y="1596334"/>
                </a:lnTo>
                <a:lnTo>
                  <a:pt x="116886" y="1562938"/>
                </a:lnTo>
                <a:lnTo>
                  <a:pt x="130245" y="1530654"/>
                </a:lnTo>
                <a:lnTo>
                  <a:pt x="139150" y="1496145"/>
                </a:lnTo>
                <a:lnTo>
                  <a:pt x="143604" y="1461636"/>
                </a:lnTo>
                <a:lnTo>
                  <a:pt x="143604" y="1424901"/>
                </a:lnTo>
                <a:lnTo>
                  <a:pt x="141376" y="1387052"/>
                </a:lnTo>
                <a:lnTo>
                  <a:pt x="136923" y="1349203"/>
                </a:lnTo>
                <a:lnTo>
                  <a:pt x="131358" y="1311353"/>
                </a:lnTo>
                <a:lnTo>
                  <a:pt x="126904" y="1273505"/>
                </a:lnTo>
                <a:lnTo>
                  <a:pt x="123564" y="1235657"/>
                </a:lnTo>
                <a:lnTo>
                  <a:pt x="124678" y="1200034"/>
                </a:lnTo>
                <a:lnTo>
                  <a:pt x="129132" y="1165525"/>
                </a:lnTo>
                <a:lnTo>
                  <a:pt x="139150" y="1132128"/>
                </a:lnTo>
                <a:lnTo>
                  <a:pt x="153622" y="1104298"/>
                </a:lnTo>
                <a:lnTo>
                  <a:pt x="172546" y="1077582"/>
                </a:lnTo>
                <a:lnTo>
                  <a:pt x="194809" y="1054204"/>
                </a:lnTo>
                <a:lnTo>
                  <a:pt x="220413" y="1030827"/>
                </a:lnTo>
                <a:lnTo>
                  <a:pt x="247130" y="1009676"/>
                </a:lnTo>
                <a:lnTo>
                  <a:pt x="274959" y="988524"/>
                </a:lnTo>
                <a:lnTo>
                  <a:pt x="302788" y="967374"/>
                </a:lnTo>
                <a:lnTo>
                  <a:pt x="330619" y="946223"/>
                </a:lnTo>
                <a:lnTo>
                  <a:pt x="356222" y="923960"/>
                </a:lnTo>
                <a:lnTo>
                  <a:pt x="378487" y="898356"/>
                </a:lnTo>
                <a:lnTo>
                  <a:pt x="398524" y="873865"/>
                </a:lnTo>
                <a:lnTo>
                  <a:pt x="414108" y="846035"/>
                </a:lnTo>
                <a:lnTo>
                  <a:pt x="427466" y="815980"/>
                </a:lnTo>
                <a:lnTo>
                  <a:pt x="438598" y="783695"/>
                </a:lnTo>
                <a:lnTo>
                  <a:pt x="448618" y="750298"/>
                </a:lnTo>
                <a:lnTo>
                  <a:pt x="457523" y="716904"/>
                </a:lnTo>
                <a:lnTo>
                  <a:pt x="466429" y="682393"/>
                </a:lnTo>
                <a:lnTo>
                  <a:pt x="476447" y="650112"/>
                </a:lnTo>
                <a:lnTo>
                  <a:pt x="487579" y="617827"/>
                </a:lnTo>
                <a:lnTo>
                  <a:pt x="500938" y="587772"/>
                </a:lnTo>
                <a:lnTo>
                  <a:pt x="517636" y="561055"/>
                </a:lnTo>
                <a:lnTo>
                  <a:pt x="537671" y="536565"/>
                </a:lnTo>
                <a:lnTo>
                  <a:pt x="562163" y="516527"/>
                </a:lnTo>
                <a:lnTo>
                  <a:pt x="588880" y="499829"/>
                </a:lnTo>
                <a:lnTo>
                  <a:pt x="618935" y="486470"/>
                </a:lnTo>
                <a:lnTo>
                  <a:pt x="651218" y="475338"/>
                </a:lnTo>
                <a:lnTo>
                  <a:pt x="683501" y="465320"/>
                </a:lnTo>
                <a:lnTo>
                  <a:pt x="718010" y="456413"/>
                </a:lnTo>
                <a:lnTo>
                  <a:pt x="751405" y="447507"/>
                </a:lnTo>
                <a:lnTo>
                  <a:pt x="784802" y="437489"/>
                </a:lnTo>
                <a:lnTo>
                  <a:pt x="817083" y="426357"/>
                </a:lnTo>
                <a:lnTo>
                  <a:pt x="847140" y="412999"/>
                </a:lnTo>
                <a:lnTo>
                  <a:pt x="874970" y="397415"/>
                </a:lnTo>
                <a:lnTo>
                  <a:pt x="899460" y="377377"/>
                </a:lnTo>
                <a:lnTo>
                  <a:pt x="925064" y="355112"/>
                </a:lnTo>
                <a:lnTo>
                  <a:pt x="947328" y="329509"/>
                </a:lnTo>
                <a:lnTo>
                  <a:pt x="968478" y="302791"/>
                </a:lnTo>
                <a:lnTo>
                  <a:pt x="989628" y="274961"/>
                </a:lnTo>
                <a:lnTo>
                  <a:pt x="1010780" y="247131"/>
                </a:lnTo>
                <a:lnTo>
                  <a:pt x="1031930" y="220414"/>
                </a:lnTo>
                <a:lnTo>
                  <a:pt x="1055307" y="194811"/>
                </a:lnTo>
                <a:lnTo>
                  <a:pt x="1078683" y="172547"/>
                </a:lnTo>
                <a:lnTo>
                  <a:pt x="1105401" y="153622"/>
                </a:lnTo>
                <a:lnTo>
                  <a:pt x="1133231" y="139150"/>
                </a:lnTo>
                <a:lnTo>
                  <a:pt x="1166627" y="129132"/>
                </a:lnTo>
                <a:lnTo>
                  <a:pt x="1201137" y="124678"/>
                </a:lnTo>
                <a:lnTo>
                  <a:pt x="1236757" y="123565"/>
                </a:lnTo>
                <a:lnTo>
                  <a:pt x="1274605" y="126906"/>
                </a:lnTo>
                <a:lnTo>
                  <a:pt x="1312455" y="131359"/>
                </a:lnTo>
                <a:lnTo>
                  <a:pt x="1350304" y="136924"/>
                </a:lnTo>
                <a:lnTo>
                  <a:pt x="1388152" y="141378"/>
                </a:lnTo>
                <a:lnTo>
                  <a:pt x="1426000" y="143604"/>
                </a:lnTo>
                <a:lnTo>
                  <a:pt x="1462737" y="143604"/>
                </a:lnTo>
                <a:lnTo>
                  <a:pt x="1497245" y="139150"/>
                </a:lnTo>
                <a:lnTo>
                  <a:pt x="1531755" y="130245"/>
                </a:lnTo>
                <a:lnTo>
                  <a:pt x="1565150" y="116887"/>
                </a:lnTo>
                <a:lnTo>
                  <a:pt x="1598545" y="99075"/>
                </a:lnTo>
                <a:lnTo>
                  <a:pt x="1631941" y="81264"/>
                </a:lnTo>
                <a:lnTo>
                  <a:pt x="1665337" y="61227"/>
                </a:lnTo>
                <a:lnTo>
                  <a:pt x="1697620" y="42302"/>
                </a:lnTo>
                <a:lnTo>
                  <a:pt x="1732129" y="25604"/>
                </a:lnTo>
                <a:lnTo>
                  <a:pt x="1765525" y="12245"/>
                </a:lnTo>
                <a:lnTo>
                  <a:pt x="1800034" y="333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pic>
        <p:nvPicPr>
          <p:cNvPr id="7" name="Immagine 6" descr="Immagine che contiene Carattere, bianco, design, tipografia&#10;&#10;Il contenuto generato dall'IA potrebbe non essere corretto.">
            <a:extLst>
              <a:ext uri="{FF2B5EF4-FFF2-40B4-BE49-F238E27FC236}">
                <a16:creationId xmlns:a16="http://schemas.microsoft.com/office/drawing/2014/main" id="{B1F0F3A8-F2DB-F7D5-B6F3-374A660D18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784" y="5674276"/>
            <a:ext cx="1534283" cy="689564"/>
          </a:xfrm>
          <a:prstGeom prst="rect">
            <a:avLst/>
          </a:prstGeom>
        </p:spPr>
      </p:pic>
      <p:pic>
        <p:nvPicPr>
          <p:cNvPr id="9" name="Immagine 8" descr="Immagine che contiene Carattere, logo, bianc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DCBB10BF-8F72-BA1D-7C42-1C793925E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064" y="869870"/>
            <a:ext cx="1810003" cy="5906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135D97-F906-BF8E-9B2A-D5CB793B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1FDF194-C99A-4C11-8A97-58FF75F6E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CAB5A9-13C6-4C85-AB53-C7D8B8954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B5C8F0-2881-4184-92C6-0E251C42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2BCC826-0F95-4DB1-9DBA-C1F7BD609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4C8EFD9-49E9-3A3D-434A-928261BBD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73AC35DB-8288-C232-7F2A-DFD8220F5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845" y="453945"/>
            <a:ext cx="3993362" cy="2975055"/>
          </a:xfrm>
          <a:prstGeom prst="rect">
            <a:avLst/>
          </a:prstGeom>
        </p:spPr>
      </p:pic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1E41A0D8-5233-2183-23E5-F7860713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220" y="453943"/>
            <a:ext cx="3198983" cy="297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2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9C211D-8F0A-3EA3-B3CD-C191C073F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9DC45E65-A832-BB86-0BE2-274507DFA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F3D88B7-9CD5-3547-0863-376A89E46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E92AD45-6ED7-AC6E-F582-7F0FA264E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C5F1503-B6CB-1708-AC67-613EDA73C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A9BD881-87AF-885D-FA2C-48E5E5521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5BBB5A12-514E-85C1-A495-7022E777F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220" y="453943"/>
            <a:ext cx="3198983" cy="2975055"/>
          </a:xfrm>
          <a:prstGeom prst="rect">
            <a:avLst/>
          </a:prstGeom>
        </p:spPr>
      </p:pic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7D0B1559-450F-6E6E-48D4-E3B44FF6F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50" y="307187"/>
            <a:ext cx="8380698" cy="624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9572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F564F0-4539-B3B8-DE18-AA2FD923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2CDC4D85-08F0-BA85-B6B5-11CF42350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41A8E69-F66A-DD15-617D-3A72AE6D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6752F4-DC02-61D5-A2F2-2E208665AA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7199B5-CC91-C868-9008-EAA6AB862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54000F-8011-2858-1446-CE883D1C9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1" name="Immagine 10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CA3963B7-7C98-DB65-4060-B7109D52C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845" y="453945"/>
            <a:ext cx="3993362" cy="2975055"/>
          </a:xfrm>
          <a:prstGeom prst="rect">
            <a:avLst/>
          </a:prstGeom>
        </p:spPr>
      </p:pic>
      <p:pic>
        <p:nvPicPr>
          <p:cNvPr id="9" name="Immagine 8" descr="Immagine che contiene testo, schermata, numero, software&#10;&#10;Il contenuto generato dall'IA potrebbe non essere corretto.">
            <a:extLst>
              <a:ext uri="{FF2B5EF4-FFF2-40B4-BE49-F238E27FC236}">
                <a16:creationId xmlns:a16="http://schemas.microsoft.com/office/drawing/2014/main" id="{AF29FD33-1DB5-8E52-DF14-22E98041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292" y="183378"/>
            <a:ext cx="6979829" cy="6491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464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1FDF194-C99A-4C11-8A97-58FF75F6E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CAB5A9-13C6-4C85-AB53-C7D8B8954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B5C8F0-2881-4184-92C6-0E251C42A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2BCC826-0F95-4DB1-9DBA-C1F7BD609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5B37BD4-B6AB-236D-C2D5-381256350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2FC13C1B-9DEE-4641-EE18-33FC5BE03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3" y="1013286"/>
            <a:ext cx="4057646" cy="1856372"/>
          </a:xfrm>
          <a:prstGeom prst="rect">
            <a:avLst/>
          </a:prstGeom>
        </p:spPr>
      </p:pic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D0AB463-2C95-7E86-3A83-478A84340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2648" y="1010401"/>
            <a:ext cx="4048128" cy="186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922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CE73E9-AB65-6F46-474E-3CC48C06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19B2D491-ACB8-E4CF-0BBB-AE5155C13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EB0ABB-1497-694A-35B7-76D746E3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C40A03-A1B8-0F3C-ABD4-24F535214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0639533-FE89-24AD-C7A2-B7954357C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C3E22B-88D5-7540-D5E6-1DC9EE4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FC8AEFFE-6AB9-B722-CE2A-F65C01B94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648" y="1010401"/>
            <a:ext cx="4048128" cy="1862139"/>
          </a:xfrm>
          <a:prstGeom prst="rect">
            <a:avLst/>
          </a:prstGeom>
        </p:spPr>
      </p:pic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334854-B889-9DF5-B839-00F202FCE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98" y="1253078"/>
            <a:ext cx="8710256" cy="398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807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1F208D-9481-ADB9-59D2-A8B636E44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2C575C4A-2FEA-1C84-29CC-86B23082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30EC6C-4D40-25AE-2C03-14930BF39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8F86F72-70A2-8CCB-B6F0-9A79212B0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B98B1F2C-7AFD-05BE-8579-E01E19F032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4206C7E-B875-4FFF-F5B4-D44086C5D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7" name="Immagine 1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DE81ACAB-EFCA-19B7-5108-AF77298E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3" y="1013286"/>
            <a:ext cx="4057646" cy="1856372"/>
          </a:xfrm>
          <a:prstGeom prst="rect">
            <a:avLst/>
          </a:prstGeom>
        </p:spPr>
      </p:pic>
      <p:pic>
        <p:nvPicPr>
          <p:cNvPr id="15" name="Immagine 14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6BF0F9A8-67D7-A64B-B51F-2771B4B44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03" y="1430486"/>
            <a:ext cx="8689191" cy="399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2924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72E8F-76E2-582D-6FE3-C5578061B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FF60D496-3B50-DA37-839C-21684F6C0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B871B4-58BA-FA9A-DDA9-1DA2C9724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EBE187-55CC-45A4-5E8B-265ADA053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9143999" cy="4292600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7A14F71E-23DD-1696-7B1E-D360C7D01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55946"/>
            <a:ext cx="9143999" cy="3102054"/>
          </a:xfrm>
          <a:custGeom>
            <a:avLst/>
            <a:gdLst>
              <a:gd name="connsiteX0" fmla="*/ 685801 w 12192000"/>
              <a:gd name="connsiteY0" fmla="*/ 0 h 3102054"/>
              <a:gd name="connsiteX1" fmla="*/ 754064 w 12192000"/>
              <a:gd name="connsiteY1" fmla="*/ 3175 h 3102054"/>
              <a:gd name="connsiteX2" fmla="*/ 814389 w 12192000"/>
              <a:gd name="connsiteY2" fmla="*/ 9525 h 3102054"/>
              <a:gd name="connsiteX3" fmla="*/ 866776 w 12192000"/>
              <a:gd name="connsiteY3" fmla="*/ 20637 h 3102054"/>
              <a:gd name="connsiteX4" fmla="*/ 912814 w 12192000"/>
              <a:gd name="connsiteY4" fmla="*/ 36512 h 3102054"/>
              <a:gd name="connsiteX5" fmla="*/ 954089 w 12192000"/>
              <a:gd name="connsiteY5" fmla="*/ 52387 h 3102054"/>
              <a:gd name="connsiteX6" fmla="*/ 990601 w 12192000"/>
              <a:gd name="connsiteY6" fmla="*/ 68262 h 3102054"/>
              <a:gd name="connsiteX7" fmla="*/ 1028701 w 12192000"/>
              <a:gd name="connsiteY7" fmla="*/ 87312 h 3102054"/>
              <a:gd name="connsiteX8" fmla="*/ 1066801 w 12192000"/>
              <a:gd name="connsiteY8" fmla="*/ 106362 h 3102054"/>
              <a:gd name="connsiteX9" fmla="*/ 1103314 w 12192000"/>
              <a:gd name="connsiteY9" fmla="*/ 125412 h 3102054"/>
              <a:gd name="connsiteX10" fmla="*/ 1144589 w 12192000"/>
              <a:gd name="connsiteY10" fmla="*/ 141287 h 3102054"/>
              <a:gd name="connsiteX11" fmla="*/ 1190626 w 12192000"/>
              <a:gd name="connsiteY11" fmla="*/ 155575 h 3102054"/>
              <a:gd name="connsiteX12" fmla="*/ 1243014 w 12192000"/>
              <a:gd name="connsiteY12" fmla="*/ 166687 h 3102054"/>
              <a:gd name="connsiteX13" fmla="*/ 1303339 w 12192000"/>
              <a:gd name="connsiteY13" fmla="*/ 174625 h 3102054"/>
              <a:gd name="connsiteX14" fmla="*/ 1371601 w 12192000"/>
              <a:gd name="connsiteY14" fmla="*/ 176212 h 3102054"/>
              <a:gd name="connsiteX15" fmla="*/ 1439864 w 12192000"/>
              <a:gd name="connsiteY15" fmla="*/ 174625 h 3102054"/>
              <a:gd name="connsiteX16" fmla="*/ 1500189 w 12192000"/>
              <a:gd name="connsiteY16" fmla="*/ 166687 h 3102054"/>
              <a:gd name="connsiteX17" fmla="*/ 1552576 w 12192000"/>
              <a:gd name="connsiteY17" fmla="*/ 155575 h 3102054"/>
              <a:gd name="connsiteX18" fmla="*/ 1598614 w 12192000"/>
              <a:gd name="connsiteY18" fmla="*/ 141287 h 3102054"/>
              <a:gd name="connsiteX19" fmla="*/ 1639889 w 12192000"/>
              <a:gd name="connsiteY19" fmla="*/ 125412 h 3102054"/>
              <a:gd name="connsiteX20" fmla="*/ 1676401 w 12192000"/>
              <a:gd name="connsiteY20" fmla="*/ 106362 h 3102054"/>
              <a:gd name="connsiteX21" fmla="*/ 1714501 w 12192000"/>
              <a:gd name="connsiteY21" fmla="*/ 87312 h 3102054"/>
              <a:gd name="connsiteX22" fmla="*/ 1752601 w 12192000"/>
              <a:gd name="connsiteY22" fmla="*/ 68262 h 3102054"/>
              <a:gd name="connsiteX23" fmla="*/ 1789114 w 12192000"/>
              <a:gd name="connsiteY23" fmla="*/ 52387 h 3102054"/>
              <a:gd name="connsiteX24" fmla="*/ 1830389 w 12192000"/>
              <a:gd name="connsiteY24" fmla="*/ 36512 h 3102054"/>
              <a:gd name="connsiteX25" fmla="*/ 1876426 w 12192000"/>
              <a:gd name="connsiteY25" fmla="*/ 20637 h 3102054"/>
              <a:gd name="connsiteX26" fmla="*/ 1928814 w 12192000"/>
              <a:gd name="connsiteY26" fmla="*/ 9525 h 3102054"/>
              <a:gd name="connsiteX27" fmla="*/ 1989139 w 12192000"/>
              <a:gd name="connsiteY27" fmla="*/ 3175 h 3102054"/>
              <a:gd name="connsiteX28" fmla="*/ 2057401 w 12192000"/>
              <a:gd name="connsiteY28" fmla="*/ 0 h 3102054"/>
              <a:gd name="connsiteX29" fmla="*/ 2125664 w 12192000"/>
              <a:gd name="connsiteY29" fmla="*/ 3175 h 3102054"/>
              <a:gd name="connsiteX30" fmla="*/ 2185989 w 12192000"/>
              <a:gd name="connsiteY30" fmla="*/ 9525 h 3102054"/>
              <a:gd name="connsiteX31" fmla="*/ 2238376 w 12192000"/>
              <a:gd name="connsiteY31" fmla="*/ 20637 h 3102054"/>
              <a:gd name="connsiteX32" fmla="*/ 2284414 w 12192000"/>
              <a:gd name="connsiteY32" fmla="*/ 36512 h 3102054"/>
              <a:gd name="connsiteX33" fmla="*/ 2325688 w 12192000"/>
              <a:gd name="connsiteY33" fmla="*/ 52387 h 3102054"/>
              <a:gd name="connsiteX34" fmla="*/ 2362201 w 12192000"/>
              <a:gd name="connsiteY34" fmla="*/ 68262 h 3102054"/>
              <a:gd name="connsiteX35" fmla="*/ 2400301 w 12192000"/>
              <a:gd name="connsiteY35" fmla="*/ 87312 h 3102054"/>
              <a:gd name="connsiteX36" fmla="*/ 2438401 w 12192000"/>
              <a:gd name="connsiteY36" fmla="*/ 106362 h 3102054"/>
              <a:gd name="connsiteX37" fmla="*/ 2474913 w 12192000"/>
              <a:gd name="connsiteY37" fmla="*/ 125412 h 3102054"/>
              <a:gd name="connsiteX38" fmla="*/ 2516188 w 12192000"/>
              <a:gd name="connsiteY38" fmla="*/ 141287 h 3102054"/>
              <a:gd name="connsiteX39" fmla="*/ 2562226 w 12192000"/>
              <a:gd name="connsiteY39" fmla="*/ 155575 h 3102054"/>
              <a:gd name="connsiteX40" fmla="*/ 2614614 w 12192000"/>
              <a:gd name="connsiteY40" fmla="*/ 166687 h 3102054"/>
              <a:gd name="connsiteX41" fmla="*/ 2674938 w 12192000"/>
              <a:gd name="connsiteY41" fmla="*/ 174625 h 3102054"/>
              <a:gd name="connsiteX42" fmla="*/ 2743201 w 12192000"/>
              <a:gd name="connsiteY42" fmla="*/ 176212 h 3102054"/>
              <a:gd name="connsiteX43" fmla="*/ 2811464 w 12192000"/>
              <a:gd name="connsiteY43" fmla="*/ 174625 h 3102054"/>
              <a:gd name="connsiteX44" fmla="*/ 2871789 w 12192000"/>
              <a:gd name="connsiteY44" fmla="*/ 166687 h 3102054"/>
              <a:gd name="connsiteX45" fmla="*/ 2924176 w 12192000"/>
              <a:gd name="connsiteY45" fmla="*/ 155575 h 3102054"/>
              <a:gd name="connsiteX46" fmla="*/ 2970214 w 12192000"/>
              <a:gd name="connsiteY46" fmla="*/ 141287 h 3102054"/>
              <a:gd name="connsiteX47" fmla="*/ 3011489 w 12192000"/>
              <a:gd name="connsiteY47" fmla="*/ 125412 h 3102054"/>
              <a:gd name="connsiteX48" fmla="*/ 3048001 w 12192000"/>
              <a:gd name="connsiteY48" fmla="*/ 106362 h 3102054"/>
              <a:gd name="connsiteX49" fmla="*/ 3086101 w 12192000"/>
              <a:gd name="connsiteY49" fmla="*/ 87312 h 3102054"/>
              <a:gd name="connsiteX50" fmla="*/ 3124201 w 12192000"/>
              <a:gd name="connsiteY50" fmla="*/ 68262 h 3102054"/>
              <a:gd name="connsiteX51" fmla="*/ 3160714 w 12192000"/>
              <a:gd name="connsiteY51" fmla="*/ 52387 h 3102054"/>
              <a:gd name="connsiteX52" fmla="*/ 3201989 w 12192000"/>
              <a:gd name="connsiteY52" fmla="*/ 36512 h 3102054"/>
              <a:gd name="connsiteX53" fmla="*/ 3248026 w 12192000"/>
              <a:gd name="connsiteY53" fmla="*/ 20637 h 3102054"/>
              <a:gd name="connsiteX54" fmla="*/ 3300414 w 12192000"/>
              <a:gd name="connsiteY54" fmla="*/ 9525 h 3102054"/>
              <a:gd name="connsiteX55" fmla="*/ 3360739 w 12192000"/>
              <a:gd name="connsiteY55" fmla="*/ 3175 h 3102054"/>
              <a:gd name="connsiteX56" fmla="*/ 3427414 w 12192000"/>
              <a:gd name="connsiteY56" fmla="*/ 0 h 3102054"/>
              <a:gd name="connsiteX57" fmla="*/ 3497264 w 12192000"/>
              <a:gd name="connsiteY57" fmla="*/ 3175 h 3102054"/>
              <a:gd name="connsiteX58" fmla="*/ 3557589 w 12192000"/>
              <a:gd name="connsiteY58" fmla="*/ 9525 h 3102054"/>
              <a:gd name="connsiteX59" fmla="*/ 3609976 w 12192000"/>
              <a:gd name="connsiteY59" fmla="*/ 20637 h 3102054"/>
              <a:gd name="connsiteX60" fmla="*/ 3656014 w 12192000"/>
              <a:gd name="connsiteY60" fmla="*/ 36512 h 3102054"/>
              <a:gd name="connsiteX61" fmla="*/ 3697288 w 12192000"/>
              <a:gd name="connsiteY61" fmla="*/ 52387 h 3102054"/>
              <a:gd name="connsiteX62" fmla="*/ 3733801 w 12192000"/>
              <a:gd name="connsiteY62" fmla="*/ 68262 h 3102054"/>
              <a:gd name="connsiteX63" fmla="*/ 3771901 w 12192000"/>
              <a:gd name="connsiteY63" fmla="*/ 87312 h 3102054"/>
              <a:gd name="connsiteX64" fmla="*/ 3810001 w 12192000"/>
              <a:gd name="connsiteY64" fmla="*/ 106362 h 3102054"/>
              <a:gd name="connsiteX65" fmla="*/ 3846514 w 12192000"/>
              <a:gd name="connsiteY65" fmla="*/ 125412 h 3102054"/>
              <a:gd name="connsiteX66" fmla="*/ 3887789 w 12192000"/>
              <a:gd name="connsiteY66" fmla="*/ 141287 h 3102054"/>
              <a:gd name="connsiteX67" fmla="*/ 3933826 w 12192000"/>
              <a:gd name="connsiteY67" fmla="*/ 155575 h 3102054"/>
              <a:gd name="connsiteX68" fmla="*/ 3986214 w 12192000"/>
              <a:gd name="connsiteY68" fmla="*/ 166687 h 3102054"/>
              <a:gd name="connsiteX69" fmla="*/ 4046539 w 12192000"/>
              <a:gd name="connsiteY69" fmla="*/ 174625 h 3102054"/>
              <a:gd name="connsiteX70" fmla="*/ 4114801 w 12192000"/>
              <a:gd name="connsiteY70" fmla="*/ 176212 h 3102054"/>
              <a:gd name="connsiteX71" fmla="*/ 4183064 w 12192000"/>
              <a:gd name="connsiteY71" fmla="*/ 174625 h 3102054"/>
              <a:gd name="connsiteX72" fmla="*/ 4243388 w 12192000"/>
              <a:gd name="connsiteY72" fmla="*/ 166687 h 3102054"/>
              <a:gd name="connsiteX73" fmla="*/ 4295776 w 12192000"/>
              <a:gd name="connsiteY73" fmla="*/ 155575 h 3102054"/>
              <a:gd name="connsiteX74" fmla="*/ 4341813 w 12192000"/>
              <a:gd name="connsiteY74" fmla="*/ 141287 h 3102054"/>
              <a:gd name="connsiteX75" fmla="*/ 4383088 w 12192000"/>
              <a:gd name="connsiteY75" fmla="*/ 125412 h 3102054"/>
              <a:gd name="connsiteX76" fmla="*/ 4419601 w 12192000"/>
              <a:gd name="connsiteY76" fmla="*/ 106362 h 3102054"/>
              <a:gd name="connsiteX77" fmla="*/ 4495801 w 12192000"/>
              <a:gd name="connsiteY77" fmla="*/ 68262 h 3102054"/>
              <a:gd name="connsiteX78" fmla="*/ 4532314 w 12192000"/>
              <a:gd name="connsiteY78" fmla="*/ 52387 h 3102054"/>
              <a:gd name="connsiteX79" fmla="*/ 4573588 w 12192000"/>
              <a:gd name="connsiteY79" fmla="*/ 36512 h 3102054"/>
              <a:gd name="connsiteX80" fmla="*/ 4619626 w 12192000"/>
              <a:gd name="connsiteY80" fmla="*/ 20637 h 3102054"/>
              <a:gd name="connsiteX81" fmla="*/ 4672013 w 12192000"/>
              <a:gd name="connsiteY81" fmla="*/ 9525 h 3102054"/>
              <a:gd name="connsiteX82" fmla="*/ 4732338 w 12192000"/>
              <a:gd name="connsiteY82" fmla="*/ 3175 h 3102054"/>
              <a:gd name="connsiteX83" fmla="*/ 4800601 w 12192000"/>
              <a:gd name="connsiteY83" fmla="*/ 0 h 3102054"/>
              <a:gd name="connsiteX84" fmla="*/ 4868864 w 12192000"/>
              <a:gd name="connsiteY84" fmla="*/ 3175 h 3102054"/>
              <a:gd name="connsiteX85" fmla="*/ 4929188 w 12192000"/>
              <a:gd name="connsiteY85" fmla="*/ 9525 h 3102054"/>
              <a:gd name="connsiteX86" fmla="*/ 4981576 w 12192000"/>
              <a:gd name="connsiteY86" fmla="*/ 20637 h 3102054"/>
              <a:gd name="connsiteX87" fmla="*/ 5027614 w 12192000"/>
              <a:gd name="connsiteY87" fmla="*/ 36512 h 3102054"/>
              <a:gd name="connsiteX88" fmla="*/ 5068889 w 12192000"/>
              <a:gd name="connsiteY88" fmla="*/ 52387 h 3102054"/>
              <a:gd name="connsiteX89" fmla="*/ 5105402 w 12192000"/>
              <a:gd name="connsiteY89" fmla="*/ 68262 h 3102054"/>
              <a:gd name="connsiteX90" fmla="*/ 5143502 w 12192000"/>
              <a:gd name="connsiteY90" fmla="*/ 87312 h 3102054"/>
              <a:gd name="connsiteX91" fmla="*/ 5181601 w 12192000"/>
              <a:gd name="connsiteY91" fmla="*/ 106362 h 3102054"/>
              <a:gd name="connsiteX92" fmla="*/ 5218115 w 12192000"/>
              <a:gd name="connsiteY92" fmla="*/ 125412 h 3102054"/>
              <a:gd name="connsiteX93" fmla="*/ 5259388 w 12192000"/>
              <a:gd name="connsiteY93" fmla="*/ 141287 h 3102054"/>
              <a:gd name="connsiteX94" fmla="*/ 5305426 w 12192000"/>
              <a:gd name="connsiteY94" fmla="*/ 155575 h 3102054"/>
              <a:gd name="connsiteX95" fmla="*/ 5357813 w 12192000"/>
              <a:gd name="connsiteY95" fmla="*/ 166687 h 3102054"/>
              <a:gd name="connsiteX96" fmla="*/ 5418139 w 12192000"/>
              <a:gd name="connsiteY96" fmla="*/ 174625 h 3102054"/>
              <a:gd name="connsiteX97" fmla="*/ 5486401 w 12192000"/>
              <a:gd name="connsiteY97" fmla="*/ 176212 h 3102054"/>
              <a:gd name="connsiteX98" fmla="*/ 5554663 w 12192000"/>
              <a:gd name="connsiteY98" fmla="*/ 174625 h 3102054"/>
              <a:gd name="connsiteX99" fmla="*/ 5614989 w 12192000"/>
              <a:gd name="connsiteY99" fmla="*/ 166687 h 3102054"/>
              <a:gd name="connsiteX100" fmla="*/ 5667376 w 12192000"/>
              <a:gd name="connsiteY100" fmla="*/ 155575 h 3102054"/>
              <a:gd name="connsiteX101" fmla="*/ 5713414 w 12192000"/>
              <a:gd name="connsiteY101" fmla="*/ 141287 h 3102054"/>
              <a:gd name="connsiteX102" fmla="*/ 5754689 w 12192000"/>
              <a:gd name="connsiteY102" fmla="*/ 125412 h 3102054"/>
              <a:gd name="connsiteX103" fmla="*/ 5791202 w 12192000"/>
              <a:gd name="connsiteY103" fmla="*/ 106362 h 3102054"/>
              <a:gd name="connsiteX104" fmla="*/ 5829302 w 12192000"/>
              <a:gd name="connsiteY104" fmla="*/ 87312 h 3102054"/>
              <a:gd name="connsiteX105" fmla="*/ 5867402 w 12192000"/>
              <a:gd name="connsiteY105" fmla="*/ 68262 h 3102054"/>
              <a:gd name="connsiteX106" fmla="*/ 5903915 w 12192000"/>
              <a:gd name="connsiteY106" fmla="*/ 52387 h 3102054"/>
              <a:gd name="connsiteX107" fmla="*/ 5945189 w 12192000"/>
              <a:gd name="connsiteY107" fmla="*/ 36512 h 3102054"/>
              <a:gd name="connsiteX108" fmla="*/ 5991226 w 12192000"/>
              <a:gd name="connsiteY108" fmla="*/ 20637 h 3102054"/>
              <a:gd name="connsiteX109" fmla="*/ 6043614 w 12192000"/>
              <a:gd name="connsiteY109" fmla="*/ 9525 h 3102054"/>
              <a:gd name="connsiteX110" fmla="*/ 6103939 w 12192000"/>
              <a:gd name="connsiteY110" fmla="*/ 3175 h 3102054"/>
              <a:gd name="connsiteX111" fmla="*/ 6172201 w 12192000"/>
              <a:gd name="connsiteY111" fmla="*/ 0 h 3102054"/>
              <a:gd name="connsiteX112" fmla="*/ 6210301 w 12192000"/>
              <a:gd name="connsiteY112" fmla="*/ 1772 h 3102054"/>
              <a:gd name="connsiteX113" fmla="*/ 6248401 w 12192000"/>
              <a:gd name="connsiteY113" fmla="*/ 0 h 3102054"/>
              <a:gd name="connsiteX114" fmla="*/ 6316664 w 12192000"/>
              <a:gd name="connsiteY114" fmla="*/ 3175 h 3102054"/>
              <a:gd name="connsiteX115" fmla="*/ 6376989 w 12192000"/>
              <a:gd name="connsiteY115" fmla="*/ 9525 h 3102054"/>
              <a:gd name="connsiteX116" fmla="*/ 6429376 w 12192000"/>
              <a:gd name="connsiteY116" fmla="*/ 20637 h 3102054"/>
              <a:gd name="connsiteX117" fmla="*/ 6475414 w 12192000"/>
              <a:gd name="connsiteY117" fmla="*/ 36512 h 3102054"/>
              <a:gd name="connsiteX118" fmla="*/ 6516689 w 12192000"/>
              <a:gd name="connsiteY118" fmla="*/ 52387 h 3102054"/>
              <a:gd name="connsiteX119" fmla="*/ 6553202 w 12192000"/>
              <a:gd name="connsiteY119" fmla="*/ 68262 h 3102054"/>
              <a:gd name="connsiteX120" fmla="*/ 6591302 w 12192000"/>
              <a:gd name="connsiteY120" fmla="*/ 87312 h 3102054"/>
              <a:gd name="connsiteX121" fmla="*/ 6629401 w 12192000"/>
              <a:gd name="connsiteY121" fmla="*/ 106362 h 3102054"/>
              <a:gd name="connsiteX122" fmla="*/ 6665915 w 12192000"/>
              <a:gd name="connsiteY122" fmla="*/ 125412 h 3102054"/>
              <a:gd name="connsiteX123" fmla="*/ 6707189 w 12192000"/>
              <a:gd name="connsiteY123" fmla="*/ 141287 h 3102054"/>
              <a:gd name="connsiteX124" fmla="*/ 6753226 w 12192000"/>
              <a:gd name="connsiteY124" fmla="*/ 155575 h 3102054"/>
              <a:gd name="connsiteX125" fmla="*/ 6805614 w 12192000"/>
              <a:gd name="connsiteY125" fmla="*/ 166687 h 3102054"/>
              <a:gd name="connsiteX126" fmla="*/ 6865939 w 12192000"/>
              <a:gd name="connsiteY126" fmla="*/ 174625 h 3102054"/>
              <a:gd name="connsiteX127" fmla="*/ 6934201 w 12192000"/>
              <a:gd name="connsiteY127" fmla="*/ 176212 h 3102054"/>
              <a:gd name="connsiteX128" fmla="*/ 7002464 w 12192000"/>
              <a:gd name="connsiteY128" fmla="*/ 174625 h 3102054"/>
              <a:gd name="connsiteX129" fmla="*/ 7062789 w 12192000"/>
              <a:gd name="connsiteY129" fmla="*/ 166687 h 3102054"/>
              <a:gd name="connsiteX130" fmla="*/ 7115176 w 12192000"/>
              <a:gd name="connsiteY130" fmla="*/ 155575 h 3102054"/>
              <a:gd name="connsiteX131" fmla="*/ 7161214 w 12192000"/>
              <a:gd name="connsiteY131" fmla="*/ 141287 h 3102054"/>
              <a:gd name="connsiteX132" fmla="*/ 7202489 w 12192000"/>
              <a:gd name="connsiteY132" fmla="*/ 125412 h 3102054"/>
              <a:gd name="connsiteX133" fmla="*/ 7239001 w 12192000"/>
              <a:gd name="connsiteY133" fmla="*/ 106362 h 3102054"/>
              <a:gd name="connsiteX134" fmla="*/ 7277101 w 12192000"/>
              <a:gd name="connsiteY134" fmla="*/ 87312 h 3102054"/>
              <a:gd name="connsiteX135" fmla="*/ 7315201 w 12192000"/>
              <a:gd name="connsiteY135" fmla="*/ 68262 h 3102054"/>
              <a:gd name="connsiteX136" fmla="*/ 7351714 w 12192000"/>
              <a:gd name="connsiteY136" fmla="*/ 52387 h 3102054"/>
              <a:gd name="connsiteX137" fmla="*/ 7392989 w 12192000"/>
              <a:gd name="connsiteY137" fmla="*/ 36512 h 3102054"/>
              <a:gd name="connsiteX138" fmla="*/ 7439026 w 12192000"/>
              <a:gd name="connsiteY138" fmla="*/ 20637 h 3102054"/>
              <a:gd name="connsiteX139" fmla="*/ 7491414 w 12192000"/>
              <a:gd name="connsiteY139" fmla="*/ 9525 h 3102054"/>
              <a:gd name="connsiteX140" fmla="*/ 7551739 w 12192000"/>
              <a:gd name="connsiteY140" fmla="*/ 3175 h 3102054"/>
              <a:gd name="connsiteX141" fmla="*/ 7620001 w 12192000"/>
              <a:gd name="connsiteY141" fmla="*/ 0 h 3102054"/>
              <a:gd name="connsiteX142" fmla="*/ 7688264 w 12192000"/>
              <a:gd name="connsiteY142" fmla="*/ 3175 h 3102054"/>
              <a:gd name="connsiteX143" fmla="*/ 7748589 w 12192000"/>
              <a:gd name="connsiteY143" fmla="*/ 9525 h 3102054"/>
              <a:gd name="connsiteX144" fmla="*/ 7800976 w 12192000"/>
              <a:gd name="connsiteY144" fmla="*/ 20637 h 3102054"/>
              <a:gd name="connsiteX145" fmla="*/ 7847014 w 12192000"/>
              <a:gd name="connsiteY145" fmla="*/ 36512 h 3102054"/>
              <a:gd name="connsiteX146" fmla="*/ 7888289 w 12192000"/>
              <a:gd name="connsiteY146" fmla="*/ 52387 h 3102054"/>
              <a:gd name="connsiteX147" fmla="*/ 7924801 w 12192000"/>
              <a:gd name="connsiteY147" fmla="*/ 68262 h 3102054"/>
              <a:gd name="connsiteX148" fmla="*/ 7962901 w 12192000"/>
              <a:gd name="connsiteY148" fmla="*/ 87312 h 3102054"/>
              <a:gd name="connsiteX149" fmla="*/ 8001001 w 12192000"/>
              <a:gd name="connsiteY149" fmla="*/ 106362 h 3102054"/>
              <a:gd name="connsiteX150" fmla="*/ 8037514 w 12192000"/>
              <a:gd name="connsiteY150" fmla="*/ 125412 h 3102054"/>
              <a:gd name="connsiteX151" fmla="*/ 8078789 w 12192000"/>
              <a:gd name="connsiteY151" fmla="*/ 141287 h 3102054"/>
              <a:gd name="connsiteX152" fmla="*/ 8124826 w 12192000"/>
              <a:gd name="connsiteY152" fmla="*/ 155575 h 3102054"/>
              <a:gd name="connsiteX153" fmla="*/ 8177214 w 12192000"/>
              <a:gd name="connsiteY153" fmla="*/ 166687 h 3102054"/>
              <a:gd name="connsiteX154" fmla="*/ 8237539 w 12192000"/>
              <a:gd name="connsiteY154" fmla="*/ 174625 h 3102054"/>
              <a:gd name="connsiteX155" fmla="*/ 8305801 w 12192000"/>
              <a:gd name="connsiteY155" fmla="*/ 176212 h 3102054"/>
              <a:gd name="connsiteX156" fmla="*/ 8374064 w 12192000"/>
              <a:gd name="connsiteY156" fmla="*/ 174625 h 3102054"/>
              <a:gd name="connsiteX157" fmla="*/ 8434388 w 12192000"/>
              <a:gd name="connsiteY157" fmla="*/ 166687 h 3102054"/>
              <a:gd name="connsiteX158" fmla="*/ 8486776 w 12192000"/>
              <a:gd name="connsiteY158" fmla="*/ 155575 h 3102054"/>
              <a:gd name="connsiteX159" fmla="*/ 8532814 w 12192000"/>
              <a:gd name="connsiteY159" fmla="*/ 141287 h 3102054"/>
              <a:gd name="connsiteX160" fmla="*/ 8574088 w 12192000"/>
              <a:gd name="connsiteY160" fmla="*/ 125412 h 3102054"/>
              <a:gd name="connsiteX161" fmla="*/ 8610600 w 12192000"/>
              <a:gd name="connsiteY161" fmla="*/ 106362 h 3102054"/>
              <a:gd name="connsiteX162" fmla="*/ 8648700 w 12192000"/>
              <a:gd name="connsiteY162" fmla="*/ 87312 h 3102054"/>
              <a:gd name="connsiteX163" fmla="*/ 8686800 w 12192000"/>
              <a:gd name="connsiteY163" fmla="*/ 68262 h 3102054"/>
              <a:gd name="connsiteX164" fmla="*/ 8723314 w 12192000"/>
              <a:gd name="connsiteY164" fmla="*/ 52387 h 3102054"/>
              <a:gd name="connsiteX165" fmla="*/ 8764588 w 12192000"/>
              <a:gd name="connsiteY165" fmla="*/ 36512 h 3102054"/>
              <a:gd name="connsiteX166" fmla="*/ 8810626 w 12192000"/>
              <a:gd name="connsiteY166" fmla="*/ 20637 h 3102054"/>
              <a:gd name="connsiteX167" fmla="*/ 8863014 w 12192000"/>
              <a:gd name="connsiteY167" fmla="*/ 9525 h 3102054"/>
              <a:gd name="connsiteX168" fmla="*/ 8923338 w 12192000"/>
              <a:gd name="connsiteY168" fmla="*/ 3175 h 3102054"/>
              <a:gd name="connsiteX169" fmla="*/ 8990014 w 12192000"/>
              <a:gd name="connsiteY169" fmla="*/ 0 h 3102054"/>
              <a:gd name="connsiteX170" fmla="*/ 9059864 w 12192000"/>
              <a:gd name="connsiteY170" fmla="*/ 3175 h 3102054"/>
              <a:gd name="connsiteX171" fmla="*/ 9120188 w 12192000"/>
              <a:gd name="connsiteY171" fmla="*/ 9525 h 3102054"/>
              <a:gd name="connsiteX172" fmla="*/ 9172576 w 12192000"/>
              <a:gd name="connsiteY172" fmla="*/ 20637 h 3102054"/>
              <a:gd name="connsiteX173" fmla="*/ 9218614 w 12192000"/>
              <a:gd name="connsiteY173" fmla="*/ 36512 h 3102054"/>
              <a:gd name="connsiteX174" fmla="*/ 9259888 w 12192000"/>
              <a:gd name="connsiteY174" fmla="*/ 52387 h 3102054"/>
              <a:gd name="connsiteX175" fmla="*/ 9296400 w 12192000"/>
              <a:gd name="connsiteY175" fmla="*/ 68262 h 3102054"/>
              <a:gd name="connsiteX176" fmla="*/ 9334500 w 12192000"/>
              <a:gd name="connsiteY176" fmla="*/ 87312 h 3102054"/>
              <a:gd name="connsiteX177" fmla="*/ 9372600 w 12192000"/>
              <a:gd name="connsiteY177" fmla="*/ 106362 h 3102054"/>
              <a:gd name="connsiteX178" fmla="*/ 9409114 w 12192000"/>
              <a:gd name="connsiteY178" fmla="*/ 125412 h 3102054"/>
              <a:gd name="connsiteX179" fmla="*/ 9450388 w 12192000"/>
              <a:gd name="connsiteY179" fmla="*/ 141287 h 3102054"/>
              <a:gd name="connsiteX180" fmla="*/ 9496426 w 12192000"/>
              <a:gd name="connsiteY180" fmla="*/ 155575 h 3102054"/>
              <a:gd name="connsiteX181" fmla="*/ 9548814 w 12192000"/>
              <a:gd name="connsiteY181" fmla="*/ 166687 h 3102054"/>
              <a:gd name="connsiteX182" fmla="*/ 9609138 w 12192000"/>
              <a:gd name="connsiteY182" fmla="*/ 174625 h 3102054"/>
              <a:gd name="connsiteX183" fmla="*/ 9677400 w 12192000"/>
              <a:gd name="connsiteY183" fmla="*/ 176212 h 3102054"/>
              <a:gd name="connsiteX184" fmla="*/ 9745664 w 12192000"/>
              <a:gd name="connsiteY184" fmla="*/ 174625 h 3102054"/>
              <a:gd name="connsiteX185" fmla="*/ 9805988 w 12192000"/>
              <a:gd name="connsiteY185" fmla="*/ 166687 h 3102054"/>
              <a:gd name="connsiteX186" fmla="*/ 9858376 w 12192000"/>
              <a:gd name="connsiteY186" fmla="*/ 155575 h 3102054"/>
              <a:gd name="connsiteX187" fmla="*/ 9904414 w 12192000"/>
              <a:gd name="connsiteY187" fmla="*/ 141287 h 3102054"/>
              <a:gd name="connsiteX188" fmla="*/ 9945688 w 12192000"/>
              <a:gd name="connsiteY188" fmla="*/ 125412 h 3102054"/>
              <a:gd name="connsiteX189" fmla="*/ 9982200 w 12192000"/>
              <a:gd name="connsiteY189" fmla="*/ 106362 h 3102054"/>
              <a:gd name="connsiteX190" fmla="*/ 10058400 w 12192000"/>
              <a:gd name="connsiteY190" fmla="*/ 68262 h 3102054"/>
              <a:gd name="connsiteX191" fmla="*/ 10094914 w 12192000"/>
              <a:gd name="connsiteY191" fmla="*/ 52387 h 3102054"/>
              <a:gd name="connsiteX192" fmla="*/ 10136188 w 12192000"/>
              <a:gd name="connsiteY192" fmla="*/ 36512 h 3102054"/>
              <a:gd name="connsiteX193" fmla="*/ 10182226 w 12192000"/>
              <a:gd name="connsiteY193" fmla="*/ 20637 h 3102054"/>
              <a:gd name="connsiteX194" fmla="*/ 10234614 w 12192000"/>
              <a:gd name="connsiteY194" fmla="*/ 9525 h 3102054"/>
              <a:gd name="connsiteX195" fmla="*/ 10294938 w 12192000"/>
              <a:gd name="connsiteY195" fmla="*/ 3175 h 3102054"/>
              <a:gd name="connsiteX196" fmla="*/ 10363200 w 12192000"/>
              <a:gd name="connsiteY196" fmla="*/ 0 h 3102054"/>
              <a:gd name="connsiteX197" fmla="*/ 10431464 w 12192000"/>
              <a:gd name="connsiteY197" fmla="*/ 3175 h 3102054"/>
              <a:gd name="connsiteX198" fmla="*/ 10491788 w 12192000"/>
              <a:gd name="connsiteY198" fmla="*/ 9525 h 3102054"/>
              <a:gd name="connsiteX199" fmla="*/ 10544176 w 12192000"/>
              <a:gd name="connsiteY199" fmla="*/ 20637 h 3102054"/>
              <a:gd name="connsiteX200" fmla="*/ 10590214 w 12192000"/>
              <a:gd name="connsiteY200" fmla="*/ 36512 h 3102054"/>
              <a:gd name="connsiteX201" fmla="*/ 10631488 w 12192000"/>
              <a:gd name="connsiteY201" fmla="*/ 52387 h 3102054"/>
              <a:gd name="connsiteX202" fmla="*/ 10668000 w 12192000"/>
              <a:gd name="connsiteY202" fmla="*/ 68262 h 3102054"/>
              <a:gd name="connsiteX203" fmla="*/ 10706100 w 12192000"/>
              <a:gd name="connsiteY203" fmla="*/ 87312 h 3102054"/>
              <a:gd name="connsiteX204" fmla="*/ 10744200 w 12192000"/>
              <a:gd name="connsiteY204" fmla="*/ 106362 h 3102054"/>
              <a:gd name="connsiteX205" fmla="*/ 10780714 w 12192000"/>
              <a:gd name="connsiteY205" fmla="*/ 125412 h 3102054"/>
              <a:gd name="connsiteX206" fmla="*/ 10821988 w 12192000"/>
              <a:gd name="connsiteY206" fmla="*/ 141287 h 3102054"/>
              <a:gd name="connsiteX207" fmla="*/ 10868026 w 12192000"/>
              <a:gd name="connsiteY207" fmla="*/ 155575 h 3102054"/>
              <a:gd name="connsiteX208" fmla="*/ 10920414 w 12192000"/>
              <a:gd name="connsiteY208" fmla="*/ 166687 h 3102054"/>
              <a:gd name="connsiteX209" fmla="*/ 10980738 w 12192000"/>
              <a:gd name="connsiteY209" fmla="*/ 174625 h 3102054"/>
              <a:gd name="connsiteX210" fmla="*/ 11049000 w 12192000"/>
              <a:gd name="connsiteY210" fmla="*/ 176212 h 3102054"/>
              <a:gd name="connsiteX211" fmla="*/ 11117264 w 12192000"/>
              <a:gd name="connsiteY211" fmla="*/ 174625 h 3102054"/>
              <a:gd name="connsiteX212" fmla="*/ 11177588 w 12192000"/>
              <a:gd name="connsiteY212" fmla="*/ 166687 h 3102054"/>
              <a:gd name="connsiteX213" fmla="*/ 11229976 w 12192000"/>
              <a:gd name="connsiteY213" fmla="*/ 155575 h 3102054"/>
              <a:gd name="connsiteX214" fmla="*/ 11276014 w 12192000"/>
              <a:gd name="connsiteY214" fmla="*/ 141287 h 3102054"/>
              <a:gd name="connsiteX215" fmla="*/ 11317288 w 12192000"/>
              <a:gd name="connsiteY215" fmla="*/ 125412 h 3102054"/>
              <a:gd name="connsiteX216" fmla="*/ 11353800 w 12192000"/>
              <a:gd name="connsiteY216" fmla="*/ 106362 h 3102054"/>
              <a:gd name="connsiteX217" fmla="*/ 11391900 w 12192000"/>
              <a:gd name="connsiteY217" fmla="*/ 87312 h 3102054"/>
              <a:gd name="connsiteX218" fmla="*/ 11430000 w 12192000"/>
              <a:gd name="connsiteY218" fmla="*/ 68263 h 3102054"/>
              <a:gd name="connsiteX219" fmla="*/ 11466514 w 12192000"/>
              <a:gd name="connsiteY219" fmla="*/ 52388 h 3102054"/>
              <a:gd name="connsiteX220" fmla="*/ 11507788 w 12192000"/>
              <a:gd name="connsiteY220" fmla="*/ 36513 h 3102054"/>
              <a:gd name="connsiteX221" fmla="*/ 11553826 w 12192000"/>
              <a:gd name="connsiteY221" fmla="*/ 20638 h 3102054"/>
              <a:gd name="connsiteX222" fmla="*/ 11606214 w 12192000"/>
              <a:gd name="connsiteY222" fmla="*/ 9525 h 3102054"/>
              <a:gd name="connsiteX223" fmla="*/ 11666538 w 12192000"/>
              <a:gd name="connsiteY223" fmla="*/ 3175 h 3102054"/>
              <a:gd name="connsiteX224" fmla="*/ 11734800 w 12192000"/>
              <a:gd name="connsiteY224" fmla="*/ 0 h 3102054"/>
              <a:gd name="connsiteX225" fmla="*/ 11803064 w 12192000"/>
              <a:gd name="connsiteY225" fmla="*/ 3175 h 3102054"/>
              <a:gd name="connsiteX226" fmla="*/ 11863388 w 12192000"/>
              <a:gd name="connsiteY226" fmla="*/ 9525 h 3102054"/>
              <a:gd name="connsiteX227" fmla="*/ 11915776 w 12192000"/>
              <a:gd name="connsiteY227" fmla="*/ 20638 h 3102054"/>
              <a:gd name="connsiteX228" fmla="*/ 11961814 w 12192000"/>
              <a:gd name="connsiteY228" fmla="*/ 36513 h 3102054"/>
              <a:gd name="connsiteX229" fmla="*/ 12003088 w 12192000"/>
              <a:gd name="connsiteY229" fmla="*/ 52388 h 3102054"/>
              <a:gd name="connsiteX230" fmla="*/ 12039600 w 12192000"/>
              <a:gd name="connsiteY230" fmla="*/ 68263 h 3102054"/>
              <a:gd name="connsiteX231" fmla="*/ 12077700 w 12192000"/>
              <a:gd name="connsiteY231" fmla="*/ 87313 h 3102054"/>
              <a:gd name="connsiteX232" fmla="*/ 12115800 w 12192000"/>
              <a:gd name="connsiteY232" fmla="*/ 106363 h 3102054"/>
              <a:gd name="connsiteX233" fmla="*/ 12152314 w 12192000"/>
              <a:gd name="connsiteY233" fmla="*/ 125413 h 3102054"/>
              <a:gd name="connsiteX234" fmla="*/ 12192000 w 12192000"/>
              <a:gd name="connsiteY234" fmla="*/ 140677 h 3102054"/>
              <a:gd name="connsiteX235" fmla="*/ 12192000 w 12192000"/>
              <a:gd name="connsiteY235" fmla="*/ 885826 h 3102054"/>
              <a:gd name="connsiteX236" fmla="*/ 12191999 w 12192000"/>
              <a:gd name="connsiteY236" fmla="*/ 885826 h 3102054"/>
              <a:gd name="connsiteX237" fmla="*/ 12191999 w 12192000"/>
              <a:gd name="connsiteY237" fmla="*/ 3102054 h 3102054"/>
              <a:gd name="connsiteX238" fmla="*/ 0 w 12192000"/>
              <a:gd name="connsiteY238" fmla="*/ 3102054 h 3102054"/>
              <a:gd name="connsiteX239" fmla="*/ 0 w 12192000"/>
              <a:gd name="connsiteY239" fmla="*/ 638254 h 3102054"/>
              <a:gd name="connsiteX240" fmla="*/ 1 w 12192000"/>
              <a:gd name="connsiteY240" fmla="*/ 638254 h 3102054"/>
              <a:gd name="connsiteX241" fmla="*/ 1 w 12192000"/>
              <a:gd name="connsiteY241" fmla="*/ 176212 h 3102054"/>
              <a:gd name="connsiteX242" fmla="*/ 68264 w 12192000"/>
              <a:gd name="connsiteY242" fmla="*/ 174625 h 3102054"/>
              <a:gd name="connsiteX243" fmla="*/ 128589 w 12192000"/>
              <a:gd name="connsiteY243" fmla="*/ 166687 h 3102054"/>
              <a:gd name="connsiteX244" fmla="*/ 180976 w 12192000"/>
              <a:gd name="connsiteY244" fmla="*/ 155575 h 3102054"/>
              <a:gd name="connsiteX245" fmla="*/ 227014 w 12192000"/>
              <a:gd name="connsiteY245" fmla="*/ 141287 h 3102054"/>
              <a:gd name="connsiteX246" fmla="*/ 268289 w 12192000"/>
              <a:gd name="connsiteY246" fmla="*/ 125412 h 3102054"/>
              <a:gd name="connsiteX247" fmla="*/ 304801 w 12192000"/>
              <a:gd name="connsiteY247" fmla="*/ 106362 h 3102054"/>
              <a:gd name="connsiteX248" fmla="*/ 342901 w 12192000"/>
              <a:gd name="connsiteY248" fmla="*/ 87312 h 3102054"/>
              <a:gd name="connsiteX249" fmla="*/ 381001 w 12192000"/>
              <a:gd name="connsiteY249" fmla="*/ 68262 h 3102054"/>
              <a:gd name="connsiteX250" fmla="*/ 417514 w 12192000"/>
              <a:gd name="connsiteY250" fmla="*/ 52387 h 3102054"/>
              <a:gd name="connsiteX251" fmla="*/ 458789 w 12192000"/>
              <a:gd name="connsiteY251" fmla="*/ 36512 h 3102054"/>
              <a:gd name="connsiteX252" fmla="*/ 504826 w 12192000"/>
              <a:gd name="connsiteY252" fmla="*/ 20637 h 3102054"/>
              <a:gd name="connsiteX253" fmla="*/ 557214 w 12192000"/>
              <a:gd name="connsiteY253" fmla="*/ 9525 h 3102054"/>
              <a:gd name="connsiteX254" fmla="*/ 617539 w 12192000"/>
              <a:gd name="connsiteY254" fmla="*/ 3175 h 3102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2000" h="3102054">
                <a:moveTo>
                  <a:pt x="685801" y="0"/>
                </a:moveTo>
                <a:lnTo>
                  <a:pt x="754064" y="3175"/>
                </a:lnTo>
                <a:lnTo>
                  <a:pt x="814389" y="9525"/>
                </a:lnTo>
                <a:lnTo>
                  <a:pt x="866776" y="20637"/>
                </a:lnTo>
                <a:lnTo>
                  <a:pt x="912814" y="36512"/>
                </a:lnTo>
                <a:lnTo>
                  <a:pt x="954089" y="52387"/>
                </a:lnTo>
                <a:lnTo>
                  <a:pt x="990601" y="68262"/>
                </a:lnTo>
                <a:lnTo>
                  <a:pt x="1028701" y="87312"/>
                </a:lnTo>
                <a:lnTo>
                  <a:pt x="1066801" y="106362"/>
                </a:lnTo>
                <a:lnTo>
                  <a:pt x="1103314" y="125412"/>
                </a:lnTo>
                <a:lnTo>
                  <a:pt x="1144589" y="141287"/>
                </a:lnTo>
                <a:lnTo>
                  <a:pt x="1190626" y="155575"/>
                </a:lnTo>
                <a:lnTo>
                  <a:pt x="1243014" y="166687"/>
                </a:lnTo>
                <a:lnTo>
                  <a:pt x="1303339" y="174625"/>
                </a:lnTo>
                <a:lnTo>
                  <a:pt x="1371601" y="176212"/>
                </a:lnTo>
                <a:lnTo>
                  <a:pt x="1439864" y="174625"/>
                </a:lnTo>
                <a:lnTo>
                  <a:pt x="1500189" y="166687"/>
                </a:lnTo>
                <a:lnTo>
                  <a:pt x="1552576" y="155575"/>
                </a:lnTo>
                <a:lnTo>
                  <a:pt x="1598614" y="141287"/>
                </a:lnTo>
                <a:lnTo>
                  <a:pt x="1639889" y="125412"/>
                </a:lnTo>
                <a:lnTo>
                  <a:pt x="1676401" y="106362"/>
                </a:lnTo>
                <a:lnTo>
                  <a:pt x="1714501" y="87312"/>
                </a:lnTo>
                <a:lnTo>
                  <a:pt x="1752601" y="68262"/>
                </a:lnTo>
                <a:lnTo>
                  <a:pt x="1789114" y="52387"/>
                </a:lnTo>
                <a:lnTo>
                  <a:pt x="1830389" y="36512"/>
                </a:lnTo>
                <a:lnTo>
                  <a:pt x="1876426" y="20637"/>
                </a:lnTo>
                <a:lnTo>
                  <a:pt x="1928814" y="9525"/>
                </a:lnTo>
                <a:lnTo>
                  <a:pt x="1989139" y="3175"/>
                </a:lnTo>
                <a:lnTo>
                  <a:pt x="2057401" y="0"/>
                </a:lnTo>
                <a:lnTo>
                  <a:pt x="2125664" y="3175"/>
                </a:lnTo>
                <a:lnTo>
                  <a:pt x="2185989" y="9525"/>
                </a:lnTo>
                <a:lnTo>
                  <a:pt x="2238376" y="20637"/>
                </a:lnTo>
                <a:lnTo>
                  <a:pt x="2284414" y="36512"/>
                </a:lnTo>
                <a:lnTo>
                  <a:pt x="2325688" y="52387"/>
                </a:lnTo>
                <a:lnTo>
                  <a:pt x="2362201" y="68262"/>
                </a:lnTo>
                <a:lnTo>
                  <a:pt x="2400301" y="87312"/>
                </a:lnTo>
                <a:lnTo>
                  <a:pt x="2438401" y="106362"/>
                </a:lnTo>
                <a:lnTo>
                  <a:pt x="2474913" y="125412"/>
                </a:lnTo>
                <a:lnTo>
                  <a:pt x="2516188" y="141287"/>
                </a:lnTo>
                <a:lnTo>
                  <a:pt x="2562226" y="155575"/>
                </a:lnTo>
                <a:lnTo>
                  <a:pt x="2614614" y="166687"/>
                </a:lnTo>
                <a:lnTo>
                  <a:pt x="2674938" y="174625"/>
                </a:lnTo>
                <a:lnTo>
                  <a:pt x="2743201" y="176212"/>
                </a:lnTo>
                <a:lnTo>
                  <a:pt x="2811464" y="174625"/>
                </a:lnTo>
                <a:lnTo>
                  <a:pt x="2871789" y="166687"/>
                </a:lnTo>
                <a:lnTo>
                  <a:pt x="2924176" y="155575"/>
                </a:lnTo>
                <a:lnTo>
                  <a:pt x="2970214" y="141287"/>
                </a:lnTo>
                <a:lnTo>
                  <a:pt x="3011489" y="125412"/>
                </a:lnTo>
                <a:lnTo>
                  <a:pt x="3048001" y="106362"/>
                </a:lnTo>
                <a:lnTo>
                  <a:pt x="3086101" y="87312"/>
                </a:lnTo>
                <a:lnTo>
                  <a:pt x="3124201" y="68262"/>
                </a:lnTo>
                <a:lnTo>
                  <a:pt x="3160714" y="52387"/>
                </a:lnTo>
                <a:lnTo>
                  <a:pt x="3201989" y="36512"/>
                </a:lnTo>
                <a:lnTo>
                  <a:pt x="3248026" y="20637"/>
                </a:lnTo>
                <a:lnTo>
                  <a:pt x="3300414" y="9525"/>
                </a:lnTo>
                <a:lnTo>
                  <a:pt x="3360739" y="3175"/>
                </a:lnTo>
                <a:lnTo>
                  <a:pt x="3427414" y="0"/>
                </a:lnTo>
                <a:lnTo>
                  <a:pt x="3497264" y="3175"/>
                </a:lnTo>
                <a:lnTo>
                  <a:pt x="3557589" y="9525"/>
                </a:lnTo>
                <a:lnTo>
                  <a:pt x="3609976" y="20637"/>
                </a:lnTo>
                <a:lnTo>
                  <a:pt x="3656014" y="36512"/>
                </a:lnTo>
                <a:lnTo>
                  <a:pt x="3697288" y="52387"/>
                </a:lnTo>
                <a:lnTo>
                  <a:pt x="3733801" y="68262"/>
                </a:lnTo>
                <a:lnTo>
                  <a:pt x="3771901" y="87312"/>
                </a:lnTo>
                <a:lnTo>
                  <a:pt x="3810001" y="106362"/>
                </a:lnTo>
                <a:lnTo>
                  <a:pt x="3846514" y="125412"/>
                </a:lnTo>
                <a:lnTo>
                  <a:pt x="3887789" y="141287"/>
                </a:lnTo>
                <a:lnTo>
                  <a:pt x="3933826" y="155575"/>
                </a:lnTo>
                <a:lnTo>
                  <a:pt x="3986214" y="166687"/>
                </a:lnTo>
                <a:lnTo>
                  <a:pt x="4046539" y="174625"/>
                </a:lnTo>
                <a:lnTo>
                  <a:pt x="4114801" y="176212"/>
                </a:lnTo>
                <a:lnTo>
                  <a:pt x="4183064" y="174625"/>
                </a:lnTo>
                <a:lnTo>
                  <a:pt x="4243388" y="166687"/>
                </a:lnTo>
                <a:lnTo>
                  <a:pt x="4295776" y="155575"/>
                </a:lnTo>
                <a:lnTo>
                  <a:pt x="4341813" y="141287"/>
                </a:lnTo>
                <a:lnTo>
                  <a:pt x="4383088" y="125412"/>
                </a:lnTo>
                <a:lnTo>
                  <a:pt x="4419601" y="106362"/>
                </a:lnTo>
                <a:lnTo>
                  <a:pt x="4495801" y="68262"/>
                </a:lnTo>
                <a:lnTo>
                  <a:pt x="4532314" y="52387"/>
                </a:lnTo>
                <a:lnTo>
                  <a:pt x="4573588" y="36512"/>
                </a:lnTo>
                <a:lnTo>
                  <a:pt x="4619626" y="20637"/>
                </a:lnTo>
                <a:lnTo>
                  <a:pt x="4672013" y="9525"/>
                </a:lnTo>
                <a:lnTo>
                  <a:pt x="4732338" y="3175"/>
                </a:lnTo>
                <a:lnTo>
                  <a:pt x="4800601" y="0"/>
                </a:lnTo>
                <a:lnTo>
                  <a:pt x="4868864" y="3175"/>
                </a:lnTo>
                <a:lnTo>
                  <a:pt x="4929188" y="9525"/>
                </a:lnTo>
                <a:lnTo>
                  <a:pt x="4981576" y="20637"/>
                </a:lnTo>
                <a:lnTo>
                  <a:pt x="5027614" y="36512"/>
                </a:lnTo>
                <a:lnTo>
                  <a:pt x="5068889" y="52387"/>
                </a:lnTo>
                <a:lnTo>
                  <a:pt x="5105402" y="68262"/>
                </a:lnTo>
                <a:lnTo>
                  <a:pt x="5143502" y="87312"/>
                </a:lnTo>
                <a:lnTo>
                  <a:pt x="5181601" y="106362"/>
                </a:lnTo>
                <a:lnTo>
                  <a:pt x="5218115" y="125412"/>
                </a:lnTo>
                <a:lnTo>
                  <a:pt x="5259388" y="141287"/>
                </a:lnTo>
                <a:lnTo>
                  <a:pt x="5305426" y="155575"/>
                </a:lnTo>
                <a:lnTo>
                  <a:pt x="5357813" y="166687"/>
                </a:lnTo>
                <a:lnTo>
                  <a:pt x="5418139" y="174625"/>
                </a:lnTo>
                <a:lnTo>
                  <a:pt x="5486401" y="176212"/>
                </a:lnTo>
                <a:lnTo>
                  <a:pt x="5554663" y="174625"/>
                </a:lnTo>
                <a:lnTo>
                  <a:pt x="5614989" y="166687"/>
                </a:lnTo>
                <a:lnTo>
                  <a:pt x="5667376" y="155575"/>
                </a:lnTo>
                <a:lnTo>
                  <a:pt x="5713414" y="141287"/>
                </a:lnTo>
                <a:lnTo>
                  <a:pt x="5754689" y="125412"/>
                </a:lnTo>
                <a:lnTo>
                  <a:pt x="5791202" y="106362"/>
                </a:lnTo>
                <a:lnTo>
                  <a:pt x="5829302" y="87312"/>
                </a:lnTo>
                <a:lnTo>
                  <a:pt x="5867402" y="68262"/>
                </a:lnTo>
                <a:lnTo>
                  <a:pt x="5903915" y="52387"/>
                </a:lnTo>
                <a:lnTo>
                  <a:pt x="5945189" y="36512"/>
                </a:lnTo>
                <a:lnTo>
                  <a:pt x="5991226" y="20637"/>
                </a:lnTo>
                <a:lnTo>
                  <a:pt x="6043614" y="9525"/>
                </a:lnTo>
                <a:lnTo>
                  <a:pt x="6103939" y="3175"/>
                </a:lnTo>
                <a:lnTo>
                  <a:pt x="6172201" y="0"/>
                </a:lnTo>
                <a:lnTo>
                  <a:pt x="6210301" y="1772"/>
                </a:lnTo>
                <a:lnTo>
                  <a:pt x="6248401" y="0"/>
                </a:lnTo>
                <a:lnTo>
                  <a:pt x="6316664" y="3175"/>
                </a:lnTo>
                <a:lnTo>
                  <a:pt x="6376989" y="9525"/>
                </a:lnTo>
                <a:lnTo>
                  <a:pt x="6429376" y="20637"/>
                </a:lnTo>
                <a:lnTo>
                  <a:pt x="6475414" y="36512"/>
                </a:lnTo>
                <a:lnTo>
                  <a:pt x="6516689" y="52387"/>
                </a:lnTo>
                <a:lnTo>
                  <a:pt x="6553202" y="68262"/>
                </a:lnTo>
                <a:lnTo>
                  <a:pt x="6591302" y="87312"/>
                </a:lnTo>
                <a:lnTo>
                  <a:pt x="6629401" y="106362"/>
                </a:lnTo>
                <a:lnTo>
                  <a:pt x="6665915" y="125412"/>
                </a:lnTo>
                <a:lnTo>
                  <a:pt x="6707189" y="141287"/>
                </a:lnTo>
                <a:lnTo>
                  <a:pt x="6753226" y="155575"/>
                </a:lnTo>
                <a:lnTo>
                  <a:pt x="6805614" y="166687"/>
                </a:lnTo>
                <a:lnTo>
                  <a:pt x="6865939" y="174625"/>
                </a:lnTo>
                <a:lnTo>
                  <a:pt x="6934201" y="176212"/>
                </a:lnTo>
                <a:lnTo>
                  <a:pt x="7002464" y="174625"/>
                </a:lnTo>
                <a:lnTo>
                  <a:pt x="7062789" y="166687"/>
                </a:lnTo>
                <a:lnTo>
                  <a:pt x="7115176" y="155575"/>
                </a:lnTo>
                <a:lnTo>
                  <a:pt x="7161214" y="141287"/>
                </a:lnTo>
                <a:lnTo>
                  <a:pt x="7202489" y="125412"/>
                </a:lnTo>
                <a:lnTo>
                  <a:pt x="7239001" y="106362"/>
                </a:lnTo>
                <a:lnTo>
                  <a:pt x="7277101" y="87312"/>
                </a:lnTo>
                <a:lnTo>
                  <a:pt x="7315201" y="68262"/>
                </a:lnTo>
                <a:lnTo>
                  <a:pt x="7351714" y="52387"/>
                </a:lnTo>
                <a:lnTo>
                  <a:pt x="7392989" y="36512"/>
                </a:lnTo>
                <a:lnTo>
                  <a:pt x="7439026" y="20637"/>
                </a:lnTo>
                <a:lnTo>
                  <a:pt x="7491414" y="9525"/>
                </a:lnTo>
                <a:lnTo>
                  <a:pt x="7551739" y="3175"/>
                </a:lnTo>
                <a:lnTo>
                  <a:pt x="7620001" y="0"/>
                </a:lnTo>
                <a:lnTo>
                  <a:pt x="7688264" y="3175"/>
                </a:lnTo>
                <a:lnTo>
                  <a:pt x="7748589" y="9525"/>
                </a:lnTo>
                <a:lnTo>
                  <a:pt x="7800976" y="20637"/>
                </a:lnTo>
                <a:lnTo>
                  <a:pt x="7847014" y="36512"/>
                </a:lnTo>
                <a:lnTo>
                  <a:pt x="7888289" y="52387"/>
                </a:lnTo>
                <a:lnTo>
                  <a:pt x="7924801" y="68262"/>
                </a:lnTo>
                <a:lnTo>
                  <a:pt x="7962901" y="87312"/>
                </a:lnTo>
                <a:lnTo>
                  <a:pt x="8001001" y="106362"/>
                </a:lnTo>
                <a:lnTo>
                  <a:pt x="8037514" y="125412"/>
                </a:lnTo>
                <a:lnTo>
                  <a:pt x="8078789" y="141287"/>
                </a:lnTo>
                <a:lnTo>
                  <a:pt x="8124826" y="155575"/>
                </a:lnTo>
                <a:lnTo>
                  <a:pt x="8177214" y="166687"/>
                </a:lnTo>
                <a:lnTo>
                  <a:pt x="8237539" y="174625"/>
                </a:lnTo>
                <a:lnTo>
                  <a:pt x="8305801" y="176212"/>
                </a:lnTo>
                <a:lnTo>
                  <a:pt x="8374064" y="174625"/>
                </a:lnTo>
                <a:lnTo>
                  <a:pt x="8434388" y="166687"/>
                </a:lnTo>
                <a:lnTo>
                  <a:pt x="8486776" y="155575"/>
                </a:lnTo>
                <a:lnTo>
                  <a:pt x="8532814" y="141287"/>
                </a:lnTo>
                <a:lnTo>
                  <a:pt x="8574088" y="125412"/>
                </a:lnTo>
                <a:lnTo>
                  <a:pt x="8610600" y="106362"/>
                </a:lnTo>
                <a:lnTo>
                  <a:pt x="8648700" y="87312"/>
                </a:lnTo>
                <a:lnTo>
                  <a:pt x="8686800" y="68262"/>
                </a:lnTo>
                <a:lnTo>
                  <a:pt x="8723314" y="52387"/>
                </a:lnTo>
                <a:lnTo>
                  <a:pt x="8764588" y="36512"/>
                </a:lnTo>
                <a:lnTo>
                  <a:pt x="8810626" y="20637"/>
                </a:lnTo>
                <a:lnTo>
                  <a:pt x="8863014" y="9525"/>
                </a:lnTo>
                <a:lnTo>
                  <a:pt x="8923338" y="3175"/>
                </a:lnTo>
                <a:lnTo>
                  <a:pt x="8990014" y="0"/>
                </a:lnTo>
                <a:lnTo>
                  <a:pt x="9059864" y="3175"/>
                </a:lnTo>
                <a:lnTo>
                  <a:pt x="9120188" y="9525"/>
                </a:lnTo>
                <a:lnTo>
                  <a:pt x="9172576" y="20637"/>
                </a:lnTo>
                <a:lnTo>
                  <a:pt x="9218614" y="36512"/>
                </a:lnTo>
                <a:lnTo>
                  <a:pt x="9259888" y="52387"/>
                </a:lnTo>
                <a:lnTo>
                  <a:pt x="9296400" y="68262"/>
                </a:lnTo>
                <a:lnTo>
                  <a:pt x="9334500" y="87312"/>
                </a:lnTo>
                <a:lnTo>
                  <a:pt x="9372600" y="106362"/>
                </a:lnTo>
                <a:lnTo>
                  <a:pt x="9409114" y="125412"/>
                </a:lnTo>
                <a:lnTo>
                  <a:pt x="9450388" y="141287"/>
                </a:lnTo>
                <a:lnTo>
                  <a:pt x="9496426" y="155575"/>
                </a:lnTo>
                <a:lnTo>
                  <a:pt x="9548814" y="166687"/>
                </a:lnTo>
                <a:lnTo>
                  <a:pt x="9609138" y="174625"/>
                </a:lnTo>
                <a:lnTo>
                  <a:pt x="9677400" y="176212"/>
                </a:lnTo>
                <a:lnTo>
                  <a:pt x="9745664" y="174625"/>
                </a:lnTo>
                <a:lnTo>
                  <a:pt x="9805988" y="166687"/>
                </a:lnTo>
                <a:lnTo>
                  <a:pt x="9858376" y="155575"/>
                </a:lnTo>
                <a:lnTo>
                  <a:pt x="9904414" y="141287"/>
                </a:lnTo>
                <a:lnTo>
                  <a:pt x="9945688" y="125412"/>
                </a:lnTo>
                <a:lnTo>
                  <a:pt x="9982200" y="106362"/>
                </a:lnTo>
                <a:lnTo>
                  <a:pt x="10058400" y="68262"/>
                </a:lnTo>
                <a:lnTo>
                  <a:pt x="10094914" y="52387"/>
                </a:lnTo>
                <a:lnTo>
                  <a:pt x="10136188" y="36512"/>
                </a:lnTo>
                <a:lnTo>
                  <a:pt x="10182226" y="20637"/>
                </a:lnTo>
                <a:lnTo>
                  <a:pt x="10234614" y="9525"/>
                </a:lnTo>
                <a:lnTo>
                  <a:pt x="10294938" y="3175"/>
                </a:lnTo>
                <a:lnTo>
                  <a:pt x="10363200" y="0"/>
                </a:lnTo>
                <a:lnTo>
                  <a:pt x="10431464" y="3175"/>
                </a:lnTo>
                <a:lnTo>
                  <a:pt x="10491788" y="9525"/>
                </a:lnTo>
                <a:lnTo>
                  <a:pt x="10544176" y="20637"/>
                </a:lnTo>
                <a:lnTo>
                  <a:pt x="10590214" y="36512"/>
                </a:lnTo>
                <a:lnTo>
                  <a:pt x="10631488" y="52387"/>
                </a:lnTo>
                <a:lnTo>
                  <a:pt x="10668000" y="68262"/>
                </a:lnTo>
                <a:lnTo>
                  <a:pt x="10706100" y="87312"/>
                </a:lnTo>
                <a:lnTo>
                  <a:pt x="10744200" y="106362"/>
                </a:lnTo>
                <a:lnTo>
                  <a:pt x="10780714" y="125412"/>
                </a:lnTo>
                <a:lnTo>
                  <a:pt x="10821988" y="141287"/>
                </a:lnTo>
                <a:lnTo>
                  <a:pt x="10868026" y="155575"/>
                </a:lnTo>
                <a:lnTo>
                  <a:pt x="10920414" y="166687"/>
                </a:lnTo>
                <a:lnTo>
                  <a:pt x="10980738" y="174625"/>
                </a:lnTo>
                <a:lnTo>
                  <a:pt x="11049000" y="176212"/>
                </a:lnTo>
                <a:lnTo>
                  <a:pt x="11117264" y="174625"/>
                </a:lnTo>
                <a:lnTo>
                  <a:pt x="11177588" y="166687"/>
                </a:lnTo>
                <a:lnTo>
                  <a:pt x="11229976" y="155575"/>
                </a:lnTo>
                <a:lnTo>
                  <a:pt x="11276014" y="141287"/>
                </a:lnTo>
                <a:lnTo>
                  <a:pt x="11317288" y="125412"/>
                </a:lnTo>
                <a:lnTo>
                  <a:pt x="11353800" y="106362"/>
                </a:lnTo>
                <a:lnTo>
                  <a:pt x="11391900" y="87312"/>
                </a:lnTo>
                <a:lnTo>
                  <a:pt x="11430000" y="68263"/>
                </a:lnTo>
                <a:lnTo>
                  <a:pt x="11466514" y="52388"/>
                </a:lnTo>
                <a:lnTo>
                  <a:pt x="11507788" y="36513"/>
                </a:lnTo>
                <a:lnTo>
                  <a:pt x="11553826" y="20638"/>
                </a:lnTo>
                <a:lnTo>
                  <a:pt x="11606214" y="9525"/>
                </a:lnTo>
                <a:lnTo>
                  <a:pt x="11666538" y="3175"/>
                </a:lnTo>
                <a:lnTo>
                  <a:pt x="11734800" y="0"/>
                </a:lnTo>
                <a:lnTo>
                  <a:pt x="11803064" y="3175"/>
                </a:lnTo>
                <a:lnTo>
                  <a:pt x="11863388" y="9525"/>
                </a:lnTo>
                <a:lnTo>
                  <a:pt x="11915776" y="20638"/>
                </a:lnTo>
                <a:lnTo>
                  <a:pt x="11961814" y="36513"/>
                </a:lnTo>
                <a:lnTo>
                  <a:pt x="12003088" y="52388"/>
                </a:lnTo>
                <a:lnTo>
                  <a:pt x="12039600" y="68263"/>
                </a:lnTo>
                <a:lnTo>
                  <a:pt x="12077700" y="87313"/>
                </a:lnTo>
                <a:lnTo>
                  <a:pt x="12115800" y="106363"/>
                </a:lnTo>
                <a:lnTo>
                  <a:pt x="12152314" y="125413"/>
                </a:lnTo>
                <a:lnTo>
                  <a:pt x="12192000" y="140677"/>
                </a:lnTo>
                <a:lnTo>
                  <a:pt x="12192000" y="885826"/>
                </a:lnTo>
                <a:lnTo>
                  <a:pt x="12191999" y="885826"/>
                </a:lnTo>
                <a:lnTo>
                  <a:pt x="12191999" y="3102054"/>
                </a:lnTo>
                <a:lnTo>
                  <a:pt x="0" y="3102054"/>
                </a:lnTo>
                <a:lnTo>
                  <a:pt x="0" y="638254"/>
                </a:lnTo>
                <a:lnTo>
                  <a:pt x="1" y="638254"/>
                </a:lnTo>
                <a:lnTo>
                  <a:pt x="1" y="176212"/>
                </a:lnTo>
                <a:lnTo>
                  <a:pt x="68264" y="174625"/>
                </a:lnTo>
                <a:lnTo>
                  <a:pt x="128589" y="166687"/>
                </a:lnTo>
                <a:lnTo>
                  <a:pt x="180976" y="155575"/>
                </a:lnTo>
                <a:lnTo>
                  <a:pt x="227014" y="141287"/>
                </a:lnTo>
                <a:lnTo>
                  <a:pt x="268289" y="125412"/>
                </a:lnTo>
                <a:lnTo>
                  <a:pt x="304801" y="106362"/>
                </a:lnTo>
                <a:lnTo>
                  <a:pt x="342901" y="87312"/>
                </a:lnTo>
                <a:lnTo>
                  <a:pt x="381001" y="68262"/>
                </a:lnTo>
                <a:lnTo>
                  <a:pt x="417514" y="52387"/>
                </a:lnTo>
                <a:lnTo>
                  <a:pt x="458789" y="36512"/>
                </a:lnTo>
                <a:lnTo>
                  <a:pt x="504826" y="20637"/>
                </a:lnTo>
                <a:lnTo>
                  <a:pt x="557214" y="9525"/>
                </a:lnTo>
                <a:lnTo>
                  <a:pt x="617539" y="3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72D95D4-1013-B93F-F027-7A4E94647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76" y="4292599"/>
            <a:ext cx="8011248" cy="146577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/>
            <a:r>
              <a:rPr lang="en-US" sz="5200" spc="800">
                <a:solidFill>
                  <a:schemeClr val="bg1"/>
                </a:solidFill>
              </a:rPr>
              <a:t>Il lavoro su git</a:t>
            </a:r>
          </a:p>
        </p:txBody>
      </p:sp>
      <p:pic>
        <p:nvPicPr>
          <p:cNvPr id="13" name="Immagine 12" descr="Immagine che contiene testo, schermata, software, Icona del computer&#10;&#10;Il contenuto generato dall'IA potrebbe non essere corretto.">
            <a:extLst>
              <a:ext uri="{FF2B5EF4-FFF2-40B4-BE49-F238E27FC236}">
                <a16:creationId xmlns:a16="http://schemas.microsoft.com/office/drawing/2014/main" id="{0A7C25DC-EA8B-E42A-2B93-4C6E63741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20" y="124116"/>
            <a:ext cx="8098757" cy="660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463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B15884-3459-2596-A588-8C324870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552A77-703D-D917-A9FB-516BA11B1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7" y="246313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 dirty="0"/>
              <a:t>Software Life Cycle</a:t>
            </a:r>
          </a:p>
        </p:txBody>
      </p:sp>
      <p:sp>
        <p:nvSpPr>
          <p:cNvPr id="29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23" name="CasellaDiTesto 3">
            <a:extLst>
              <a:ext uri="{FF2B5EF4-FFF2-40B4-BE49-F238E27FC236}">
                <a16:creationId xmlns:a16="http://schemas.microsoft.com/office/drawing/2014/main" id="{4C47CEAC-3065-5851-48FA-E2BC70DEB2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839869"/>
              </p:ext>
            </p:extLst>
          </p:nvPr>
        </p:nvGraphicFramePr>
        <p:xfrm>
          <a:off x="938212" y="2683329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904A3D0-A36F-14B6-2F73-D0E517930A6D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Modello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agile</a:t>
            </a:r>
          </a:p>
        </p:txBody>
      </p:sp>
    </p:spTree>
    <p:extLst>
      <p:ext uri="{BB962C8B-B14F-4D97-AF65-F5344CB8AC3E}">
        <p14:creationId xmlns:p14="http://schemas.microsoft.com/office/powerpoint/2010/main" val="1121292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680D4D6-B06E-4316-8BBC-7A65A10AC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1153287"/>
            <a:ext cx="2677924" cy="45514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/>
            <a:r>
              <a:rPr lang="en-US" sz="2800" spc="200"/>
              <a:t>Software Life Cycle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72A37F-0C2F-473C-9D71-B80AEE71B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7847" y="1962397"/>
            <a:ext cx="0" cy="2933206"/>
          </a:xfrm>
          <a:prstGeom prst="line">
            <a:avLst/>
          </a:prstGeom>
          <a:ln w="22225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22ED6A8-E30F-2D59-4902-1234FF39F3FA}"/>
              </a:ext>
            </a:extLst>
          </p:cNvPr>
          <p:cNvSpPr txBox="1"/>
          <p:nvPr/>
        </p:nvSpPr>
        <p:spPr>
          <a:xfrm>
            <a:off x="3732023" y="1153287"/>
            <a:ext cx="4840477" cy="45514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 dirty="0" err="1"/>
              <a:t>Approccio</a:t>
            </a:r>
            <a:r>
              <a:rPr lang="en-US" b="1" dirty="0"/>
              <a:t> </a:t>
            </a:r>
            <a:r>
              <a:rPr lang="en-US" b="1" dirty="0" err="1"/>
              <a:t>iniziale</a:t>
            </a:r>
            <a:r>
              <a:rPr lang="en-US" b="1" dirty="0"/>
              <a:t> – Scrum / Lavoro </a:t>
            </a:r>
            <a:r>
              <a:rPr lang="en-US" b="1" dirty="0" err="1"/>
              <a:t>incrementale</a:t>
            </a:r>
            <a:endParaRPr lang="en-US" b="1" dirty="0"/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Suddivisione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del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progetto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in milestone e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progetti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Implementazione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per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funzionalità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progressive</a:t>
            </a:r>
          </a:p>
          <a:p>
            <a:pPr marL="285750" indent="-228600" defTabSz="914400">
              <a:lnSpc>
                <a:spcPct val="2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Testing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progressivo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ad ogni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incremento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016ABB-4F5D-4BFA-9406-7CD61399B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0264" y="1964267"/>
            <a:ext cx="643467" cy="9143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FD3410-9FDF-7099-D356-EF2343E7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680D4D6-B06E-4316-8BBC-7A65A10AC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603CF5-BC6C-3606-C218-FCFB20AC2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7" y="1153287"/>
            <a:ext cx="2677924" cy="45514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/>
            <a:r>
              <a:rPr lang="en-US" sz="2800" spc="200"/>
              <a:t>Software Life Cycle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72A37F-0C2F-473C-9D71-B80AEE71B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7847" y="1962397"/>
            <a:ext cx="0" cy="2933206"/>
          </a:xfrm>
          <a:prstGeom prst="line">
            <a:avLst/>
          </a:prstGeom>
          <a:ln w="22225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403F14D-B1F9-D75C-3DAF-D6628BA1535A}"/>
              </a:ext>
            </a:extLst>
          </p:cNvPr>
          <p:cNvSpPr txBox="1"/>
          <p:nvPr/>
        </p:nvSpPr>
        <p:spPr>
          <a:xfrm>
            <a:off x="3820918" y="809906"/>
            <a:ext cx="4840477" cy="30476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 dirty="0"/>
              <a:t>Fase finale – </a:t>
            </a:r>
            <a:r>
              <a:rPr lang="en-US" b="1" dirty="0" err="1"/>
              <a:t>Tendenza</a:t>
            </a:r>
            <a:r>
              <a:rPr lang="en-US" b="1" dirty="0"/>
              <a:t> al </a:t>
            </a:r>
            <a:r>
              <a:rPr lang="en-US" b="1" dirty="0" err="1"/>
              <a:t>modello</a:t>
            </a:r>
            <a:r>
              <a:rPr lang="en-US" b="1" dirty="0"/>
              <a:t> a </a:t>
            </a:r>
            <a:r>
              <a:rPr lang="en-US" b="1" dirty="0" err="1"/>
              <a:t>cascata</a:t>
            </a:r>
            <a:endParaRPr lang="en-US" b="1" dirty="0"/>
          </a:p>
          <a:p>
            <a:pPr marL="285750" indent="-228600" defTabSz="914400"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Perdita di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controllo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 lo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sviluppo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dei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moduli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sulla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gestione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dei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csv</a:t>
            </a:r>
          </a:p>
          <a:p>
            <a:pPr marL="285750" indent="-228600" defTabSz="914400"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Gestione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ciclo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cascata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Pericoloso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Poco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pratico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Necessario</a:t>
            </a:r>
            <a:r>
              <a:rPr lang="en-US" sz="1400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per la </a:t>
            </a:r>
            <a:r>
              <a:rPr lang="en-US" sz="1400" b="1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situazione</a:t>
            </a:r>
            <a:endParaRPr lang="en-US" sz="1400" b="1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016ABB-4F5D-4BFA-9406-7CD61399B6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0264" y="1964267"/>
            <a:ext cx="643467" cy="9143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CF51C6-157E-8F98-39A2-7ED63E3A15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434" r="10746"/>
          <a:stretch>
            <a:fillRect/>
          </a:stretch>
        </p:blipFill>
        <p:spPr>
          <a:xfrm>
            <a:off x="4528458" y="3985056"/>
            <a:ext cx="3428999" cy="197456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02440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87D9197-4A85-4276-8FC4-67873E207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Freeform 10">
            <a:extLst>
              <a:ext uri="{FF2B5EF4-FFF2-40B4-BE49-F238E27FC236}">
                <a16:creationId xmlns:a16="http://schemas.microsoft.com/office/drawing/2014/main" id="{01B5B487-A1DE-47E1-B06D-F13BBCCA7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5676900" cy="6858000"/>
          </a:xfrm>
          <a:custGeom>
            <a:avLst/>
            <a:gdLst>
              <a:gd name="connsiteX0" fmla="*/ 0 w 7569200"/>
              <a:gd name="connsiteY0" fmla="*/ 0 h 6858000"/>
              <a:gd name="connsiteX1" fmla="*/ 7389812 w 7569200"/>
              <a:gd name="connsiteY1" fmla="*/ 0 h 6858000"/>
              <a:gd name="connsiteX2" fmla="*/ 7394575 w 7569200"/>
              <a:gd name="connsiteY2" fmla="*/ 66675 h 6858000"/>
              <a:gd name="connsiteX3" fmla="*/ 7402512 w 7569200"/>
              <a:gd name="connsiteY3" fmla="*/ 122237 h 6858000"/>
              <a:gd name="connsiteX4" fmla="*/ 7412037 w 7569200"/>
              <a:gd name="connsiteY4" fmla="*/ 174625 h 6858000"/>
              <a:gd name="connsiteX5" fmla="*/ 7427912 w 7569200"/>
              <a:gd name="connsiteY5" fmla="*/ 217487 h 6858000"/>
              <a:gd name="connsiteX6" fmla="*/ 7443787 w 7569200"/>
              <a:gd name="connsiteY6" fmla="*/ 260350 h 6858000"/>
              <a:gd name="connsiteX7" fmla="*/ 7462837 w 7569200"/>
              <a:gd name="connsiteY7" fmla="*/ 296862 h 6858000"/>
              <a:gd name="connsiteX8" fmla="*/ 7481887 w 7569200"/>
              <a:gd name="connsiteY8" fmla="*/ 334962 h 6858000"/>
              <a:gd name="connsiteX9" fmla="*/ 7499350 w 7569200"/>
              <a:gd name="connsiteY9" fmla="*/ 369887 h 6858000"/>
              <a:gd name="connsiteX10" fmla="*/ 7516812 w 7569200"/>
              <a:gd name="connsiteY10" fmla="*/ 409575 h 6858000"/>
              <a:gd name="connsiteX11" fmla="*/ 7532687 w 7569200"/>
              <a:gd name="connsiteY11" fmla="*/ 450850 h 6858000"/>
              <a:gd name="connsiteX12" fmla="*/ 7546975 w 7569200"/>
              <a:gd name="connsiteY12" fmla="*/ 496887 h 6858000"/>
              <a:gd name="connsiteX13" fmla="*/ 7558087 w 7569200"/>
              <a:gd name="connsiteY13" fmla="*/ 546100 h 6858000"/>
              <a:gd name="connsiteX14" fmla="*/ 7566025 w 7569200"/>
              <a:gd name="connsiteY14" fmla="*/ 606425 h 6858000"/>
              <a:gd name="connsiteX15" fmla="*/ 7569200 w 7569200"/>
              <a:gd name="connsiteY15" fmla="*/ 673100 h 6858000"/>
              <a:gd name="connsiteX16" fmla="*/ 7566025 w 7569200"/>
              <a:gd name="connsiteY16" fmla="*/ 744537 h 6858000"/>
              <a:gd name="connsiteX17" fmla="*/ 7558087 w 7569200"/>
              <a:gd name="connsiteY17" fmla="*/ 801687 h 6858000"/>
              <a:gd name="connsiteX18" fmla="*/ 7546975 w 7569200"/>
              <a:gd name="connsiteY18" fmla="*/ 854075 h 6858000"/>
              <a:gd name="connsiteX19" fmla="*/ 7532687 w 7569200"/>
              <a:gd name="connsiteY19" fmla="*/ 901700 h 6858000"/>
              <a:gd name="connsiteX20" fmla="*/ 7516812 w 7569200"/>
              <a:gd name="connsiteY20" fmla="*/ 942975 h 6858000"/>
              <a:gd name="connsiteX21" fmla="*/ 7497762 w 7569200"/>
              <a:gd name="connsiteY21" fmla="*/ 981075 h 6858000"/>
              <a:gd name="connsiteX22" fmla="*/ 7478712 w 7569200"/>
              <a:gd name="connsiteY22" fmla="*/ 1017587 h 6858000"/>
              <a:gd name="connsiteX23" fmla="*/ 7459662 w 7569200"/>
              <a:gd name="connsiteY23" fmla="*/ 1055687 h 6858000"/>
              <a:gd name="connsiteX24" fmla="*/ 7442200 w 7569200"/>
              <a:gd name="connsiteY24" fmla="*/ 1095375 h 6858000"/>
              <a:gd name="connsiteX25" fmla="*/ 7424737 w 7569200"/>
              <a:gd name="connsiteY25" fmla="*/ 1136650 h 6858000"/>
              <a:gd name="connsiteX26" fmla="*/ 7410450 w 7569200"/>
              <a:gd name="connsiteY26" fmla="*/ 1182687 h 6858000"/>
              <a:gd name="connsiteX27" fmla="*/ 7400925 w 7569200"/>
              <a:gd name="connsiteY27" fmla="*/ 1235075 h 6858000"/>
              <a:gd name="connsiteX28" fmla="*/ 7391400 w 7569200"/>
              <a:gd name="connsiteY28" fmla="*/ 1295400 h 6858000"/>
              <a:gd name="connsiteX29" fmla="*/ 7389812 w 7569200"/>
              <a:gd name="connsiteY29" fmla="*/ 1363662 h 6858000"/>
              <a:gd name="connsiteX30" fmla="*/ 7391400 w 7569200"/>
              <a:gd name="connsiteY30" fmla="*/ 1431925 h 6858000"/>
              <a:gd name="connsiteX31" fmla="*/ 7400925 w 7569200"/>
              <a:gd name="connsiteY31" fmla="*/ 1492250 h 6858000"/>
              <a:gd name="connsiteX32" fmla="*/ 7410450 w 7569200"/>
              <a:gd name="connsiteY32" fmla="*/ 1544637 h 6858000"/>
              <a:gd name="connsiteX33" fmla="*/ 7424737 w 7569200"/>
              <a:gd name="connsiteY33" fmla="*/ 1589087 h 6858000"/>
              <a:gd name="connsiteX34" fmla="*/ 7442200 w 7569200"/>
              <a:gd name="connsiteY34" fmla="*/ 1631950 h 6858000"/>
              <a:gd name="connsiteX35" fmla="*/ 7459662 w 7569200"/>
              <a:gd name="connsiteY35" fmla="*/ 1671637 h 6858000"/>
              <a:gd name="connsiteX36" fmla="*/ 7478712 w 7569200"/>
              <a:gd name="connsiteY36" fmla="*/ 1708150 h 6858000"/>
              <a:gd name="connsiteX37" fmla="*/ 7497762 w 7569200"/>
              <a:gd name="connsiteY37" fmla="*/ 1743075 h 6858000"/>
              <a:gd name="connsiteX38" fmla="*/ 7516812 w 7569200"/>
              <a:gd name="connsiteY38" fmla="*/ 1782762 h 6858000"/>
              <a:gd name="connsiteX39" fmla="*/ 7532687 w 7569200"/>
              <a:gd name="connsiteY39" fmla="*/ 1824037 h 6858000"/>
              <a:gd name="connsiteX40" fmla="*/ 7546975 w 7569200"/>
              <a:gd name="connsiteY40" fmla="*/ 1870075 h 6858000"/>
              <a:gd name="connsiteX41" fmla="*/ 7558087 w 7569200"/>
              <a:gd name="connsiteY41" fmla="*/ 1922462 h 6858000"/>
              <a:gd name="connsiteX42" fmla="*/ 7566025 w 7569200"/>
              <a:gd name="connsiteY42" fmla="*/ 1982787 h 6858000"/>
              <a:gd name="connsiteX43" fmla="*/ 7569200 w 7569200"/>
              <a:gd name="connsiteY43" fmla="*/ 2051050 h 6858000"/>
              <a:gd name="connsiteX44" fmla="*/ 7566025 w 7569200"/>
              <a:gd name="connsiteY44" fmla="*/ 2119312 h 6858000"/>
              <a:gd name="connsiteX45" fmla="*/ 7558087 w 7569200"/>
              <a:gd name="connsiteY45" fmla="*/ 2179637 h 6858000"/>
              <a:gd name="connsiteX46" fmla="*/ 7546975 w 7569200"/>
              <a:gd name="connsiteY46" fmla="*/ 2232025 h 6858000"/>
              <a:gd name="connsiteX47" fmla="*/ 7532687 w 7569200"/>
              <a:gd name="connsiteY47" fmla="*/ 2278062 h 6858000"/>
              <a:gd name="connsiteX48" fmla="*/ 7516812 w 7569200"/>
              <a:gd name="connsiteY48" fmla="*/ 2319337 h 6858000"/>
              <a:gd name="connsiteX49" fmla="*/ 7497762 w 7569200"/>
              <a:gd name="connsiteY49" fmla="*/ 2359025 h 6858000"/>
              <a:gd name="connsiteX50" fmla="*/ 7478712 w 7569200"/>
              <a:gd name="connsiteY50" fmla="*/ 2395537 h 6858000"/>
              <a:gd name="connsiteX51" fmla="*/ 7459662 w 7569200"/>
              <a:gd name="connsiteY51" fmla="*/ 2433637 h 6858000"/>
              <a:gd name="connsiteX52" fmla="*/ 7442200 w 7569200"/>
              <a:gd name="connsiteY52" fmla="*/ 2471737 h 6858000"/>
              <a:gd name="connsiteX53" fmla="*/ 7424737 w 7569200"/>
              <a:gd name="connsiteY53" fmla="*/ 2513012 h 6858000"/>
              <a:gd name="connsiteX54" fmla="*/ 7410450 w 7569200"/>
              <a:gd name="connsiteY54" fmla="*/ 2560637 h 6858000"/>
              <a:gd name="connsiteX55" fmla="*/ 7400925 w 7569200"/>
              <a:gd name="connsiteY55" fmla="*/ 2613025 h 6858000"/>
              <a:gd name="connsiteX56" fmla="*/ 7391400 w 7569200"/>
              <a:gd name="connsiteY56" fmla="*/ 2671762 h 6858000"/>
              <a:gd name="connsiteX57" fmla="*/ 7389812 w 7569200"/>
              <a:gd name="connsiteY57" fmla="*/ 2741612 h 6858000"/>
              <a:gd name="connsiteX58" fmla="*/ 7391400 w 7569200"/>
              <a:gd name="connsiteY58" fmla="*/ 2809875 h 6858000"/>
              <a:gd name="connsiteX59" fmla="*/ 7400925 w 7569200"/>
              <a:gd name="connsiteY59" fmla="*/ 2868612 h 6858000"/>
              <a:gd name="connsiteX60" fmla="*/ 7410450 w 7569200"/>
              <a:gd name="connsiteY60" fmla="*/ 2922587 h 6858000"/>
              <a:gd name="connsiteX61" fmla="*/ 7424737 w 7569200"/>
              <a:gd name="connsiteY61" fmla="*/ 2967037 h 6858000"/>
              <a:gd name="connsiteX62" fmla="*/ 7442200 w 7569200"/>
              <a:gd name="connsiteY62" fmla="*/ 3009900 h 6858000"/>
              <a:gd name="connsiteX63" fmla="*/ 7459662 w 7569200"/>
              <a:gd name="connsiteY63" fmla="*/ 3046412 h 6858000"/>
              <a:gd name="connsiteX64" fmla="*/ 7478712 w 7569200"/>
              <a:gd name="connsiteY64" fmla="*/ 3084512 h 6858000"/>
              <a:gd name="connsiteX65" fmla="*/ 7497762 w 7569200"/>
              <a:gd name="connsiteY65" fmla="*/ 3121025 h 6858000"/>
              <a:gd name="connsiteX66" fmla="*/ 7516812 w 7569200"/>
              <a:gd name="connsiteY66" fmla="*/ 3160712 h 6858000"/>
              <a:gd name="connsiteX67" fmla="*/ 7532687 w 7569200"/>
              <a:gd name="connsiteY67" fmla="*/ 3201987 h 6858000"/>
              <a:gd name="connsiteX68" fmla="*/ 7546975 w 7569200"/>
              <a:gd name="connsiteY68" fmla="*/ 3248025 h 6858000"/>
              <a:gd name="connsiteX69" fmla="*/ 7558087 w 7569200"/>
              <a:gd name="connsiteY69" fmla="*/ 3300412 h 6858000"/>
              <a:gd name="connsiteX70" fmla="*/ 7566025 w 7569200"/>
              <a:gd name="connsiteY70" fmla="*/ 3360737 h 6858000"/>
              <a:gd name="connsiteX71" fmla="*/ 7569200 w 7569200"/>
              <a:gd name="connsiteY71" fmla="*/ 3427412 h 6858000"/>
              <a:gd name="connsiteX72" fmla="*/ 7566025 w 7569200"/>
              <a:gd name="connsiteY72" fmla="*/ 3497262 h 6858000"/>
              <a:gd name="connsiteX73" fmla="*/ 7558087 w 7569200"/>
              <a:gd name="connsiteY73" fmla="*/ 3557587 h 6858000"/>
              <a:gd name="connsiteX74" fmla="*/ 7546975 w 7569200"/>
              <a:gd name="connsiteY74" fmla="*/ 3609975 h 6858000"/>
              <a:gd name="connsiteX75" fmla="*/ 7532687 w 7569200"/>
              <a:gd name="connsiteY75" fmla="*/ 3656012 h 6858000"/>
              <a:gd name="connsiteX76" fmla="*/ 7516812 w 7569200"/>
              <a:gd name="connsiteY76" fmla="*/ 3697287 h 6858000"/>
              <a:gd name="connsiteX77" fmla="*/ 7497762 w 7569200"/>
              <a:gd name="connsiteY77" fmla="*/ 3736975 h 6858000"/>
              <a:gd name="connsiteX78" fmla="*/ 7459662 w 7569200"/>
              <a:gd name="connsiteY78" fmla="*/ 3811587 h 6858000"/>
              <a:gd name="connsiteX79" fmla="*/ 7442200 w 7569200"/>
              <a:gd name="connsiteY79" fmla="*/ 3848100 h 6858000"/>
              <a:gd name="connsiteX80" fmla="*/ 7424737 w 7569200"/>
              <a:gd name="connsiteY80" fmla="*/ 3890962 h 6858000"/>
              <a:gd name="connsiteX81" fmla="*/ 7410450 w 7569200"/>
              <a:gd name="connsiteY81" fmla="*/ 3935412 h 6858000"/>
              <a:gd name="connsiteX82" fmla="*/ 7400925 w 7569200"/>
              <a:gd name="connsiteY82" fmla="*/ 3987800 h 6858000"/>
              <a:gd name="connsiteX83" fmla="*/ 7391400 w 7569200"/>
              <a:gd name="connsiteY83" fmla="*/ 4048125 h 6858000"/>
              <a:gd name="connsiteX84" fmla="*/ 7389812 w 7569200"/>
              <a:gd name="connsiteY84" fmla="*/ 4116387 h 6858000"/>
              <a:gd name="connsiteX85" fmla="*/ 7391400 w 7569200"/>
              <a:gd name="connsiteY85" fmla="*/ 4186237 h 6858000"/>
              <a:gd name="connsiteX86" fmla="*/ 7400925 w 7569200"/>
              <a:gd name="connsiteY86" fmla="*/ 4244975 h 6858000"/>
              <a:gd name="connsiteX87" fmla="*/ 7410450 w 7569200"/>
              <a:gd name="connsiteY87" fmla="*/ 4297362 h 6858000"/>
              <a:gd name="connsiteX88" fmla="*/ 7424737 w 7569200"/>
              <a:gd name="connsiteY88" fmla="*/ 4343400 h 6858000"/>
              <a:gd name="connsiteX89" fmla="*/ 7442200 w 7569200"/>
              <a:gd name="connsiteY89" fmla="*/ 4386262 h 6858000"/>
              <a:gd name="connsiteX90" fmla="*/ 7459662 w 7569200"/>
              <a:gd name="connsiteY90" fmla="*/ 4424362 h 6858000"/>
              <a:gd name="connsiteX91" fmla="*/ 7497762 w 7569200"/>
              <a:gd name="connsiteY91" fmla="*/ 4498975 h 6858000"/>
              <a:gd name="connsiteX92" fmla="*/ 7516812 w 7569200"/>
              <a:gd name="connsiteY92" fmla="*/ 4537075 h 6858000"/>
              <a:gd name="connsiteX93" fmla="*/ 7532687 w 7569200"/>
              <a:gd name="connsiteY93" fmla="*/ 4579937 h 6858000"/>
              <a:gd name="connsiteX94" fmla="*/ 7546975 w 7569200"/>
              <a:gd name="connsiteY94" fmla="*/ 4625975 h 6858000"/>
              <a:gd name="connsiteX95" fmla="*/ 7558087 w 7569200"/>
              <a:gd name="connsiteY95" fmla="*/ 4678362 h 6858000"/>
              <a:gd name="connsiteX96" fmla="*/ 7566025 w 7569200"/>
              <a:gd name="connsiteY96" fmla="*/ 4738687 h 6858000"/>
              <a:gd name="connsiteX97" fmla="*/ 7569200 w 7569200"/>
              <a:gd name="connsiteY97" fmla="*/ 4806950 h 6858000"/>
              <a:gd name="connsiteX98" fmla="*/ 7566025 w 7569200"/>
              <a:gd name="connsiteY98" fmla="*/ 4875212 h 6858000"/>
              <a:gd name="connsiteX99" fmla="*/ 7558087 w 7569200"/>
              <a:gd name="connsiteY99" fmla="*/ 4935537 h 6858000"/>
              <a:gd name="connsiteX100" fmla="*/ 7546975 w 7569200"/>
              <a:gd name="connsiteY100" fmla="*/ 4987925 h 6858000"/>
              <a:gd name="connsiteX101" fmla="*/ 7532687 w 7569200"/>
              <a:gd name="connsiteY101" fmla="*/ 5033962 h 6858000"/>
              <a:gd name="connsiteX102" fmla="*/ 7516812 w 7569200"/>
              <a:gd name="connsiteY102" fmla="*/ 5075237 h 6858000"/>
              <a:gd name="connsiteX103" fmla="*/ 7497762 w 7569200"/>
              <a:gd name="connsiteY103" fmla="*/ 5114925 h 6858000"/>
              <a:gd name="connsiteX104" fmla="*/ 7478712 w 7569200"/>
              <a:gd name="connsiteY104" fmla="*/ 5149850 h 6858000"/>
              <a:gd name="connsiteX105" fmla="*/ 7459662 w 7569200"/>
              <a:gd name="connsiteY105" fmla="*/ 5186362 h 6858000"/>
              <a:gd name="connsiteX106" fmla="*/ 7442200 w 7569200"/>
              <a:gd name="connsiteY106" fmla="*/ 5226050 h 6858000"/>
              <a:gd name="connsiteX107" fmla="*/ 7424737 w 7569200"/>
              <a:gd name="connsiteY107" fmla="*/ 5268912 h 6858000"/>
              <a:gd name="connsiteX108" fmla="*/ 7410450 w 7569200"/>
              <a:gd name="connsiteY108" fmla="*/ 5313362 h 6858000"/>
              <a:gd name="connsiteX109" fmla="*/ 7400925 w 7569200"/>
              <a:gd name="connsiteY109" fmla="*/ 5365750 h 6858000"/>
              <a:gd name="connsiteX110" fmla="*/ 7391400 w 7569200"/>
              <a:gd name="connsiteY110" fmla="*/ 5426075 h 6858000"/>
              <a:gd name="connsiteX111" fmla="*/ 7389812 w 7569200"/>
              <a:gd name="connsiteY111" fmla="*/ 5494337 h 6858000"/>
              <a:gd name="connsiteX112" fmla="*/ 7391400 w 7569200"/>
              <a:gd name="connsiteY112" fmla="*/ 5562600 h 6858000"/>
              <a:gd name="connsiteX113" fmla="*/ 7400925 w 7569200"/>
              <a:gd name="connsiteY113" fmla="*/ 5622925 h 6858000"/>
              <a:gd name="connsiteX114" fmla="*/ 7410450 w 7569200"/>
              <a:gd name="connsiteY114" fmla="*/ 5675312 h 6858000"/>
              <a:gd name="connsiteX115" fmla="*/ 7424737 w 7569200"/>
              <a:gd name="connsiteY115" fmla="*/ 5721350 h 6858000"/>
              <a:gd name="connsiteX116" fmla="*/ 7442200 w 7569200"/>
              <a:gd name="connsiteY116" fmla="*/ 5762625 h 6858000"/>
              <a:gd name="connsiteX117" fmla="*/ 7459662 w 7569200"/>
              <a:gd name="connsiteY117" fmla="*/ 5802312 h 6858000"/>
              <a:gd name="connsiteX118" fmla="*/ 7478712 w 7569200"/>
              <a:gd name="connsiteY118" fmla="*/ 5840412 h 6858000"/>
              <a:gd name="connsiteX119" fmla="*/ 7497762 w 7569200"/>
              <a:gd name="connsiteY119" fmla="*/ 5876925 h 6858000"/>
              <a:gd name="connsiteX120" fmla="*/ 7516812 w 7569200"/>
              <a:gd name="connsiteY120" fmla="*/ 5915025 h 6858000"/>
              <a:gd name="connsiteX121" fmla="*/ 7532687 w 7569200"/>
              <a:gd name="connsiteY121" fmla="*/ 5956300 h 6858000"/>
              <a:gd name="connsiteX122" fmla="*/ 7546975 w 7569200"/>
              <a:gd name="connsiteY122" fmla="*/ 6003925 h 6858000"/>
              <a:gd name="connsiteX123" fmla="*/ 7558087 w 7569200"/>
              <a:gd name="connsiteY123" fmla="*/ 6056312 h 6858000"/>
              <a:gd name="connsiteX124" fmla="*/ 7566025 w 7569200"/>
              <a:gd name="connsiteY124" fmla="*/ 6113462 h 6858000"/>
              <a:gd name="connsiteX125" fmla="*/ 7569200 w 7569200"/>
              <a:gd name="connsiteY125" fmla="*/ 6183312 h 6858000"/>
              <a:gd name="connsiteX126" fmla="*/ 7566025 w 7569200"/>
              <a:gd name="connsiteY126" fmla="*/ 6251575 h 6858000"/>
              <a:gd name="connsiteX127" fmla="*/ 7558087 w 7569200"/>
              <a:gd name="connsiteY127" fmla="*/ 6311900 h 6858000"/>
              <a:gd name="connsiteX128" fmla="*/ 7546975 w 7569200"/>
              <a:gd name="connsiteY128" fmla="*/ 6361112 h 6858000"/>
              <a:gd name="connsiteX129" fmla="*/ 7532687 w 7569200"/>
              <a:gd name="connsiteY129" fmla="*/ 6407150 h 6858000"/>
              <a:gd name="connsiteX130" fmla="*/ 7516812 w 7569200"/>
              <a:gd name="connsiteY130" fmla="*/ 6448425 h 6858000"/>
              <a:gd name="connsiteX131" fmla="*/ 7499350 w 7569200"/>
              <a:gd name="connsiteY131" fmla="*/ 6488112 h 6858000"/>
              <a:gd name="connsiteX132" fmla="*/ 7481887 w 7569200"/>
              <a:gd name="connsiteY132" fmla="*/ 6523037 h 6858000"/>
              <a:gd name="connsiteX133" fmla="*/ 7462837 w 7569200"/>
              <a:gd name="connsiteY133" fmla="*/ 6561137 h 6858000"/>
              <a:gd name="connsiteX134" fmla="*/ 7443787 w 7569200"/>
              <a:gd name="connsiteY134" fmla="*/ 6597650 h 6858000"/>
              <a:gd name="connsiteX135" fmla="*/ 7427912 w 7569200"/>
              <a:gd name="connsiteY135" fmla="*/ 6640512 h 6858000"/>
              <a:gd name="connsiteX136" fmla="*/ 7412037 w 7569200"/>
              <a:gd name="connsiteY136" fmla="*/ 6683375 h 6858000"/>
              <a:gd name="connsiteX137" fmla="*/ 7402512 w 7569200"/>
              <a:gd name="connsiteY137" fmla="*/ 6735762 h 6858000"/>
              <a:gd name="connsiteX138" fmla="*/ 7394575 w 7569200"/>
              <a:gd name="connsiteY138" fmla="*/ 6791325 h 6858000"/>
              <a:gd name="connsiteX139" fmla="*/ 7389812 w 7569200"/>
              <a:gd name="connsiteY139" fmla="*/ 6858000 h 6858000"/>
              <a:gd name="connsiteX140" fmla="*/ 0 w 7569200"/>
              <a:gd name="connsiteY140" fmla="*/ 6858000 h 6858000"/>
              <a:gd name="connsiteX141" fmla="*/ 0 w 7569200"/>
              <a:gd name="connsiteY14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7569200" h="6858000">
                <a:moveTo>
                  <a:pt x="0" y="0"/>
                </a:moveTo>
                <a:lnTo>
                  <a:pt x="7389812" y="0"/>
                </a:lnTo>
                <a:lnTo>
                  <a:pt x="7394575" y="66675"/>
                </a:lnTo>
                <a:lnTo>
                  <a:pt x="7402512" y="122237"/>
                </a:lnTo>
                <a:lnTo>
                  <a:pt x="7412037" y="174625"/>
                </a:lnTo>
                <a:lnTo>
                  <a:pt x="7427912" y="217487"/>
                </a:lnTo>
                <a:lnTo>
                  <a:pt x="7443787" y="260350"/>
                </a:lnTo>
                <a:lnTo>
                  <a:pt x="7462837" y="296862"/>
                </a:lnTo>
                <a:lnTo>
                  <a:pt x="7481887" y="334962"/>
                </a:lnTo>
                <a:lnTo>
                  <a:pt x="7499350" y="369887"/>
                </a:lnTo>
                <a:lnTo>
                  <a:pt x="7516812" y="409575"/>
                </a:lnTo>
                <a:lnTo>
                  <a:pt x="7532687" y="450850"/>
                </a:lnTo>
                <a:lnTo>
                  <a:pt x="7546975" y="496887"/>
                </a:lnTo>
                <a:lnTo>
                  <a:pt x="7558087" y="546100"/>
                </a:lnTo>
                <a:lnTo>
                  <a:pt x="7566025" y="606425"/>
                </a:lnTo>
                <a:lnTo>
                  <a:pt x="7569200" y="673100"/>
                </a:lnTo>
                <a:lnTo>
                  <a:pt x="7566025" y="744537"/>
                </a:lnTo>
                <a:lnTo>
                  <a:pt x="7558087" y="801687"/>
                </a:lnTo>
                <a:lnTo>
                  <a:pt x="7546975" y="854075"/>
                </a:lnTo>
                <a:lnTo>
                  <a:pt x="7532687" y="901700"/>
                </a:lnTo>
                <a:lnTo>
                  <a:pt x="7516812" y="942975"/>
                </a:lnTo>
                <a:lnTo>
                  <a:pt x="7497762" y="981075"/>
                </a:lnTo>
                <a:lnTo>
                  <a:pt x="7478712" y="1017587"/>
                </a:lnTo>
                <a:lnTo>
                  <a:pt x="7459662" y="1055687"/>
                </a:lnTo>
                <a:lnTo>
                  <a:pt x="7442200" y="1095375"/>
                </a:lnTo>
                <a:lnTo>
                  <a:pt x="7424737" y="1136650"/>
                </a:lnTo>
                <a:lnTo>
                  <a:pt x="7410450" y="1182687"/>
                </a:lnTo>
                <a:lnTo>
                  <a:pt x="7400925" y="1235075"/>
                </a:lnTo>
                <a:lnTo>
                  <a:pt x="7391400" y="1295400"/>
                </a:lnTo>
                <a:lnTo>
                  <a:pt x="7389812" y="1363662"/>
                </a:lnTo>
                <a:lnTo>
                  <a:pt x="7391400" y="1431925"/>
                </a:lnTo>
                <a:lnTo>
                  <a:pt x="7400925" y="1492250"/>
                </a:lnTo>
                <a:lnTo>
                  <a:pt x="7410450" y="1544637"/>
                </a:lnTo>
                <a:lnTo>
                  <a:pt x="7424737" y="1589087"/>
                </a:lnTo>
                <a:lnTo>
                  <a:pt x="7442200" y="1631950"/>
                </a:lnTo>
                <a:lnTo>
                  <a:pt x="7459662" y="1671637"/>
                </a:lnTo>
                <a:lnTo>
                  <a:pt x="7478712" y="1708150"/>
                </a:lnTo>
                <a:lnTo>
                  <a:pt x="7497762" y="1743075"/>
                </a:lnTo>
                <a:lnTo>
                  <a:pt x="7516812" y="1782762"/>
                </a:lnTo>
                <a:lnTo>
                  <a:pt x="7532687" y="1824037"/>
                </a:lnTo>
                <a:lnTo>
                  <a:pt x="7546975" y="1870075"/>
                </a:lnTo>
                <a:lnTo>
                  <a:pt x="7558087" y="1922462"/>
                </a:lnTo>
                <a:lnTo>
                  <a:pt x="7566025" y="1982787"/>
                </a:lnTo>
                <a:lnTo>
                  <a:pt x="7569200" y="2051050"/>
                </a:lnTo>
                <a:lnTo>
                  <a:pt x="7566025" y="2119312"/>
                </a:lnTo>
                <a:lnTo>
                  <a:pt x="7558087" y="2179637"/>
                </a:lnTo>
                <a:lnTo>
                  <a:pt x="7546975" y="2232025"/>
                </a:lnTo>
                <a:lnTo>
                  <a:pt x="7532687" y="2278062"/>
                </a:lnTo>
                <a:lnTo>
                  <a:pt x="7516812" y="2319337"/>
                </a:lnTo>
                <a:lnTo>
                  <a:pt x="7497762" y="2359025"/>
                </a:lnTo>
                <a:lnTo>
                  <a:pt x="7478712" y="2395537"/>
                </a:lnTo>
                <a:lnTo>
                  <a:pt x="7459662" y="2433637"/>
                </a:lnTo>
                <a:lnTo>
                  <a:pt x="7442200" y="2471737"/>
                </a:lnTo>
                <a:lnTo>
                  <a:pt x="7424737" y="2513012"/>
                </a:lnTo>
                <a:lnTo>
                  <a:pt x="7410450" y="2560637"/>
                </a:lnTo>
                <a:lnTo>
                  <a:pt x="7400925" y="2613025"/>
                </a:lnTo>
                <a:lnTo>
                  <a:pt x="7391400" y="2671762"/>
                </a:lnTo>
                <a:lnTo>
                  <a:pt x="7389812" y="2741612"/>
                </a:lnTo>
                <a:lnTo>
                  <a:pt x="7391400" y="2809875"/>
                </a:lnTo>
                <a:lnTo>
                  <a:pt x="7400925" y="2868612"/>
                </a:lnTo>
                <a:lnTo>
                  <a:pt x="7410450" y="2922587"/>
                </a:lnTo>
                <a:lnTo>
                  <a:pt x="7424737" y="2967037"/>
                </a:lnTo>
                <a:lnTo>
                  <a:pt x="7442200" y="3009900"/>
                </a:lnTo>
                <a:lnTo>
                  <a:pt x="7459662" y="3046412"/>
                </a:lnTo>
                <a:lnTo>
                  <a:pt x="7478712" y="3084512"/>
                </a:lnTo>
                <a:lnTo>
                  <a:pt x="7497762" y="3121025"/>
                </a:lnTo>
                <a:lnTo>
                  <a:pt x="7516812" y="3160712"/>
                </a:lnTo>
                <a:lnTo>
                  <a:pt x="7532687" y="3201987"/>
                </a:lnTo>
                <a:lnTo>
                  <a:pt x="7546975" y="3248025"/>
                </a:lnTo>
                <a:lnTo>
                  <a:pt x="7558087" y="3300412"/>
                </a:lnTo>
                <a:lnTo>
                  <a:pt x="7566025" y="3360737"/>
                </a:lnTo>
                <a:lnTo>
                  <a:pt x="7569200" y="3427412"/>
                </a:lnTo>
                <a:lnTo>
                  <a:pt x="7566025" y="3497262"/>
                </a:lnTo>
                <a:lnTo>
                  <a:pt x="7558087" y="3557587"/>
                </a:lnTo>
                <a:lnTo>
                  <a:pt x="7546975" y="3609975"/>
                </a:lnTo>
                <a:lnTo>
                  <a:pt x="7532687" y="3656012"/>
                </a:lnTo>
                <a:lnTo>
                  <a:pt x="7516812" y="3697287"/>
                </a:lnTo>
                <a:lnTo>
                  <a:pt x="7497762" y="3736975"/>
                </a:lnTo>
                <a:lnTo>
                  <a:pt x="7459662" y="3811587"/>
                </a:lnTo>
                <a:lnTo>
                  <a:pt x="7442200" y="3848100"/>
                </a:lnTo>
                <a:lnTo>
                  <a:pt x="7424737" y="3890962"/>
                </a:lnTo>
                <a:lnTo>
                  <a:pt x="7410450" y="3935412"/>
                </a:lnTo>
                <a:lnTo>
                  <a:pt x="7400925" y="3987800"/>
                </a:lnTo>
                <a:lnTo>
                  <a:pt x="7391400" y="4048125"/>
                </a:lnTo>
                <a:lnTo>
                  <a:pt x="7389812" y="4116387"/>
                </a:lnTo>
                <a:lnTo>
                  <a:pt x="7391400" y="4186237"/>
                </a:lnTo>
                <a:lnTo>
                  <a:pt x="7400925" y="4244975"/>
                </a:lnTo>
                <a:lnTo>
                  <a:pt x="7410450" y="4297362"/>
                </a:lnTo>
                <a:lnTo>
                  <a:pt x="7424737" y="4343400"/>
                </a:lnTo>
                <a:lnTo>
                  <a:pt x="7442200" y="4386262"/>
                </a:lnTo>
                <a:lnTo>
                  <a:pt x="7459662" y="4424362"/>
                </a:lnTo>
                <a:lnTo>
                  <a:pt x="7497762" y="4498975"/>
                </a:lnTo>
                <a:lnTo>
                  <a:pt x="7516812" y="4537075"/>
                </a:lnTo>
                <a:lnTo>
                  <a:pt x="7532687" y="4579937"/>
                </a:lnTo>
                <a:lnTo>
                  <a:pt x="7546975" y="4625975"/>
                </a:lnTo>
                <a:lnTo>
                  <a:pt x="7558087" y="4678362"/>
                </a:lnTo>
                <a:lnTo>
                  <a:pt x="7566025" y="4738687"/>
                </a:lnTo>
                <a:lnTo>
                  <a:pt x="7569200" y="4806950"/>
                </a:lnTo>
                <a:lnTo>
                  <a:pt x="7566025" y="4875212"/>
                </a:lnTo>
                <a:lnTo>
                  <a:pt x="7558087" y="4935537"/>
                </a:lnTo>
                <a:lnTo>
                  <a:pt x="7546975" y="4987925"/>
                </a:lnTo>
                <a:lnTo>
                  <a:pt x="7532687" y="5033962"/>
                </a:lnTo>
                <a:lnTo>
                  <a:pt x="7516812" y="5075237"/>
                </a:lnTo>
                <a:lnTo>
                  <a:pt x="7497762" y="5114925"/>
                </a:lnTo>
                <a:lnTo>
                  <a:pt x="7478712" y="5149850"/>
                </a:lnTo>
                <a:lnTo>
                  <a:pt x="7459662" y="5186362"/>
                </a:lnTo>
                <a:lnTo>
                  <a:pt x="7442200" y="5226050"/>
                </a:lnTo>
                <a:lnTo>
                  <a:pt x="7424737" y="5268912"/>
                </a:lnTo>
                <a:lnTo>
                  <a:pt x="7410450" y="5313362"/>
                </a:lnTo>
                <a:lnTo>
                  <a:pt x="7400925" y="5365750"/>
                </a:lnTo>
                <a:lnTo>
                  <a:pt x="7391400" y="5426075"/>
                </a:lnTo>
                <a:lnTo>
                  <a:pt x="7389812" y="5494337"/>
                </a:lnTo>
                <a:lnTo>
                  <a:pt x="7391400" y="5562600"/>
                </a:lnTo>
                <a:lnTo>
                  <a:pt x="7400925" y="5622925"/>
                </a:lnTo>
                <a:lnTo>
                  <a:pt x="7410450" y="5675312"/>
                </a:lnTo>
                <a:lnTo>
                  <a:pt x="7424737" y="5721350"/>
                </a:lnTo>
                <a:lnTo>
                  <a:pt x="7442200" y="5762625"/>
                </a:lnTo>
                <a:lnTo>
                  <a:pt x="7459662" y="5802312"/>
                </a:lnTo>
                <a:lnTo>
                  <a:pt x="7478712" y="5840412"/>
                </a:lnTo>
                <a:lnTo>
                  <a:pt x="7497762" y="5876925"/>
                </a:lnTo>
                <a:lnTo>
                  <a:pt x="7516812" y="5915025"/>
                </a:lnTo>
                <a:lnTo>
                  <a:pt x="7532687" y="5956300"/>
                </a:lnTo>
                <a:lnTo>
                  <a:pt x="7546975" y="6003925"/>
                </a:lnTo>
                <a:lnTo>
                  <a:pt x="7558087" y="6056312"/>
                </a:lnTo>
                <a:lnTo>
                  <a:pt x="7566025" y="6113462"/>
                </a:lnTo>
                <a:lnTo>
                  <a:pt x="7569200" y="6183312"/>
                </a:lnTo>
                <a:lnTo>
                  <a:pt x="7566025" y="6251575"/>
                </a:lnTo>
                <a:lnTo>
                  <a:pt x="7558087" y="6311900"/>
                </a:lnTo>
                <a:lnTo>
                  <a:pt x="7546975" y="6361112"/>
                </a:lnTo>
                <a:lnTo>
                  <a:pt x="7532687" y="6407150"/>
                </a:lnTo>
                <a:lnTo>
                  <a:pt x="7516812" y="6448425"/>
                </a:lnTo>
                <a:lnTo>
                  <a:pt x="7499350" y="6488112"/>
                </a:lnTo>
                <a:lnTo>
                  <a:pt x="7481887" y="6523037"/>
                </a:lnTo>
                <a:lnTo>
                  <a:pt x="7462837" y="6561137"/>
                </a:lnTo>
                <a:lnTo>
                  <a:pt x="7443787" y="6597650"/>
                </a:lnTo>
                <a:lnTo>
                  <a:pt x="7427912" y="6640512"/>
                </a:lnTo>
                <a:lnTo>
                  <a:pt x="7412037" y="6683375"/>
                </a:lnTo>
                <a:lnTo>
                  <a:pt x="7402512" y="6735762"/>
                </a:lnTo>
                <a:lnTo>
                  <a:pt x="7394575" y="6791325"/>
                </a:lnTo>
                <a:lnTo>
                  <a:pt x="7389812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608" y="484631"/>
            <a:ext cx="4755389" cy="1638469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/>
            <a:r>
              <a:rPr lang="en-US" spc="200"/>
              <a:t>Requisiti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E45AF6B-4F42-45F1-A22C-AF0FCA898F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E420F26-B129-1D88-9256-79B2088D4DC9}"/>
              </a:ext>
            </a:extLst>
          </p:cNvPr>
          <p:cNvSpPr txBox="1"/>
          <p:nvPr/>
        </p:nvSpPr>
        <p:spPr>
          <a:xfrm>
            <a:off x="573788" y="2443140"/>
            <a:ext cx="4729732" cy="3930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b="1">
                <a:solidFill>
                  <a:srgbClr val="000000"/>
                </a:solidFill>
              </a:rPr>
              <a:t>Dove sono documentati</a:t>
            </a:r>
          </a:p>
          <a:p>
            <a:pPr marL="285750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SRC.md</a:t>
            </a:r>
          </a:p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>
                <a:solidFill>
                  <a:srgbClr val="000000"/>
                </a:solidFill>
              </a:rPr>
              <a:t>Requisiti funzionali e non funzionali sono stati specificati nella documentazione.</a:t>
            </a:r>
          </a:p>
        </p:txBody>
      </p:sp>
      <p:pic>
        <p:nvPicPr>
          <p:cNvPr id="11" name="Immagine 10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0F41FD35-2C9E-DD88-BD56-063D0A7A97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6464"/>
          <a:stretch>
            <a:fillRect/>
          </a:stretch>
        </p:blipFill>
        <p:spPr>
          <a:xfrm>
            <a:off x="4238113" y="242422"/>
            <a:ext cx="4519443" cy="26427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F3E7842C-06E2-7BDB-7FA0-88FDD5DF6E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218"/>
          <a:stretch>
            <a:fillRect/>
          </a:stretch>
        </p:blipFill>
        <p:spPr>
          <a:xfrm>
            <a:off x="4238113" y="3862380"/>
            <a:ext cx="4415094" cy="26863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t>Architettura</a:t>
            </a:r>
            <a:endParaRPr lang="it-IT"/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3FBBD7CB-267C-E17A-71CA-B67FB5DFB8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8630841"/>
              </p:ext>
            </p:extLst>
          </p:nvPr>
        </p:nvGraphicFramePr>
        <p:xfrm>
          <a:off x="1288529" y="3171012"/>
          <a:ext cx="6566942" cy="3001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985FA0FF-EC0F-8533-53DD-9070D736CDB3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B82BE-5FDA-B355-527C-6C54D017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762CEE18-CD33-5682-913B-29D4ED340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101B738-9640-1CAA-48EB-509DD8B26BB1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4AD8339D-F043-2CDB-4E5C-E348EB072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93A09DC-78BD-231D-52B6-E4BD139A6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6CAFB73-14CA-297A-0BDF-3425C76BD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8431930A-9F2F-3A62-0FE8-8E4A34D044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9FF6EE95-4CEF-91DA-E0B5-D89E3431C1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DA99001F-9E3A-E9E3-282E-5CAE38E43672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06E298E3-3171-AE2C-B312-3ABEBA5589BD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10494753-160C-0B9F-F3A3-31FA60C85390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E677F00B-6742-1132-014C-EBBA454E311D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0C12ACC8-1DF7-1DF9-693A-53F2D55A2405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B8415AC8-E1EA-85B0-08E0-0A532CEC0939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2F680262-D4E5-CEEE-236B-9DDFE58C0903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75E55417-CCA2-FFAD-76E4-886AAD305EE1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829AA9EF-93F2-A11C-0182-7B0064B32843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19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8354D-F196-BF20-700D-201597F90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397F1E2-DE40-B66B-887A-A43B76DD4EC4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72BD6B64-EEE2-681A-FBF2-0DEF3CE7A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4552E0F1-2BA8-1F76-202A-2F3D82AF8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AB217699-6C92-6C23-D65D-48DDF3B06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533C667-B085-C51D-A954-252CAB4278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4D15C988-ED2E-8C1B-DE9A-7E9D9003E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4B5C4CE3-1FFD-4E62-68B2-5DADF15C4E8E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74417AEB-B866-2F47-A6DB-1ABC1BD63B39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A7FC6CC7-6E1B-6988-5145-AF710A8A6CEC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32D9E250-BA87-E0FD-B12B-C1225886AADF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8D1CD083-9C3C-5C8A-06D8-52414E65FDA1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DEC5F4F5-792B-202D-EEFC-A873C5B0EFA8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597AC153-FFF3-C8E5-E5A5-E5B886BB7F62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D05EA03B-C33A-9F26-F96A-85C0A9F2EA75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E8CDC19D-D794-902E-5E6C-31736063933F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magine 2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1261514-4C76-2494-FBA1-85909FB380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874" y="961680"/>
            <a:ext cx="7878274" cy="49346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56336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A30C28-28CB-8310-1DD1-60C954ABC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AAAE83F-6978-C427-A241-420FF90E7798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238B3282-A190-B2BE-D140-A149A30D4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7A667F6-9C9E-FDEA-AD5F-FFA21C6F0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9DA6EBDF-A92E-6D22-BF08-350A07D632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4C4C536-DE0A-DACE-1577-85797185A6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</p:spPr>
      </p:pic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DC8A2694-DA6E-084E-F2C6-25433DEBD3B4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F181BF78-30F3-5BF2-7186-5C6A1C8B8181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0714A8D4-3BE8-949F-D4B4-3DB15FA8DE9B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475B19C8-AB32-2A5A-4B93-8F91D92A1AFC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A0CA047F-26A1-F65B-35E5-30B1A0D3BF8A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25BF707D-257F-B398-568B-EFD68C787BE8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A707ADDB-589C-0FB0-C0D2-DFF77C04A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428" y="2422891"/>
            <a:ext cx="8666429" cy="165363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65225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E24E4D-C20A-F6F5-7F43-67EB7EBC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F3988DC1-C32E-6FA4-FAD5-8D372AF9B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E11EF19-800C-2FCD-0D0C-4D00E8534096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F2E243B3-0006-7449-AE97-26EB568DD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62B13F35-D958-961C-AFD4-3E22EB302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DF99855-43A6-A7C9-D8C9-7FB99F686C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C0F75450-3877-64BA-F0BF-BE6E8E7785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</p:spPr>
      </p:pic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A7E46444-3829-A0E4-E5B1-06E75875D969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B6B859C9-BCD3-50E7-B0C8-94662C2DC1BC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BDAF9F2A-5ED7-D2ED-A389-9D3F4F62FD25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5DA1A6A5-C035-AE6E-FC5C-98B4754EF01F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C5240C52-C537-0DDC-D161-BC530E613338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6803DF96-3514-E8B5-C69F-762FC4E0F549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5CC96632-7D02-D4A7-BB00-8B33100F5C86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10206DA-DC9E-8C4D-313F-A712DB0F07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1557" y="691820"/>
            <a:ext cx="5779003" cy="44046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D9DEB74-20D5-1730-8BBA-F35BB72355DE}"/>
              </a:ext>
            </a:extLst>
          </p:cNvPr>
          <p:cNvSpPr/>
          <p:nvPr/>
        </p:nvSpPr>
        <p:spPr>
          <a:xfrm>
            <a:off x="2008804" y="1019793"/>
            <a:ext cx="5373639" cy="1288373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4BE6016D-FFE4-DF3E-B91A-8CCF4B67D4A9}"/>
              </a:ext>
            </a:extLst>
          </p:cNvPr>
          <p:cNvSpPr/>
          <p:nvPr/>
        </p:nvSpPr>
        <p:spPr>
          <a:xfrm>
            <a:off x="2008803" y="2335185"/>
            <a:ext cx="5373639" cy="1288373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85585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E4794A-FC3E-2C31-A941-36F6779E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804C5603-47CE-A7E4-6C30-B3B1D88CD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A28B43-CB66-2E95-1214-1A67615A1795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2D6A149C-E3B3-E09F-9C3C-C769D714B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7" y="4710717"/>
            <a:ext cx="1841660" cy="1874076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D063FBC2-5821-49EC-2410-B739A772F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28FEE0F-23DC-7E1A-5DB0-25E78F0DB5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77D4B391-0744-2A05-F020-99B5FEA72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E7586AA1-1CED-C76C-21F6-6CE48325CD0C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curvo 25">
            <a:extLst>
              <a:ext uri="{FF2B5EF4-FFF2-40B4-BE49-F238E27FC236}">
                <a16:creationId xmlns:a16="http://schemas.microsoft.com/office/drawing/2014/main" id="{4092B500-FF8C-0E89-BA2A-8478BDB12D88}"/>
              </a:ext>
            </a:extLst>
          </p:cNvPr>
          <p:cNvCxnSpPr>
            <a:stCxn id="18" idx="3"/>
            <a:endCxn id="7" idx="3"/>
          </p:cNvCxnSpPr>
          <p:nvPr/>
        </p:nvCxnSpPr>
        <p:spPr>
          <a:xfrm rot="5400000">
            <a:off x="7847709" y="4802465"/>
            <a:ext cx="1102498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6D24583D-92AF-83B5-61DA-D3ADA4659127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27F98902-4564-951A-AD5C-4986543D00EE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3C9555B7-758A-0ECA-4E8A-CE3F7FBC30B1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CD659CB9-A70F-D67D-4D34-BC897B96B4A0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curvo 44">
            <a:extLst>
              <a:ext uri="{FF2B5EF4-FFF2-40B4-BE49-F238E27FC236}">
                <a16:creationId xmlns:a16="http://schemas.microsoft.com/office/drawing/2014/main" id="{0D13769D-37E8-05CF-8CD0-A838D7663515}"/>
              </a:ext>
            </a:extLst>
          </p:cNvPr>
          <p:cNvCxnSpPr>
            <a:stCxn id="39" idx="3"/>
            <a:endCxn id="7" idx="1"/>
          </p:cNvCxnSpPr>
          <p:nvPr/>
        </p:nvCxnSpPr>
        <p:spPr>
          <a:xfrm>
            <a:off x="3784597" y="5052835"/>
            <a:ext cx="2478660" cy="59492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B42527F6-CAB0-36A1-D68F-099789359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86981" y="633349"/>
            <a:ext cx="5624742" cy="48791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AF88EA67-D27C-1AB4-7BB6-90231A386989}"/>
              </a:ext>
            </a:extLst>
          </p:cNvPr>
          <p:cNvSpPr/>
          <p:nvPr/>
        </p:nvSpPr>
        <p:spPr>
          <a:xfrm>
            <a:off x="2275114" y="1063211"/>
            <a:ext cx="5014686" cy="1548102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3152149-3AC4-D659-DA01-8C3871E581BC}"/>
              </a:ext>
            </a:extLst>
          </p:cNvPr>
          <p:cNvSpPr/>
          <p:nvPr/>
        </p:nvSpPr>
        <p:spPr>
          <a:xfrm>
            <a:off x="2274024" y="2648965"/>
            <a:ext cx="5014686" cy="1575878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98948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DD912A-970B-3B85-0089-C63504FE5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magine 45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610132D4-DA08-B5D7-EA50-C4D9EF030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564" y="3785054"/>
            <a:ext cx="2641452" cy="165450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5A250C0-656D-79A1-15A2-CC43E32C561A}"/>
              </a:ext>
            </a:extLst>
          </p:cNvPr>
          <p:cNvSpPr txBox="1">
            <a:spLocks/>
          </p:cNvSpPr>
          <p:nvPr/>
        </p:nvSpPr>
        <p:spPr>
          <a:xfrm>
            <a:off x="802140" y="-499358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data base</a:t>
            </a:r>
          </a:p>
        </p:txBody>
      </p:sp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29E6DD2F-BA67-71A5-9E03-3CD78683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58" y="2780511"/>
            <a:ext cx="1839348" cy="1595546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04A5FF5B-E3B9-AB31-FA3C-89ED8CDE8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257" y="1048243"/>
            <a:ext cx="1841660" cy="1403691"/>
          </a:xfrm>
          <a:prstGeom prst="rect">
            <a:avLst/>
          </a:prstGeom>
        </p:spPr>
      </p:pic>
      <p:pic>
        <p:nvPicPr>
          <p:cNvPr id="16" name="Immagine 15" descr="Immagine che contiene testo, documen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F3D3659A-7AD5-E8BA-415E-12AE94967D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9521" y="816034"/>
            <a:ext cx="3362547" cy="5524500"/>
          </a:xfrm>
          <a:prstGeom prst="rect">
            <a:avLst/>
          </a:prstGeom>
        </p:spPr>
      </p:pic>
      <p:pic>
        <p:nvPicPr>
          <p:cNvPr id="18" name="Immagine 17" descr="Immagine che contiene testo, Carattere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C7D2183A-09E5-F3AD-491D-E313ADA575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7726026" y="3393777"/>
            <a:ext cx="1933945" cy="369014"/>
          </a:xfrm>
          <a:prstGeom prst="rect">
            <a:avLst/>
          </a:prstGeom>
        </p:spPr>
      </p:pic>
      <p:cxnSp>
        <p:nvCxnSpPr>
          <p:cNvPr id="24" name="Connettore curvo 23">
            <a:extLst>
              <a:ext uri="{FF2B5EF4-FFF2-40B4-BE49-F238E27FC236}">
                <a16:creationId xmlns:a16="http://schemas.microsoft.com/office/drawing/2014/main" id="{D7594FA6-7A48-B23D-3C57-7F0F9E4859D5}"/>
              </a:ext>
            </a:extLst>
          </p:cNvPr>
          <p:cNvCxnSpPr>
            <a:stCxn id="18" idx="1"/>
            <a:endCxn id="14" idx="3"/>
          </p:cNvCxnSpPr>
          <p:nvPr/>
        </p:nvCxnSpPr>
        <p:spPr>
          <a:xfrm rot="16200000" flipV="1">
            <a:off x="7968347" y="1886660"/>
            <a:ext cx="861223" cy="588082"/>
          </a:xfrm>
          <a:prstGeom prst="curved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6BED6E3-BA6D-A7C0-9469-8D2768215525}"/>
              </a:ext>
            </a:extLst>
          </p:cNvPr>
          <p:cNvCxnSpPr>
            <a:stCxn id="18" idx="2"/>
            <a:endCxn id="11" idx="3"/>
          </p:cNvCxnSpPr>
          <p:nvPr/>
        </p:nvCxnSpPr>
        <p:spPr>
          <a:xfrm flipH="1" flipV="1">
            <a:off x="8102606" y="3578284"/>
            <a:ext cx="405886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ttangolo con angoli arrotondati 30">
            <a:extLst>
              <a:ext uri="{FF2B5EF4-FFF2-40B4-BE49-F238E27FC236}">
                <a16:creationId xmlns:a16="http://schemas.microsoft.com/office/drawing/2014/main" id="{0C3A1089-B0BB-BFD9-CBD4-A857BBEB0B28}"/>
              </a:ext>
            </a:extLst>
          </p:cNvPr>
          <p:cNvSpPr/>
          <p:nvPr/>
        </p:nvSpPr>
        <p:spPr>
          <a:xfrm>
            <a:off x="1781628" y="3785054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Rettangolo con angoli arrotondati 37">
            <a:extLst>
              <a:ext uri="{FF2B5EF4-FFF2-40B4-BE49-F238E27FC236}">
                <a16:creationId xmlns:a16="http://schemas.microsoft.com/office/drawing/2014/main" id="{1525050D-7784-CBE2-1EDC-6B539220CB6F}"/>
              </a:ext>
            </a:extLst>
          </p:cNvPr>
          <p:cNvSpPr/>
          <p:nvPr/>
        </p:nvSpPr>
        <p:spPr>
          <a:xfrm>
            <a:off x="1781627" y="4291936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Rettangolo con angoli arrotondati 38">
            <a:extLst>
              <a:ext uri="{FF2B5EF4-FFF2-40B4-BE49-F238E27FC236}">
                <a16:creationId xmlns:a16="http://schemas.microsoft.com/office/drawing/2014/main" id="{E08BBBA9-7538-A3D7-DDB2-9D4BEF117E80}"/>
              </a:ext>
            </a:extLst>
          </p:cNvPr>
          <p:cNvSpPr/>
          <p:nvPr/>
        </p:nvSpPr>
        <p:spPr>
          <a:xfrm>
            <a:off x="1781626" y="4803597"/>
            <a:ext cx="2002971" cy="498475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1" name="Connettore curvo 40">
            <a:extLst>
              <a:ext uri="{FF2B5EF4-FFF2-40B4-BE49-F238E27FC236}">
                <a16:creationId xmlns:a16="http://schemas.microsoft.com/office/drawing/2014/main" id="{BAF82AE0-6007-A695-46F3-DEBDC435BA4E}"/>
              </a:ext>
            </a:extLst>
          </p:cNvPr>
          <p:cNvCxnSpPr>
            <a:stCxn id="31" idx="3"/>
            <a:endCxn id="14" idx="1"/>
          </p:cNvCxnSpPr>
          <p:nvPr/>
        </p:nvCxnSpPr>
        <p:spPr>
          <a:xfrm flipV="1">
            <a:off x="3784599" y="1750089"/>
            <a:ext cx="2478658" cy="2284203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curvo 42">
            <a:extLst>
              <a:ext uri="{FF2B5EF4-FFF2-40B4-BE49-F238E27FC236}">
                <a16:creationId xmlns:a16="http://schemas.microsoft.com/office/drawing/2014/main" id="{39F87C14-4A52-1A32-CF68-19A54929E063}"/>
              </a:ext>
            </a:extLst>
          </p:cNvPr>
          <p:cNvCxnSpPr>
            <a:stCxn id="38" idx="3"/>
            <a:endCxn id="11" idx="1"/>
          </p:cNvCxnSpPr>
          <p:nvPr/>
        </p:nvCxnSpPr>
        <p:spPr>
          <a:xfrm flipV="1">
            <a:off x="3784598" y="3578284"/>
            <a:ext cx="2478660" cy="962890"/>
          </a:xfrm>
          <a:prstGeom prst="curvedConnector3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5D70C743-C4CD-F9B9-60D1-CB19782DB2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523" y="710580"/>
            <a:ext cx="4832599" cy="49176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00B42A34-8FC4-AE90-215C-C3D66B64DD4A}"/>
              </a:ext>
            </a:extLst>
          </p:cNvPr>
          <p:cNvSpPr/>
          <p:nvPr/>
        </p:nvSpPr>
        <p:spPr>
          <a:xfrm>
            <a:off x="2539851" y="875202"/>
            <a:ext cx="2990092" cy="768541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3A987A8E-2F37-5516-4AD5-8D0328B9A947}"/>
              </a:ext>
            </a:extLst>
          </p:cNvPr>
          <p:cNvSpPr/>
          <p:nvPr/>
        </p:nvSpPr>
        <p:spPr>
          <a:xfrm>
            <a:off x="2539851" y="1673048"/>
            <a:ext cx="3889978" cy="834356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A5A0AF94-B14C-5FF5-49BF-8922628FC193}"/>
              </a:ext>
            </a:extLst>
          </p:cNvPr>
          <p:cNvSpPr/>
          <p:nvPr/>
        </p:nvSpPr>
        <p:spPr>
          <a:xfrm>
            <a:off x="2539851" y="3505104"/>
            <a:ext cx="3889978" cy="1049256"/>
          </a:xfrm>
          <a:prstGeom prst="roundRect">
            <a:avLst/>
          </a:prstGeom>
          <a:noFill/>
          <a:ln>
            <a:solidFill>
              <a:srgbClr val="F8B3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9104C84-2EC1-38FB-CCB7-0659C3D03BEE}"/>
              </a:ext>
            </a:extLst>
          </p:cNvPr>
          <p:cNvSpPr txBox="1"/>
          <p:nvPr/>
        </p:nvSpPr>
        <p:spPr>
          <a:xfrm>
            <a:off x="5704114" y="1386114"/>
            <a:ext cx="7547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dirty="0">
                <a:solidFill>
                  <a:srgbClr val="F8B323"/>
                </a:solidFill>
              </a:rPr>
              <a:t>Non usata</a:t>
            </a:r>
          </a:p>
        </p:txBody>
      </p:sp>
    </p:spTree>
    <p:extLst>
      <p:ext uri="{BB962C8B-B14F-4D97-AF65-F5344CB8AC3E}">
        <p14:creationId xmlns:p14="http://schemas.microsoft.com/office/powerpoint/2010/main" val="6288225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60FFDC-13B3-CC31-383A-BCBEEA13F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0A7D14-7B67-4022-A8BE-1CCD4A0F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17A66A-217F-FAC2-7904-D60B73628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758" y="382385"/>
            <a:ext cx="7633742" cy="149213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/>
            <a:r>
              <a:rPr lang="en-US" spc="200"/>
              <a:t>Architettura</a:t>
            </a:r>
          </a:p>
        </p:txBody>
      </p:sp>
      <p:sp>
        <p:nvSpPr>
          <p:cNvPr id="18" name="Freeform 6">
            <a:extLst>
              <a:ext uri="{FF2B5EF4-FFF2-40B4-BE49-F238E27FC236}">
                <a16:creationId xmlns:a16="http://schemas.microsoft.com/office/drawing/2014/main" id="{AB09A9E8-BF27-4613-A775-071F08208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AFE299-6F79-44AF-9A77-2DC2DC1F84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graphicFrame>
        <p:nvGraphicFramePr>
          <p:cNvPr id="12" name="CasellaDiTesto 6">
            <a:extLst>
              <a:ext uri="{FF2B5EF4-FFF2-40B4-BE49-F238E27FC236}">
                <a16:creationId xmlns:a16="http://schemas.microsoft.com/office/drawing/2014/main" id="{4822FDB6-F47E-8EE6-76B7-5F1CC2D211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80415"/>
              </p:ext>
            </p:extLst>
          </p:nvPr>
        </p:nvGraphicFramePr>
        <p:xfrm>
          <a:off x="1043327" y="3180873"/>
          <a:ext cx="7057345" cy="31001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06285FA4-20D0-AF64-53F0-AC7FDF0C090D}"/>
              </a:ext>
            </a:extLst>
          </p:cNvPr>
          <p:cNvSpPr txBox="1">
            <a:spLocks/>
          </p:cNvSpPr>
          <p:nvPr/>
        </p:nvSpPr>
        <p:spPr>
          <a:xfrm>
            <a:off x="938212" y="1481842"/>
            <a:ext cx="7633742" cy="1492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sz="3200" b="1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Strutura</a:t>
            </a:r>
            <a:r>
              <a:rPr lang="en-US" sz="3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GUI</a:t>
            </a:r>
          </a:p>
        </p:txBody>
      </p:sp>
    </p:spTree>
    <p:extLst>
      <p:ext uri="{BB962C8B-B14F-4D97-AF65-F5344CB8AC3E}">
        <p14:creationId xmlns:p14="http://schemas.microsoft.com/office/powerpoint/2010/main" val="13756990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241371-2A05-5E7B-77A7-26B21C2BF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6">
            <a:extLst>
              <a:ext uri="{FF2B5EF4-FFF2-40B4-BE49-F238E27FC236}">
                <a16:creationId xmlns:a16="http://schemas.microsoft.com/office/drawing/2014/main" id="{B217C2AD-51B4-40CE-A71F-F5D3F846D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667762" y="630936"/>
            <a:ext cx="3926681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1BF92E-23CF-4BFE-9E1F-C359BACFA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1259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D21332B-FE15-41A6-8919-8563A89EA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8E157F-D067-07F6-8351-6717409B7145}"/>
              </a:ext>
            </a:extLst>
          </p:cNvPr>
          <p:cNvSpPr txBox="1">
            <a:spLocks/>
          </p:cNvSpPr>
          <p:nvPr/>
        </p:nvSpPr>
        <p:spPr>
          <a:xfrm>
            <a:off x="771675" y="3741641"/>
            <a:ext cx="7600649" cy="18579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100" kern="1200" cap="all" spc="15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914400">
              <a:spcAft>
                <a:spcPts val="600"/>
              </a:spcAft>
              <a:buClr>
                <a:schemeClr val="tx2"/>
              </a:buClr>
            </a:pPr>
            <a:r>
              <a:rPr lang="en-US" sz="6300" b="1" spc="800"/>
              <a:t>Strutura GUI</a:t>
            </a:r>
          </a:p>
        </p:txBody>
      </p:sp>
      <p:sp>
        <p:nvSpPr>
          <p:cNvPr id="31" name="Freeform 6">
            <a:extLst>
              <a:ext uri="{FF2B5EF4-FFF2-40B4-BE49-F238E27FC236}">
                <a16:creationId xmlns:a16="http://schemas.microsoft.com/office/drawing/2014/main" id="{439F6CA3-780D-4C3A-A889-C705E7E7D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pic>
        <p:nvPicPr>
          <p:cNvPr id="6" name="Immagine 5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4C72C9AB-F4FD-C493-879A-B0DCA3D71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27" y="941544"/>
            <a:ext cx="5082545" cy="248745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E6335BA4-3C40-424B-A885-29B1007B8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1402" y="0"/>
            <a:ext cx="21259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2467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CFC012A5-170D-4B0F-A916-A8EE2C6CE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37F40654-5E8C-468A-9596-50927AF19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50948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1354945"/>
            <a:ext cx="1544286" cy="4148110"/>
          </a:xfrm>
        </p:spPr>
        <p:txBody>
          <a:bodyPr anchor="ctr">
            <a:normAutofit/>
          </a:bodyPr>
          <a:lstStyle/>
          <a:p>
            <a:r>
              <a:rPr lang="it-IT" sz="2400">
                <a:solidFill>
                  <a:srgbClr val="2A1A00"/>
                </a:solidFill>
              </a:rPr>
              <a:t>Design Pattern</a:t>
            </a:r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50B1BD4A-8DE6-4266-9C27-59260F938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2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71435" y="1354945"/>
            <a:ext cx="5701064" cy="4148110"/>
          </a:xfrm>
        </p:spPr>
        <p:txBody>
          <a:bodyPr anchor="ctr">
            <a:normAutofit/>
          </a:bodyPr>
          <a:lstStyle/>
          <a:p>
            <a:r>
              <a:rPr lang="en-US"/>
              <a:t>Singleton (Root, SessionManager)</a:t>
            </a:r>
          </a:p>
          <a:p>
            <a:pPr lvl="1"/>
            <a:r>
              <a:rPr lang="en-US"/>
              <a:t>DTO + Mapper</a:t>
            </a:r>
          </a:p>
          <a:p>
            <a:pPr lvl="1"/>
            <a:r>
              <a:rPr lang="en-US"/>
              <a:t>Separation of Concerns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0A4E0E-502E-444B-B37E-40557A266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A68F03-D88C-4F27-AD65-034133F1A8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3227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4DB13C2-D61D-4A8D-B973-BE6546C7B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55266"/>
            <a:ext cx="1734910" cy="5947468"/>
          </a:xfrm>
          <a:custGeom>
            <a:avLst/>
            <a:gdLst>
              <a:gd name="connsiteX0" fmla="*/ 162291 w 2313214"/>
              <a:gd name="connsiteY0" fmla="*/ 0 h 5947468"/>
              <a:gd name="connsiteX1" fmla="*/ 224243 w 2313214"/>
              <a:gd name="connsiteY1" fmla="*/ 1936 h 5947468"/>
              <a:gd name="connsiteX2" fmla="*/ 284260 w 2313214"/>
              <a:gd name="connsiteY2" fmla="*/ 9680 h 5947468"/>
              <a:gd name="connsiteX3" fmla="*/ 342341 w 2313214"/>
              <a:gd name="connsiteY3" fmla="*/ 27104 h 5947468"/>
              <a:gd name="connsiteX4" fmla="*/ 390742 w 2313214"/>
              <a:gd name="connsiteY4" fmla="*/ 52273 h 5947468"/>
              <a:gd name="connsiteX5" fmla="*/ 437206 w 2313214"/>
              <a:gd name="connsiteY5" fmla="*/ 85185 h 5947468"/>
              <a:gd name="connsiteX6" fmla="*/ 477863 w 2313214"/>
              <a:gd name="connsiteY6" fmla="*/ 123905 h 5947468"/>
              <a:gd name="connsiteX7" fmla="*/ 518519 w 2313214"/>
              <a:gd name="connsiteY7" fmla="*/ 168434 h 5947468"/>
              <a:gd name="connsiteX8" fmla="*/ 555304 w 2313214"/>
              <a:gd name="connsiteY8" fmla="*/ 214899 h 5947468"/>
              <a:gd name="connsiteX9" fmla="*/ 592088 w 2313214"/>
              <a:gd name="connsiteY9" fmla="*/ 263299 h 5947468"/>
              <a:gd name="connsiteX10" fmla="*/ 628873 w 2313214"/>
              <a:gd name="connsiteY10" fmla="*/ 311700 h 5947468"/>
              <a:gd name="connsiteX11" fmla="*/ 665657 w 2313214"/>
              <a:gd name="connsiteY11" fmla="*/ 358165 h 5947468"/>
              <a:gd name="connsiteX12" fmla="*/ 704378 w 2313214"/>
              <a:gd name="connsiteY12" fmla="*/ 402693 h 5947468"/>
              <a:gd name="connsiteX13" fmla="*/ 748906 w 2313214"/>
              <a:gd name="connsiteY13" fmla="*/ 441414 h 5947468"/>
              <a:gd name="connsiteX14" fmla="*/ 791499 w 2313214"/>
              <a:gd name="connsiteY14" fmla="*/ 476262 h 5947468"/>
              <a:gd name="connsiteX15" fmla="*/ 839899 w 2313214"/>
              <a:gd name="connsiteY15" fmla="*/ 503366 h 5947468"/>
              <a:gd name="connsiteX16" fmla="*/ 892172 w 2313214"/>
              <a:gd name="connsiteY16" fmla="*/ 526599 h 5947468"/>
              <a:gd name="connsiteX17" fmla="*/ 948317 w 2313214"/>
              <a:gd name="connsiteY17" fmla="*/ 545959 h 5947468"/>
              <a:gd name="connsiteX18" fmla="*/ 1006397 w 2313214"/>
              <a:gd name="connsiteY18" fmla="*/ 563383 h 5947468"/>
              <a:gd name="connsiteX19" fmla="*/ 1064478 w 2313214"/>
              <a:gd name="connsiteY19" fmla="*/ 578871 h 5947468"/>
              <a:gd name="connsiteX20" fmla="*/ 1124495 w 2313214"/>
              <a:gd name="connsiteY20" fmla="*/ 594360 h 5947468"/>
              <a:gd name="connsiteX21" fmla="*/ 1180640 w 2313214"/>
              <a:gd name="connsiteY21" fmla="*/ 611784 h 5947468"/>
              <a:gd name="connsiteX22" fmla="*/ 1236784 w 2313214"/>
              <a:gd name="connsiteY22" fmla="*/ 631144 h 5947468"/>
              <a:gd name="connsiteX23" fmla="*/ 1289057 w 2313214"/>
              <a:gd name="connsiteY23" fmla="*/ 654376 h 5947468"/>
              <a:gd name="connsiteX24" fmla="*/ 1335522 w 2313214"/>
              <a:gd name="connsiteY24" fmla="*/ 683417 h 5947468"/>
              <a:gd name="connsiteX25" fmla="*/ 1378114 w 2313214"/>
              <a:gd name="connsiteY25" fmla="*/ 718265 h 5947468"/>
              <a:gd name="connsiteX26" fmla="*/ 1412963 w 2313214"/>
              <a:gd name="connsiteY26" fmla="*/ 760858 h 5947468"/>
              <a:gd name="connsiteX27" fmla="*/ 1442003 w 2313214"/>
              <a:gd name="connsiteY27" fmla="*/ 807322 h 5947468"/>
              <a:gd name="connsiteX28" fmla="*/ 1465235 w 2313214"/>
              <a:gd name="connsiteY28" fmla="*/ 859595 h 5947468"/>
              <a:gd name="connsiteX29" fmla="*/ 1484596 w 2313214"/>
              <a:gd name="connsiteY29" fmla="*/ 915740 h 5947468"/>
              <a:gd name="connsiteX30" fmla="*/ 1502020 w 2313214"/>
              <a:gd name="connsiteY30" fmla="*/ 971884 h 5947468"/>
              <a:gd name="connsiteX31" fmla="*/ 1517508 w 2313214"/>
              <a:gd name="connsiteY31" fmla="*/ 1031901 h 5947468"/>
              <a:gd name="connsiteX32" fmla="*/ 1532996 w 2313214"/>
              <a:gd name="connsiteY32" fmla="*/ 1089982 h 5947468"/>
              <a:gd name="connsiteX33" fmla="*/ 1550420 w 2313214"/>
              <a:gd name="connsiteY33" fmla="*/ 1148063 h 5947468"/>
              <a:gd name="connsiteX34" fmla="*/ 1569781 w 2313214"/>
              <a:gd name="connsiteY34" fmla="*/ 1204207 h 5947468"/>
              <a:gd name="connsiteX35" fmla="*/ 1593013 w 2313214"/>
              <a:gd name="connsiteY35" fmla="*/ 1256480 h 5947468"/>
              <a:gd name="connsiteX36" fmla="*/ 1620117 w 2313214"/>
              <a:gd name="connsiteY36" fmla="*/ 1304881 h 5947468"/>
              <a:gd name="connsiteX37" fmla="*/ 1654966 w 2313214"/>
              <a:gd name="connsiteY37" fmla="*/ 1347473 h 5947468"/>
              <a:gd name="connsiteX38" fmla="*/ 1693686 w 2313214"/>
              <a:gd name="connsiteY38" fmla="*/ 1392002 h 5947468"/>
              <a:gd name="connsiteX39" fmla="*/ 1738215 w 2313214"/>
              <a:gd name="connsiteY39" fmla="*/ 1430722 h 5947468"/>
              <a:gd name="connsiteX40" fmla="*/ 1784679 w 2313214"/>
              <a:gd name="connsiteY40" fmla="*/ 1467507 h 5947468"/>
              <a:gd name="connsiteX41" fmla="*/ 1835016 w 2313214"/>
              <a:gd name="connsiteY41" fmla="*/ 1504291 h 5947468"/>
              <a:gd name="connsiteX42" fmla="*/ 1883417 w 2313214"/>
              <a:gd name="connsiteY42" fmla="*/ 1541076 h 5947468"/>
              <a:gd name="connsiteX43" fmla="*/ 1929881 w 2313214"/>
              <a:gd name="connsiteY43" fmla="*/ 1577860 h 5947468"/>
              <a:gd name="connsiteX44" fmla="*/ 1974410 w 2313214"/>
              <a:gd name="connsiteY44" fmla="*/ 1618517 h 5947468"/>
              <a:gd name="connsiteX45" fmla="*/ 2013130 w 2313214"/>
              <a:gd name="connsiteY45" fmla="*/ 1659173 h 5947468"/>
              <a:gd name="connsiteX46" fmla="*/ 2046043 w 2313214"/>
              <a:gd name="connsiteY46" fmla="*/ 1705638 h 5947468"/>
              <a:gd name="connsiteX47" fmla="*/ 2071211 w 2313214"/>
              <a:gd name="connsiteY47" fmla="*/ 1754039 h 5947468"/>
              <a:gd name="connsiteX48" fmla="*/ 2088635 w 2313214"/>
              <a:gd name="connsiteY48" fmla="*/ 1812119 h 5947468"/>
              <a:gd name="connsiteX49" fmla="*/ 2096379 w 2313214"/>
              <a:gd name="connsiteY49" fmla="*/ 1872136 h 5947468"/>
              <a:gd name="connsiteX50" fmla="*/ 2098315 w 2313214"/>
              <a:gd name="connsiteY50" fmla="*/ 1934089 h 5947468"/>
              <a:gd name="connsiteX51" fmla="*/ 2092507 w 2313214"/>
              <a:gd name="connsiteY51" fmla="*/ 1999914 h 5947468"/>
              <a:gd name="connsiteX52" fmla="*/ 2084763 w 2313214"/>
              <a:gd name="connsiteY52" fmla="*/ 2065738 h 5947468"/>
              <a:gd name="connsiteX53" fmla="*/ 2075083 w 2313214"/>
              <a:gd name="connsiteY53" fmla="*/ 2131563 h 5947468"/>
              <a:gd name="connsiteX54" fmla="*/ 2067339 w 2313214"/>
              <a:gd name="connsiteY54" fmla="*/ 2197388 h 5947468"/>
              <a:gd name="connsiteX55" fmla="*/ 2063467 w 2313214"/>
              <a:gd name="connsiteY55" fmla="*/ 2263213 h 5947468"/>
              <a:gd name="connsiteX56" fmla="*/ 2063467 w 2313214"/>
              <a:gd name="connsiteY56" fmla="*/ 2327102 h 5947468"/>
              <a:gd name="connsiteX57" fmla="*/ 2071211 w 2313214"/>
              <a:gd name="connsiteY57" fmla="*/ 2387119 h 5947468"/>
              <a:gd name="connsiteX58" fmla="*/ 2086699 w 2313214"/>
              <a:gd name="connsiteY58" fmla="*/ 2447135 h 5947468"/>
              <a:gd name="connsiteX59" fmla="*/ 2109932 w 2313214"/>
              <a:gd name="connsiteY59" fmla="*/ 2503280 h 5947468"/>
              <a:gd name="connsiteX60" fmla="*/ 2140908 w 2313214"/>
              <a:gd name="connsiteY60" fmla="*/ 2561361 h 5947468"/>
              <a:gd name="connsiteX61" fmla="*/ 2171884 w 2313214"/>
              <a:gd name="connsiteY61" fmla="*/ 2619442 h 5947468"/>
              <a:gd name="connsiteX62" fmla="*/ 2206733 w 2313214"/>
              <a:gd name="connsiteY62" fmla="*/ 2677522 h 5947468"/>
              <a:gd name="connsiteX63" fmla="*/ 2239645 w 2313214"/>
              <a:gd name="connsiteY63" fmla="*/ 2733667 h 5947468"/>
              <a:gd name="connsiteX64" fmla="*/ 2268686 w 2313214"/>
              <a:gd name="connsiteY64" fmla="*/ 2793684 h 5947468"/>
              <a:gd name="connsiteX65" fmla="*/ 2291918 w 2313214"/>
              <a:gd name="connsiteY65" fmla="*/ 2851765 h 5947468"/>
              <a:gd name="connsiteX66" fmla="*/ 2307406 w 2313214"/>
              <a:gd name="connsiteY66" fmla="*/ 2911781 h 5947468"/>
              <a:gd name="connsiteX67" fmla="*/ 2313214 w 2313214"/>
              <a:gd name="connsiteY67" fmla="*/ 2973734 h 5947468"/>
              <a:gd name="connsiteX68" fmla="*/ 2307406 w 2313214"/>
              <a:gd name="connsiteY68" fmla="*/ 3035687 h 5947468"/>
              <a:gd name="connsiteX69" fmla="*/ 2291918 w 2313214"/>
              <a:gd name="connsiteY69" fmla="*/ 3095704 h 5947468"/>
              <a:gd name="connsiteX70" fmla="*/ 2268686 w 2313214"/>
              <a:gd name="connsiteY70" fmla="*/ 3153784 h 5947468"/>
              <a:gd name="connsiteX71" fmla="*/ 2239645 w 2313214"/>
              <a:gd name="connsiteY71" fmla="*/ 3213801 h 5947468"/>
              <a:gd name="connsiteX72" fmla="*/ 2206733 w 2313214"/>
              <a:gd name="connsiteY72" fmla="*/ 3269946 h 5947468"/>
              <a:gd name="connsiteX73" fmla="*/ 2171884 w 2313214"/>
              <a:gd name="connsiteY73" fmla="*/ 3328027 h 5947468"/>
              <a:gd name="connsiteX74" fmla="*/ 2140908 w 2313214"/>
              <a:gd name="connsiteY74" fmla="*/ 3386107 h 5947468"/>
              <a:gd name="connsiteX75" fmla="*/ 2109932 w 2313214"/>
              <a:gd name="connsiteY75" fmla="*/ 3444188 h 5947468"/>
              <a:gd name="connsiteX76" fmla="*/ 2086699 w 2313214"/>
              <a:gd name="connsiteY76" fmla="*/ 3500333 h 5947468"/>
              <a:gd name="connsiteX77" fmla="*/ 2071211 w 2313214"/>
              <a:gd name="connsiteY77" fmla="*/ 3560350 h 5947468"/>
              <a:gd name="connsiteX78" fmla="*/ 2063467 w 2313214"/>
              <a:gd name="connsiteY78" fmla="*/ 3620366 h 5947468"/>
              <a:gd name="connsiteX79" fmla="*/ 2063467 w 2313214"/>
              <a:gd name="connsiteY79" fmla="*/ 3684255 h 5947468"/>
              <a:gd name="connsiteX80" fmla="*/ 2067339 w 2313214"/>
              <a:gd name="connsiteY80" fmla="*/ 3750080 h 5947468"/>
              <a:gd name="connsiteX81" fmla="*/ 2075083 w 2313214"/>
              <a:gd name="connsiteY81" fmla="*/ 3815905 h 5947468"/>
              <a:gd name="connsiteX82" fmla="*/ 2084763 w 2313214"/>
              <a:gd name="connsiteY82" fmla="*/ 3881730 h 5947468"/>
              <a:gd name="connsiteX83" fmla="*/ 2092507 w 2313214"/>
              <a:gd name="connsiteY83" fmla="*/ 3947555 h 5947468"/>
              <a:gd name="connsiteX84" fmla="*/ 2098315 w 2313214"/>
              <a:gd name="connsiteY84" fmla="*/ 4013380 h 5947468"/>
              <a:gd name="connsiteX85" fmla="*/ 2096379 w 2313214"/>
              <a:gd name="connsiteY85" fmla="*/ 4075332 h 5947468"/>
              <a:gd name="connsiteX86" fmla="*/ 2088635 w 2313214"/>
              <a:gd name="connsiteY86" fmla="*/ 4135349 h 5947468"/>
              <a:gd name="connsiteX87" fmla="*/ 2071211 w 2313214"/>
              <a:gd name="connsiteY87" fmla="*/ 4193430 h 5947468"/>
              <a:gd name="connsiteX88" fmla="*/ 2046043 w 2313214"/>
              <a:gd name="connsiteY88" fmla="*/ 4241831 h 5947468"/>
              <a:gd name="connsiteX89" fmla="*/ 2013130 w 2313214"/>
              <a:gd name="connsiteY89" fmla="*/ 4288295 h 5947468"/>
              <a:gd name="connsiteX90" fmla="*/ 1974410 w 2313214"/>
              <a:gd name="connsiteY90" fmla="*/ 4328952 h 5947468"/>
              <a:gd name="connsiteX91" fmla="*/ 1929881 w 2313214"/>
              <a:gd name="connsiteY91" fmla="*/ 4369608 h 5947468"/>
              <a:gd name="connsiteX92" fmla="*/ 1883417 w 2313214"/>
              <a:gd name="connsiteY92" fmla="*/ 4406393 h 5947468"/>
              <a:gd name="connsiteX93" fmla="*/ 1835016 w 2313214"/>
              <a:gd name="connsiteY93" fmla="*/ 4443177 h 5947468"/>
              <a:gd name="connsiteX94" fmla="*/ 1784679 w 2313214"/>
              <a:gd name="connsiteY94" fmla="*/ 4479962 h 5947468"/>
              <a:gd name="connsiteX95" fmla="*/ 1738215 w 2313214"/>
              <a:gd name="connsiteY95" fmla="*/ 4516746 h 5947468"/>
              <a:gd name="connsiteX96" fmla="*/ 1693686 w 2313214"/>
              <a:gd name="connsiteY96" fmla="*/ 4555467 h 5947468"/>
              <a:gd name="connsiteX97" fmla="*/ 1654966 w 2313214"/>
              <a:gd name="connsiteY97" fmla="*/ 4599995 h 5947468"/>
              <a:gd name="connsiteX98" fmla="*/ 1620117 w 2313214"/>
              <a:gd name="connsiteY98" fmla="*/ 4642588 h 5947468"/>
              <a:gd name="connsiteX99" fmla="*/ 1593013 w 2313214"/>
              <a:gd name="connsiteY99" fmla="*/ 4690988 h 5947468"/>
              <a:gd name="connsiteX100" fmla="*/ 1569781 w 2313214"/>
              <a:gd name="connsiteY100" fmla="*/ 4743261 h 5947468"/>
              <a:gd name="connsiteX101" fmla="*/ 1550420 w 2313214"/>
              <a:gd name="connsiteY101" fmla="*/ 4799406 h 5947468"/>
              <a:gd name="connsiteX102" fmla="*/ 1532996 w 2313214"/>
              <a:gd name="connsiteY102" fmla="*/ 4857486 h 5947468"/>
              <a:gd name="connsiteX103" fmla="*/ 1517508 w 2313214"/>
              <a:gd name="connsiteY103" fmla="*/ 4915567 h 5947468"/>
              <a:gd name="connsiteX104" fmla="*/ 1502020 w 2313214"/>
              <a:gd name="connsiteY104" fmla="*/ 4975584 h 5947468"/>
              <a:gd name="connsiteX105" fmla="*/ 1484596 w 2313214"/>
              <a:gd name="connsiteY105" fmla="*/ 5031729 h 5947468"/>
              <a:gd name="connsiteX106" fmla="*/ 1465235 w 2313214"/>
              <a:gd name="connsiteY106" fmla="*/ 5087873 h 5947468"/>
              <a:gd name="connsiteX107" fmla="*/ 1442003 w 2313214"/>
              <a:gd name="connsiteY107" fmla="*/ 5140146 h 5947468"/>
              <a:gd name="connsiteX108" fmla="*/ 1412963 w 2313214"/>
              <a:gd name="connsiteY108" fmla="*/ 5186611 h 5947468"/>
              <a:gd name="connsiteX109" fmla="*/ 1378114 w 2313214"/>
              <a:gd name="connsiteY109" fmla="*/ 5229203 h 5947468"/>
              <a:gd name="connsiteX110" fmla="*/ 1335522 w 2313214"/>
              <a:gd name="connsiteY110" fmla="*/ 5264052 h 5947468"/>
              <a:gd name="connsiteX111" fmla="*/ 1289057 w 2313214"/>
              <a:gd name="connsiteY111" fmla="*/ 5293092 h 5947468"/>
              <a:gd name="connsiteX112" fmla="*/ 1236784 w 2313214"/>
              <a:gd name="connsiteY112" fmla="*/ 5316324 h 5947468"/>
              <a:gd name="connsiteX113" fmla="*/ 1180640 w 2313214"/>
              <a:gd name="connsiteY113" fmla="*/ 5335685 h 5947468"/>
              <a:gd name="connsiteX114" fmla="*/ 1124495 w 2313214"/>
              <a:gd name="connsiteY114" fmla="*/ 5353109 h 5947468"/>
              <a:gd name="connsiteX115" fmla="*/ 1064478 w 2313214"/>
              <a:gd name="connsiteY115" fmla="*/ 5368597 h 5947468"/>
              <a:gd name="connsiteX116" fmla="*/ 1006397 w 2313214"/>
              <a:gd name="connsiteY116" fmla="*/ 5384085 h 5947468"/>
              <a:gd name="connsiteX117" fmla="*/ 948317 w 2313214"/>
              <a:gd name="connsiteY117" fmla="*/ 5401509 h 5947468"/>
              <a:gd name="connsiteX118" fmla="*/ 892172 w 2313214"/>
              <a:gd name="connsiteY118" fmla="*/ 5420870 h 5947468"/>
              <a:gd name="connsiteX119" fmla="*/ 839899 w 2313214"/>
              <a:gd name="connsiteY119" fmla="*/ 5444102 h 5947468"/>
              <a:gd name="connsiteX120" fmla="*/ 791499 w 2313214"/>
              <a:gd name="connsiteY120" fmla="*/ 5471206 h 5947468"/>
              <a:gd name="connsiteX121" fmla="*/ 748906 w 2313214"/>
              <a:gd name="connsiteY121" fmla="*/ 5506055 h 5947468"/>
              <a:gd name="connsiteX122" fmla="*/ 704378 w 2313214"/>
              <a:gd name="connsiteY122" fmla="*/ 5544775 h 5947468"/>
              <a:gd name="connsiteX123" fmla="*/ 665657 w 2313214"/>
              <a:gd name="connsiteY123" fmla="*/ 5589304 h 5947468"/>
              <a:gd name="connsiteX124" fmla="*/ 628873 w 2313214"/>
              <a:gd name="connsiteY124" fmla="*/ 5635768 h 5947468"/>
              <a:gd name="connsiteX125" fmla="*/ 592088 w 2313214"/>
              <a:gd name="connsiteY125" fmla="*/ 5684169 h 5947468"/>
              <a:gd name="connsiteX126" fmla="*/ 555304 w 2313214"/>
              <a:gd name="connsiteY126" fmla="*/ 5732570 h 5947468"/>
              <a:gd name="connsiteX127" fmla="*/ 518519 w 2313214"/>
              <a:gd name="connsiteY127" fmla="*/ 5779034 h 5947468"/>
              <a:gd name="connsiteX128" fmla="*/ 477863 w 2313214"/>
              <a:gd name="connsiteY128" fmla="*/ 5823563 h 5947468"/>
              <a:gd name="connsiteX129" fmla="*/ 437206 w 2313214"/>
              <a:gd name="connsiteY129" fmla="*/ 5862283 h 5947468"/>
              <a:gd name="connsiteX130" fmla="*/ 390742 w 2313214"/>
              <a:gd name="connsiteY130" fmla="*/ 5895196 h 5947468"/>
              <a:gd name="connsiteX131" fmla="*/ 342341 w 2313214"/>
              <a:gd name="connsiteY131" fmla="*/ 5920364 h 5947468"/>
              <a:gd name="connsiteX132" fmla="*/ 284260 w 2313214"/>
              <a:gd name="connsiteY132" fmla="*/ 5937788 h 5947468"/>
              <a:gd name="connsiteX133" fmla="*/ 224243 w 2313214"/>
              <a:gd name="connsiteY133" fmla="*/ 5945532 h 5947468"/>
              <a:gd name="connsiteX134" fmla="*/ 162291 w 2313214"/>
              <a:gd name="connsiteY134" fmla="*/ 5947468 h 5947468"/>
              <a:gd name="connsiteX135" fmla="*/ 96466 w 2313214"/>
              <a:gd name="connsiteY135" fmla="*/ 5941660 h 5947468"/>
              <a:gd name="connsiteX136" fmla="*/ 30641 w 2313214"/>
              <a:gd name="connsiteY136" fmla="*/ 5933916 h 5947468"/>
              <a:gd name="connsiteX137" fmla="*/ 0 w 2313214"/>
              <a:gd name="connsiteY137" fmla="*/ 5929410 h 5947468"/>
              <a:gd name="connsiteX138" fmla="*/ 0 w 2313214"/>
              <a:gd name="connsiteY138" fmla="*/ 18058 h 5947468"/>
              <a:gd name="connsiteX139" fmla="*/ 30641 w 2313214"/>
              <a:gd name="connsiteY139" fmla="*/ 13552 h 5947468"/>
              <a:gd name="connsiteX140" fmla="*/ 96466 w 2313214"/>
              <a:gd name="connsiteY140" fmla="*/ 5808 h 5947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</a:cxnLst>
            <a:rect l="l" t="t" r="r" b="b"/>
            <a:pathLst>
              <a:path w="2313214" h="5947468">
                <a:moveTo>
                  <a:pt x="162291" y="0"/>
                </a:moveTo>
                <a:lnTo>
                  <a:pt x="224243" y="1936"/>
                </a:lnTo>
                <a:lnTo>
                  <a:pt x="284260" y="9680"/>
                </a:lnTo>
                <a:lnTo>
                  <a:pt x="342341" y="27104"/>
                </a:lnTo>
                <a:lnTo>
                  <a:pt x="390742" y="52273"/>
                </a:lnTo>
                <a:lnTo>
                  <a:pt x="437206" y="85185"/>
                </a:lnTo>
                <a:lnTo>
                  <a:pt x="477863" y="123905"/>
                </a:lnTo>
                <a:lnTo>
                  <a:pt x="518519" y="168434"/>
                </a:lnTo>
                <a:lnTo>
                  <a:pt x="555304" y="214899"/>
                </a:lnTo>
                <a:lnTo>
                  <a:pt x="592088" y="263299"/>
                </a:lnTo>
                <a:lnTo>
                  <a:pt x="628873" y="311700"/>
                </a:lnTo>
                <a:lnTo>
                  <a:pt x="665657" y="358165"/>
                </a:lnTo>
                <a:lnTo>
                  <a:pt x="704378" y="402693"/>
                </a:lnTo>
                <a:lnTo>
                  <a:pt x="748906" y="441414"/>
                </a:lnTo>
                <a:lnTo>
                  <a:pt x="791499" y="476262"/>
                </a:lnTo>
                <a:lnTo>
                  <a:pt x="839899" y="503366"/>
                </a:lnTo>
                <a:lnTo>
                  <a:pt x="892172" y="526599"/>
                </a:lnTo>
                <a:lnTo>
                  <a:pt x="948317" y="545959"/>
                </a:lnTo>
                <a:lnTo>
                  <a:pt x="1006397" y="563383"/>
                </a:lnTo>
                <a:lnTo>
                  <a:pt x="1064478" y="578871"/>
                </a:lnTo>
                <a:lnTo>
                  <a:pt x="1124495" y="594360"/>
                </a:lnTo>
                <a:lnTo>
                  <a:pt x="1180640" y="611784"/>
                </a:lnTo>
                <a:lnTo>
                  <a:pt x="1236784" y="631144"/>
                </a:lnTo>
                <a:lnTo>
                  <a:pt x="1289057" y="654376"/>
                </a:lnTo>
                <a:lnTo>
                  <a:pt x="1335522" y="683417"/>
                </a:lnTo>
                <a:lnTo>
                  <a:pt x="1378114" y="718265"/>
                </a:lnTo>
                <a:lnTo>
                  <a:pt x="1412963" y="760858"/>
                </a:lnTo>
                <a:lnTo>
                  <a:pt x="1442003" y="807322"/>
                </a:lnTo>
                <a:lnTo>
                  <a:pt x="1465235" y="859595"/>
                </a:lnTo>
                <a:lnTo>
                  <a:pt x="1484596" y="915740"/>
                </a:lnTo>
                <a:lnTo>
                  <a:pt x="1502020" y="971884"/>
                </a:lnTo>
                <a:lnTo>
                  <a:pt x="1517508" y="1031901"/>
                </a:lnTo>
                <a:lnTo>
                  <a:pt x="1532996" y="1089982"/>
                </a:lnTo>
                <a:lnTo>
                  <a:pt x="1550420" y="1148063"/>
                </a:lnTo>
                <a:lnTo>
                  <a:pt x="1569781" y="1204207"/>
                </a:lnTo>
                <a:lnTo>
                  <a:pt x="1593013" y="1256480"/>
                </a:lnTo>
                <a:lnTo>
                  <a:pt x="1620117" y="1304881"/>
                </a:lnTo>
                <a:lnTo>
                  <a:pt x="1654966" y="1347473"/>
                </a:lnTo>
                <a:lnTo>
                  <a:pt x="1693686" y="1392002"/>
                </a:lnTo>
                <a:lnTo>
                  <a:pt x="1738215" y="1430722"/>
                </a:lnTo>
                <a:lnTo>
                  <a:pt x="1784679" y="1467507"/>
                </a:lnTo>
                <a:lnTo>
                  <a:pt x="1835016" y="1504291"/>
                </a:lnTo>
                <a:lnTo>
                  <a:pt x="1883417" y="1541076"/>
                </a:lnTo>
                <a:lnTo>
                  <a:pt x="1929881" y="1577860"/>
                </a:lnTo>
                <a:lnTo>
                  <a:pt x="1974410" y="1618517"/>
                </a:lnTo>
                <a:lnTo>
                  <a:pt x="2013130" y="1659173"/>
                </a:lnTo>
                <a:lnTo>
                  <a:pt x="2046043" y="1705638"/>
                </a:lnTo>
                <a:lnTo>
                  <a:pt x="2071211" y="1754039"/>
                </a:lnTo>
                <a:lnTo>
                  <a:pt x="2088635" y="1812119"/>
                </a:lnTo>
                <a:lnTo>
                  <a:pt x="2096379" y="1872136"/>
                </a:lnTo>
                <a:lnTo>
                  <a:pt x="2098315" y="1934089"/>
                </a:lnTo>
                <a:lnTo>
                  <a:pt x="2092507" y="1999914"/>
                </a:lnTo>
                <a:lnTo>
                  <a:pt x="2084763" y="2065738"/>
                </a:lnTo>
                <a:lnTo>
                  <a:pt x="2075083" y="2131563"/>
                </a:lnTo>
                <a:lnTo>
                  <a:pt x="2067339" y="2197388"/>
                </a:lnTo>
                <a:lnTo>
                  <a:pt x="2063467" y="2263213"/>
                </a:lnTo>
                <a:lnTo>
                  <a:pt x="2063467" y="2327102"/>
                </a:lnTo>
                <a:lnTo>
                  <a:pt x="2071211" y="2387119"/>
                </a:lnTo>
                <a:lnTo>
                  <a:pt x="2086699" y="2447135"/>
                </a:lnTo>
                <a:lnTo>
                  <a:pt x="2109932" y="2503280"/>
                </a:lnTo>
                <a:lnTo>
                  <a:pt x="2140908" y="2561361"/>
                </a:lnTo>
                <a:lnTo>
                  <a:pt x="2171884" y="2619442"/>
                </a:lnTo>
                <a:lnTo>
                  <a:pt x="2206733" y="2677522"/>
                </a:lnTo>
                <a:lnTo>
                  <a:pt x="2239645" y="2733667"/>
                </a:lnTo>
                <a:lnTo>
                  <a:pt x="2268686" y="2793684"/>
                </a:lnTo>
                <a:lnTo>
                  <a:pt x="2291918" y="2851765"/>
                </a:lnTo>
                <a:lnTo>
                  <a:pt x="2307406" y="2911781"/>
                </a:lnTo>
                <a:lnTo>
                  <a:pt x="2313214" y="2973734"/>
                </a:lnTo>
                <a:lnTo>
                  <a:pt x="2307406" y="3035687"/>
                </a:lnTo>
                <a:lnTo>
                  <a:pt x="2291918" y="3095704"/>
                </a:lnTo>
                <a:lnTo>
                  <a:pt x="2268686" y="3153784"/>
                </a:lnTo>
                <a:lnTo>
                  <a:pt x="2239645" y="3213801"/>
                </a:lnTo>
                <a:lnTo>
                  <a:pt x="2206733" y="3269946"/>
                </a:lnTo>
                <a:lnTo>
                  <a:pt x="2171884" y="3328027"/>
                </a:lnTo>
                <a:lnTo>
                  <a:pt x="2140908" y="3386107"/>
                </a:lnTo>
                <a:lnTo>
                  <a:pt x="2109932" y="3444188"/>
                </a:lnTo>
                <a:lnTo>
                  <a:pt x="2086699" y="3500333"/>
                </a:lnTo>
                <a:lnTo>
                  <a:pt x="2071211" y="3560350"/>
                </a:lnTo>
                <a:lnTo>
                  <a:pt x="2063467" y="3620366"/>
                </a:lnTo>
                <a:lnTo>
                  <a:pt x="2063467" y="3684255"/>
                </a:lnTo>
                <a:lnTo>
                  <a:pt x="2067339" y="3750080"/>
                </a:lnTo>
                <a:lnTo>
                  <a:pt x="2075083" y="3815905"/>
                </a:lnTo>
                <a:lnTo>
                  <a:pt x="2084763" y="3881730"/>
                </a:lnTo>
                <a:lnTo>
                  <a:pt x="2092507" y="3947555"/>
                </a:lnTo>
                <a:lnTo>
                  <a:pt x="2098315" y="4013380"/>
                </a:lnTo>
                <a:lnTo>
                  <a:pt x="2096379" y="4075332"/>
                </a:lnTo>
                <a:lnTo>
                  <a:pt x="2088635" y="4135349"/>
                </a:lnTo>
                <a:lnTo>
                  <a:pt x="2071211" y="4193430"/>
                </a:lnTo>
                <a:lnTo>
                  <a:pt x="2046043" y="4241831"/>
                </a:lnTo>
                <a:lnTo>
                  <a:pt x="2013130" y="4288295"/>
                </a:lnTo>
                <a:lnTo>
                  <a:pt x="1974410" y="4328952"/>
                </a:lnTo>
                <a:lnTo>
                  <a:pt x="1929881" y="4369608"/>
                </a:lnTo>
                <a:lnTo>
                  <a:pt x="1883417" y="4406393"/>
                </a:lnTo>
                <a:lnTo>
                  <a:pt x="1835016" y="4443177"/>
                </a:lnTo>
                <a:lnTo>
                  <a:pt x="1784679" y="4479962"/>
                </a:lnTo>
                <a:lnTo>
                  <a:pt x="1738215" y="4516746"/>
                </a:lnTo>
                <a:lnTo>
                  <a:pt x="1693686" y="4555467"/>
                </a:lnTo>
                <a:lnTo>
                  <a:pt x="1654966" y="4599995"/>
                </a:lnTo>
                <a:lnTo>
                  <a:pt x="1620117" y="4642588"/>
                </a:lnTo>
                <a:lnTo>
                  <a:pt x="1593013" y="4690988"/>
                </a:lnTo>
                <a:lnTo>
                  <a:pt x="1569781" y="4743261"/>
                </a:lnTo>
                <a:lnTo>
                  <a:pt x="1550420" y="4799406"/>
                </a:lnTo>
                <a:lnTo>
                  <a:pt x="1532996" y="4857486"/>
                </a:lnTo>
                <a:lnTo>
                  <a:pt x="1517508" y="4915567"/>
                </a:lnTo>
                <a:lnTo>
                  <a:pt x="1502020" y="4975584"/>
                </a:lnTo>
                <a:lnTo>
                  <a:pt x="1484596" y="5031729"/>
                </a:lnTo>
                <a:lnTo>
                  <a:pt x="1465235" y="5087873"/>
                </a:lnTo>
                <a:lnTo>
                  <a:pt x="1442003" y="5140146"/>
                </a:lnTo>
                <a:lnTo>
                  <a:pt x="1412963" y="5186611"/>
                </a:lnTo>
                <a:lnTo>
                  <a:pt x="1378114" y="5229203"/>
                </a:lnTo>
                <a:lnTo>
                  <a:pt x="1335522" y="5264052"/>
                </a:lnTo>
                <a:lnTo>
                  <a:pt x="1289057" y="5293092"/>
                </a:lnTo>
                <a:lnTo>
                  <a:pt x="1236784" y="5316324"/>
                </a:lnTo>
                <a:lnTo>
                  <a:pt x="1180640" y="5335685"/>
                </a:lnTo>
                <a:lnTo>
                  <a:pt x="1124495" y="5353109"/>
                </a:lnTo>
                <a:lnTo>
                  <a:pt x="1064478" y="5368597"/>
                </a:lnTo>
                <a:lnTo>
                  <a:pt x="1006397" y="5384085"/>
                </a:lnTo>
                <a:lnTo>
                  <a:pt x="948317" y="5401509"/>
                </a:lnTo>
                <a:lnTo>
                  <a:pt x="892172" y="5420870"/>
                </a:lnTo>
                <a:lnTo>
                  <a:pt x="839899" y="5444102"/>
                </a:lnTo>
                <a:lnTo>
                  <a:pt x="791499" y="5471206"/>
                </a:lnTo>
                <a:lnTo>
                  <a:pt x="748906" y="5506055"/>
                </a:lnTo>
                <a:lnTo>
                  <a:pt x="704378" y="5544775"/>
                </a:lnTo>
                <a:lnTo>
                  <a:pt x="665657" y="5589304"/>
                </a:lnTo>
                <a:lnTo>
                  <a:pt x="628873" y="5635768"/>
                </a:lnTo>
                <a:lnTo>
                  <a:pt x="592088" y="5684169"/>
                </a:lnTo>
                <a:lnTo>
                  <a:pt x="555304" y="5732570"/>
                </a:lnTo>
                <a:lnTo>
                  <a:pt x="518519" y="5779034"/>
                </a:lnTo>
                <a:lnTo>
                  <a:pt x="477863" y="5823563"/>
                </a:lnTo>
                <a:lnTo>
                  <a:pt x="437206" y="5862283"/>
                </a:lnTo>
                <a:lnTo>
                  <a:pt x="390742" y="5895196"/>
                </a:lnTo>
                <a:lnTo>
                  <a:pt x="342341" y="5920364"/>
                </a:lnTo>
                <a:lnTo>
                  <a:pt x="284260" y="5937788"/>
                </a:lnTo>
                <a:lnTo>
                  <a:pt x="224243" y="5945532"/>
                </a:lnTo>
                <a:lnTo>
                  <a:pt x="162291" y="5947468"/>
                </a:lnTo>
                <a:lnTo>
                  <a:pt x="96466" y="5941660"/>
                </a:lnTo>
                <a:lnTo>
                  <a:pt x="30641" y="5933916"/>
                </a:lnTo>
                <a:lnTo>
                  <a:pt x="0" y="5929410"/>
                </a:lnTo>
                <a:lnTo>
                  <a:pt x="0" y="18058"/>
                </a:lnTo>
                <a:lnTo>
                  <a:pt x="30641" y="13552"/>
                </a:lnTo>
                <a:lnTo>
                  <a:pt x="96466" y="5808"/>
                </a:lnTo>
                <a:close/>
              </a:path>
            </a:pathLst>
          </a:custGeom>
          <a:solidFill>
            <a:schemeClr val="tx1">
              <a:alpha val="1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9741" y="776175"/>
            <a:ext cx="2992842" cy="5305650"/>
          </a:xfrm>
        </p:spPr>
        <p:txBody>
          <a:bodyPr anchor="b">
            <a:normAutofit/>
          </a:bodyPr>
          <a:lstStyle/>
          <a:p>
            <a:r>
              <a:rPr lang="it-IT" sz="3200"/>
              <a:t>Modellazione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5185" y="870113"/>
            <a:ext cx="4637315" cy="5117775"/>
          </a:xfrm>
        </p:spPr>
        <p:txBody>
          <a:bodyPr anchor="ctr">
            <a:normAutofit/>
          </a:bodyPr>
          <a:lstStyle/>
          <a:p>
            <a:r>
              <a:t>Diagramma delle classi</a:t>
            </a:r>
          </a:p>
          <a:p>
            <a:pPr lvl="1"/>
            <a:r>
              <a:t>Diagramma dei package</a:t>
            </a:r>
          </a:p>
          <a:p>
            <a:pPr lvl="1"/>
            <a:r>
              <a:t>Diagramma architetturale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D17F87-FE96-4A5F-83F2-3E87B953B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666625"/>
            <a:ext cx="8001003" cy="1207892"/>
          </a:xfrm>
        </p:spPr>
        <p:txBody>
          <a:bodyPr anchor="ctr">
            <a:normAutofit/>
          </a:bodyPr>
          <a:lstStyle/>
          <a:p>
            <a:pPr algn="r"/>
            <a:r>
              <a:t>Implementazione</a:t>
            </a:r>
            <a:endParaRPr lang="it-I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46C973-6034-4DAE-8C50-764E31604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32278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C2ADC72-9292-411C-B17E-1DC83998D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65244" y="666625"/>
            <a:ext cx="0" cy="1207892"/>
          </a:xfrm>
          <a:prstGeom prst="line">
            <a:avLst/>
          </a:prstGeom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97" y="2286001"/>
            <a:ext cx="6007325" cy="3593592"/>
          </a:xfrm>
        </p:spPr>
        <p:txBody>
          <a:bodyPr>
            <a:normAutofit/>
          </a:bodyPr>
          <a:lstStyle/>
          <a:p>
            <a:r>
              <a:t>Java + Spring Boot</a:t>
            </a:r>
          </a:p>
          <a:p>
            <a:pPr lvl="1"/>
            <a:r>
              <a:t>Persistenza JPA/H2</a:t>
            </a:r>
          </a:p>
          <a:p>
            <a:pPr lvl="1"/>
            <a:r>
              <a:t>CLI e GUI integrate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8AD482-27A4-454E-8A3A-84F73CBDA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2422E2-F15A-43AE-98F1-7210710B0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02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757" y="1078378"/>
            <a:ext cx="2188164" cy="4701244"/>
          </a:xfrm>
        </p:spPr>
        <p:txBody>
          <a:bodyPr anchor="ctr">
            <a:normAutofit/>
          </a:bodyPr>
          <a:lstStyle/>
          <a:p>
            <a:r>
              <a:rPr lang="it-IT" sz="3100"/>
              <a:t>Testing</a:t>
            </a:r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BDC8164B-5FC0-4CBD-B7AE-0CB8780FF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0"/>
            <a:ext cx="664368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7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it-I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5296" y="1078378"/>
            <a:ext cx="4697204" cy="4701244"/>
          </a:xfrm>
        </p:spPr>
        <p:txBody>
          <a:bodyPr anchor="ctr">
            <a:normAutofit/>
          </a:bodyPr>
          <a:lstStyle/>
          <a:p>
            <a:r>
              <a:t>JUnit</a:t>
            </a:r>
          </a:p>
          <a:p>
            <a:pPr lvl="1"/>
            <a:r>
              <a:t>Unit test</a:t>
            </a:r>
          </a:p>
          <a:p>
            <a:pPr lvl="1"/>
            <a:r>
              <a:t>Integration test</a:t>
            </a:r>
          </a:p>
          <a:p>
            <a:pPr lvl="1"/>
            <a:r>
              <a:t>Testing automatico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D17F87-FE96-4A5F-83F2-3E87B953B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666625"/>
            <a:ext cx="8001003" cy="1207892"/>
          </a:xfrm>
        </p:spPr>
        <p:txBody>
          <a:bodyPr anchor="ctr">
            <a:normAutofit/>
          </a:bodyPr>
          <a:lstStyle/>
          <a:p>
            <a:pPr algn="r"/>
            <a:r>
              <a:rPr lang="it-IT"/>
              <a:t>Demo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46C973-6034-4DAE-8C50-764E31604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32278" cy="6858000"/>
          </a:xfrm>
          <a:prstGeom prst="rect">
            <a:avLst/>
          </a:prstGeom>
          <a:solidFill>
            <a:schemeClr val="tx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C2ADC72-9292-411C-B17E-1DC83998D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65244" y="666625"/>
            <a:ext cx="0" cy="1207892"/>
          </a:xfrm>
          <a:prstGeom prst="line">
            <a:avLst/>
          </a:prstGeom>
          <a:ln w="222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97" y="2286001"/>
            <a:ext cx="6007325" cy="3593592"/>
          </a:xfrm>
        </p:spPr>
        <p:txBody>
          <a:bodyPr>
            <a:normAutofit/>
          </a:bodyPr>
          <a:lstStyle/>
          <a:p>
            <a:r>
              <a:rPr lang="it-IT"/>
              <a:t>Login Root</a:t>
            </a:r>
          </a:p>
          <a:p>
            <a:pPr lvl="1"/>
            <a:r>
              <a:rPr lang="it-IT"/>
              <a:t>Creazione utente</a:t>
            </a:r>
          </a:p>
          <a:p>
            <a:pPr lvl="1"/>
            <a:r>
              <a:rPr lang="it-IT"/>
              <a:t>Gestione CSV</a:t>
            </a:r>
          </a:p>
          <a:p>
            <a:pPr lvl="1"/>
            <a:r>
              <a:rPr lang="it-IT"/>
              <a:t>Ricerca dipendente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89DBA3C2-C92B-4CEB-868F-52A62295B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97" y="382385"/>
            <a:ext cx="8001003" cy="1113295"/>
          </a:xfrm>
        </p:spPr>
        <p:txBody>
          <a:bodyPr anchor="b">
            <a:normAutofit/>
          </a:bodyPr>
          <a:lstStyle/>
          <a:p>
            <a:pPr algn="ctr"/>
            <a:r>
              <a:rPr lang="it-IT"/>
              <a:t>Conclusione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497" y="1785257"/>
            <a:ext cx="8001003" cy="3440539"/>
          </a:xfrm>
        </p:spPr>
        <p:txBody>
          <a:bodyPr>
            <a:normAutofit/>
          </a:bodyPr>
          <a:lstStyle/>
          <a:p>
            <a:r>
              <a:rPr lang="it-IT" sz="2100"/>
              <a:t>Architettura modulare</a:t>
            </a:r>
          </a:p>
          <a:p>
            <a:pPr lvl="1"/>
            <a:r>
              <a:rPr lang="it-IT" sz="2100"/>
              <a:t>Applicazione design pattern</a:t>
            </a:r>
          </a:p>
          <a:p>
            <a:pPr lvl="1"/>
            <a:r>
              <a:rPr lang="it-IT" sz="2100"/>
              <a:t>Sistema estendibile e manutenibile</a:t>
            </a:r>
          </a:p>
        </p:txBody>
      </p:sp>
      <p:sp>
        <p:nvSpPr>
          <p:cNvPr id="15" name="Freeform: Shape 9">
            <a:extLst>
              <a:ext uri="{FF2B5EF4-FFF2-40B4-BE49-F238E27FC236}">
                <a16:creationId xmlns:a16="http://schemas.microsoft.com/office/drawing/2014/main" id="{0A5C11C9-65D2-491A-A266-6ADBD2CB44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06736"/>
            <a:ext cx="9143999" cy="851265"/>
          </a:xfrm>
          <a:custGeom>
            <a:avLst/>
            <a:gdLst>
              <a:gd name="connsiteX0" fmla="*/ 619389 w 12191998"/>
              <a:gd name="connsiteY0" fmla="*/ 0 h 851265"/>
              <a:gd name="connsiteX1" fmla="*/ 687652 w 12191998"/>
              <a:gd name="connsiteY1" fmla="*/ 3175 h 851265"/>
              <a:gd name="connsiteX2" fmla="*/ 747977 w 12191998"/>
              <a:gd name="connsiteY2" fmla="*/ 9525 h 851265"/>
              <a:gd name="connsiteX3" fmla="*/ 800364 w 12191998"/>
              <a:gd name="connsiteY3" fmla="*/ 20637 h 851265"/>
              <a:gd name="connsiteX4" fmla="*/ 846402 w 12191998"/>
              <a:gd name="connsiteY4" fmla="*/ 36512 h 851265"/>
              <a:gd name="connsiteX5" fmla="*/ 887677 w 12191998"/>
              <a:gd name="connsiteY5" fmla="*/ 52387 h 851265"/>
              <a:gd name="connsiteX6" fmla="*/ 924189 w 12191998"/>
              <a:gd name="connsiteY6" fmla="*/ 68262 h 851265"/>
              <a:gd name="connsiteX7" fmla="*/ 962289 w 12191998"/>
              <a:gd name="connsiteY7" fmla="*/ 87312 h 851265"/>
              <a:gd name="connsiteX8" fmla="*/ 1000389 w 12191998"/>
              <a:gd name="connsiteY8" fmla="*/ 106362 h 851265"/>
              <a:gd name="connsiteX9" fmla="*/ 1036902 w 12191998"/>
              <a:gd name="connsiteY9" fmla="*/ 125412 h 851265"/>
              <a:gd name="connsiteX10" fmla="*/ 1078177 w 12191998"/>
              <a:gd name="connsiteY10" fmla="*/ 141287 h 851265"/>
              <a:gd name="connsiteX11" fmla="*/ 1124214 w 12191998"/>
              <a:gd name="connsiteY11" fmla="*/ 155575 h 851265"/>
              <a:gd name="connsiteX12" fmla="*/ 1176602 w 12191998"/>
              <a:gd name="connsiteY12" fmla="*/ 166687 h 851265"/>
              <a:gd name="connsiteX13" fmla="*/ 1236927 w 12191998"/>
              <a:gd name="connsiteY13" fmla="*/ 174625 h 851265"/>
              <a:gd name="connsiteX14" fmla="*/ 1305189 w 12191998"/>
              <a:gd name="connsiteY14" fmla="*/ 176212 h 851265"/>
              <a:gd name="connsiteX15" fmla="*/ 1373452 w 12191998"/>
              <a:gd name="connsiteY15" fmla="*/ 174625 h 851265"/>
              <a:gd name="connsiteX16" fmla="*/ 1433777 w 12191998"/>
              <a:gd name="connsiteY16" fmla="*/ 166687 h 851265"/>
              <a:gd name="connsiteX17" fmla="*/ 1486164 w 12191998"/>
              <a:gd name="connsiteY17" fmla="*/ 155575 h 851265"/>
              <a:gd name="connsiteX18" fmla="*/ 1532202 w 12191998"/>
              <a:gd name="connsiteY18" fmla="*/ 141287 h 851265"/>
              <a:gd name="connsiteX19" fmla="*/ 1573477 w 12191998"/>
              <a:gd name="connsiteY19" fmla="*/ 125412 h 851265"/>
              <a:gd name="connsiteX20" fmla="*/ 1609989 w 12191998"/>
              <a:gd name="connsiteY20" fmla="*/ 106362 h 851265"/>
              <a:gd name="connsiteX21" fmla="*/ 1648089 w 12191998"/>
              <a:gd name="connsiteY21" fmla="*/ 87312 h 851265"/>
              <a:gd name="connsiteX22" fmla="*/ 1686189 w 12191998"/>
              <a:gd name="connsiteY22" fmla="*/ 68262 h 851265"/>
              <a:gd name="connsiteX23" fmla="*/ 1722702 w 12191998"/>
              <a:gd name="connsiteY23" fmla="*/ 52387 h 851265"/>
              <a:gd name="connsiteX24" fmla="*/ 1763977 w 12191998"/>
              <a:gd name="connsiteY24" fmla="*/ 36512 h 851265"/>
              <a:gd name="connsiteX25" fmla="*/ 1810014 w 12191998"/>
              <a:gd name="connsiteY25" fmla="*/ 20637 h 851265"/>
              <a:gd name="connsiteX26" fmla="*/ 1862402 w 12191998"/>
              <a:gd name="connsiteY26" fmla="*/ 9525 h 851265"/>
              <a:gd name="connsiteX27" fmla="*/ 1922727 w 12191998"/>
              <a:gd name="connsiteY27" fmla="*/ 3175 h 851265"/>
              <a:gd name="connsiteX28" fmla="*/ 1990989 w 12191998"/>
              <a:gd name="connsiteY28" fmla="*/ 0 h 851265"/>
              <a:gd name="connsiteX29" fmla="*/ 2059252 w 12191998"/>
              <a:gd name="connsiteY29" fmla="*/ 3175 h 851265"/>
              <a:gd name="connsiteX30" fmla="*/ 2119577 w 12191998"/>
              <a:gd name="connsiteY30" fmla="*/ 9525 h 851265"/>
              <a:gd name="connsiteX31" fmla="*/ 2171964 w 12191998"/>
              <a:gd name="connsiteY31" fmla="*/ 20637 h 851265"/>
              <a:gd name="connsiteX32" fmla="*/ 2218002 w 12191998"/>
              <a:gd name="connsiteY32" fmla="*/ 36512 h 851265"/>
              <a:gd name="connsiteX33" fmla="*/ 2259277 w 12191998"/>
              <a:gd name="connsiteY33" fmla="*/ 52387 h 851265"/>
              <a:gd name="connsiteX34" fmla="*/ 2295789 w 12191998"/>
              <a:gd name="connsiteY34" fmla="*/ 68262 h 851265"/>
              <a:gd name="connsiteX35" fmla="*/ 2333889 w 12191998"/>
              <a:gd name="connsiteY35" fmla="*/ 87312 h 851265"/>
              <a:gd name="connsiteX36" fmla="*/ 2371989 w 12191998"/>
              <a:gd name="connsiteY36" fmla="*/ 106362 h 851265"/>
              <a:gd name="connsiteX37" fmla="*/ 2408502 w 12191998"/>
              <a:gd name="connsiteY37" fmla="*/ 125412 h 851265"/>
              <a:gd name="connsiteX38" fmla="*/ 2449777 w 12191998"/>
              <a:gd name="connsiteY38" fmla="*/ 141287 h 851265"/>
              <a:gd name="connsiteX39" fmla="*/ 2495814 w 12191998"/>
              <a:gd name="connsiteY39" fmla="*/ 155575 h 851265"/>
              <a:gd name="connsiteX40" fmla="*/ 2548202 w 12191998"/>
              <a:gd name="connsiteY40" fmla="*/ 166687 h 851265"/>
              <a:gd name="connsiteX41" fmla="*/ 2608527 w 12191998"/>
              <a:gd name="connsiteY41" fmla="*/ 174625 h 851265"/>
              <a:gd name="connsiteX42" fmla="*/ 2676789 w 12191998"/>
              <a:gd name="connsiteY42" fmla="*/ 176212 h 851265"/>
              <a:gd name="connsiteX43" fmla="*/ 2745052 w 12191998"/>
              <a:gd name="connsiteY43" fmla="*/ 174625 h 851265"/>
              <a:gd name="connsiteX44" fmla="*/ 2805377 w 12191998"/>
              <a:gd name="connsiteY44" fmla="*/ 166687 h 851265"/>
              <a:gd name="connsiteX45" fmla="*/ 2857764 w 12191998"/>
              <a:gd name="connsiteY45" fmla="*/ 155575 h 851265"/>
              <a:gd name="connsiteX46" fmla="*/ 2903802 w 12191998"/>
              <a:gd name="connsiteY46" fmla="*/ 141287 h 851265"/>
              <a:gd name="connsiteX47" fmla="*/ 2945077 w 12191998"/>
              <a:gd name="connsiteY47" fmla="*/ 125412 h 851265"/>
              <a:gd name="connsiteX48" fmla="*/ 2981589 w 12191998"/>
              <a:gd name="connsiteY48" fmla="*/ 106362 h 851265"/>
              <a:gd name="connsiteX49" fmla="*/ 3019689 w 12191998"/>
              <a:gd name="connsiteY49" fmla="*/ 87312 h 851265"/>
              <a:gd name="connsiteX50" fmla="*/ 3057789 w 12191998"/>
              <a:gd name="connsiteY50" fmla="*/ 68262 h 851265"/>
              <a:gd name="connsiteX51" fmla="*/ 3094302 w 12191998"/>
              <a:gd name="connsiteY51" fmla="*/ 52387 h 851265"/>
              <a:gd name="connsiteX52" fmla="*/ 3135577 w 12191998"/>
              <a:gd name="connsiteY52" fmla="*/ 36512 h 851265"/>
              <a:gd name="connsiteX53" fmla="*/ 3181614 w 12191998"/>
              <a:gd name="connsiteY53" fmla="*/ 20637 h 851265"/>
              <a:gd name="connsiteX54" fmla="*/ 3234002 w 12191998"/>
              <a:gd name="connsiteY54" fmla="*/ 9525 h 851265"/>
              <a:gd name="connsiteX55" fmla="*/ 3294327 w 12191998"/>
              <a:gd name="connsiteY55" fmla="*/ 3175 h 851265"/>
              <a:gd name="connsiteX56" fmla="*/ 3361002 w 12191998"/>
              <a:gd name="connsiteY56" fmla="*/ 0 h 851265"/>
              <a:gd name="connsiteX57" fmla="*/ 3430852 w 12191998"/>
              <a:gd name="connsiteY57" fmla="*/ 3175 h 851265"/>
              <a:gd name="connsiteX58" fmla="*/ 3491177 w 12191998"/>
              <a:gd name="connsiteY58" fmla="*/ 9525 h 851265"/>
              <a:gd name="connsiteX59" fmla="*/ 3543564 w 12191998"/>
              <a:gd name="connsiteY59" fmla="*/ 20637 h 851265"/>
              <a:gd name="connsiteX60" fmla="*/ 3589602 w 12191998"/>
              <a:gd name="connsiteY60" fmla="*/ 36512 h 851265"/>
              <a:gd name="connsiteX61" fmla="*/ 3630877 w 12191998"/>
              <a:gd name="connsiteY61" fmla="*/ 52387 h 851265"/>
              <a:gd name="connsiteX62" fmla="*/ 3667389 w 12191998"/>
              <a:gd name="connsiteY62" fmla="*/ 68262 h 851265"/>
              <a:gd name="connsiteX63" fmla="*/ 3705489 w 12191998"/>
              <a:gd name="connsiteY63" fmla="*/ 87312 h 851265"/>
              <a:gd name="connsiteX64" fmla="*/ 3743589 w 12191998"/>
              <a:gd name="connsiteY64" fmla="*/ 106362 h 851265"/>
              <a:gd name="connsiteX65" fmla="*/ 3780102 w 12191998"/>
              <a:gd name="connsiteY65" fmla="*/ 125412 h 851265"/>
              <a:gd name="connsiteX66" fmla="*/ 3821377 w 12191998"/>
              <a:gd name="connsiteY66" fmla="*/ 141287 h 851265"/>
              <a:gd name="connsiteX67" fmla="*/ 3867414 w 12191998"/>
              <a:gd name="connsiteY67" fmla="*/ 155575 h 851265"/>
              <a:gd name="connsiteX68" fmla="*/ 3919802 w 12191998"/>
              <a:gd name="connsiteY68" fmla="*/ 166687 h 851265"/>
              <a:gd name="connsiteX69" fmla="*/ 3980127 w 12191998"/>
              <a:gd name="connsiteY69" fmla="*/ 174625 h 851265"/>
              <a:gd name="connsiteX70" fmla="*/ 4048389 w 12191998"/>
              <a:gd name="connsiteY70" fmla="*/ 176212 h 851265"/>
              <a:gd name="connsiteX71" fmla="*/ 4116652 w 12191998"/>
              <a:gd name="connsiteY71" fmla="*/ 174625 h 851265"/>
              <a:gd name="connsiteX72" fmla="*/ 4176977 w 12191998"/>
              <a:gd name="connsiteY72" fmla="*/ 166687 h 851265"/>
              <a:gd name="connsiteX73" fmla="*/ 4229364 w 12191998"/>
              <a:gd name="connsiteY73" fmla="*/ 155575 h 851265"/>
              <a:gd name="connsiteX74" fmla="*/ 4275402 w 12191998"/>
              <a:gd name="connsiteY74" fmla="*/ 141287 h 851265"/>
              <a:gd name="connsiteX75" fmla="*/ 4316677 w 12191998"/>
              <a:gd name="connsiteY75" fmla="*/ 125412 h 851265"/>
              <a:gd name="connsiteX76" fmla="*/ 4353189 w 12191998"/>
              <a:gd name="connsiteY76" fmla="*/ 106362 h 851265"/>
              <a:gd name="connsiteX77" fmla="*/ 4429389 w 12191998"/>
              <a:gd name="connsiteY77" fmla="*/ 68262 h 851265"/>
              <a:gd name="connsiteX78" fmla="*/ 4465902 w 12191998"/>
              <a:gd name="connsiteY78" fmla="*/ 52387 h 851265"/>
              <a:gd name="connsiteX79" fmla="*/ 4507177 w 12191998"/>
              <a:gd name="connsiteY79" fmla="*/ 36512 h 851265"/>
              <a:gd name="connsiteX80" fmla="*/ 4553216 w 12191998"/>
              <a:gd name="connsiteY80" fmla="*/ 20637 h 851265"/>
              <a:gd name="connsiteX81" fmla="*/ 4605602 w 12191998"/>
              <a:gd name="connsiteY81" fmla="*/ 9525 h 851265"/>
              <a:gd name="connsiteX82" fmla="*/ 4665928 w 12191998"/>
              <a:gd name="connsiteY82" fmla="*/ 3175 h 851265"/>
              <a:gd name="connsiteX83" fmla="*/ 4734189 w 12191998"/>
              <a:gd name="connsiteY83" fmla="*/ 0 h 851265"/>
              <a:gd name="connsiteX84" fmla="*/ 4802453 w 12191998"/>
              <a:gd name="connsiteY84" fmla="*/ 3175 h 851265"/>
              <a:gd name="connsiteX85" fmla="*/ 4862777 w 12191998"/>
              <a:gd name="connsiteY85" fmla="*/ 9525 h 851265"/>
              <a:gd name="connsiteX86" fmla="*/ 4915165 w 12191998"/>
              <a:gd name="connsiteY86" fmla="*/ 20637 h 851265"/>
              <a:gd name="connsiteX87" fmla="*/ 4961202 w 12191998"/>
              <a:gd name="connsiteY87" fmla="*/ 36512 h 851265"/>
              <a:gd name="connsiteX88" fmla="*/ 5002478 w 12191998"/>
              <a:gd name="connsiteY88" fmla="*/ 52387 h 851265"/>
              <a:gd name="connsiteX89" fmla="*/ 5038989 w 12191998"/>
              <a:gd name="connsiteY89" fmla="*/ 68262 h 851265"/>
              <a:gd name="connsiteX90" fmla="*/ 5077091 w 12191998"/>
              <a:gd name="connsiteY90" fmla="*/ 87312 h 851265"/>
              <a:gd name="connsiteX91" fmla="*/ 5115189 w 12191998"/>
              <a:gd name="connsiteY91" fmla="*/ 106362 h 851265"/>
              <a:gd name="connsiteX92" fmla="*/ 5151702 w 12191998"/>
              <a:gd name="connsiteY92" fmla="*/ 125412 h 851265"/>
              <a:gd name="connsiteX93" fmla="*/ 5192978 w 12191998"/>
              <a:gd name="connsiteY93" fmla="*/ 141287 h 851265"/>
              <a:gd name="connsiteX94" fmla="*/ 5239014 w 12191998"/>
              <a:gd name="connsiteY94" fmla="*/ 155575 h 851265"/>
              <a:gd name="connsiteX95" fmla="*/ 5291401 w 12191998"/>
              <a:gd name="connsiteY95" fmla="*/ 166687 h 851265"/>
              <a:gd name="connsiteX96" fmla="*/ 5351727 w 12191998"/>
              <a:gd name="connsiteY96" fmla="*/ 174625 h 851265"/>
              <a:gd name="connsiteX97" fmla="*/ 5410199 w 12191998"/>
              <a:gd name="connsiteY97" fmla="*/ 175985 h 851265"/>
              <a:gd name="connsiteX98" fmla="*/ 5468671 w 12191998"/>
              <a:gd name="connsiteY98" fmla="*/ 174625 h 851265"/>
              <a:gd name="connsiteX99" fmla="*/ 5528996 w 12191998"/>
              <a:gd name="connsiteY99" fmla="*/ 166687 h 851265"/>
              <a:gd name="connsiteX100" fmla="*/ 5581383 w 12191998"/>
              <a:gd name="connsiteY100" fmla="*/ 155575 h 851265"/>
              <a:gd name="connsiteX101" fmla="*/ 5627421 w 12191998"/>
              <a:gd name="connsiteY101" fmla="*/ 141287 h 851265"/>
              <a:gd name="connsiteX102" fmla="*/ 5668696 w 12191998"/>
              <a:gd name="connsiteY102" fmla="*/ 125412 h 851265"/>
              <a:gd name="connsiteX103" fmla="*/ 5705210 w 12191998"/>
              <a:gd name="connsiteY103" fmla="*/ 106362 h 851265"/>
              <a:gd name="connsiteX104" fmla="*/ 5743308 w 12191998"/>
              <a:gd name="connsiteY104" fmla="*/ 87312 h 851265"/>
              <a:gd name="connsiteX105" fmla="*/ 5781408 w 12191998"/>
              <a:gd name="connsiteY105" fmla="*/ 68262 h 851265"/>
              <a:gd name="connsiteX106" fmla="*/ 5817921 w 12191998"/>
              <a:gd name="connsiteY106" fmla="*/ 52387 h 851265"/>
              <a:gd name="connsiteX107" fmla="*/ 5859196 w 12191998"/>
              <a:gd name="connsiteY107" fmla="*/ 36512 h 851265"/>
              <a:gd name="connsiteX108" fmla="*/ 5905234 w 12191998"/>
              <a:gd name="connsiteY108" fmla="*/ 20637 h 851265"/>
              <a:gd name="connsiteX109" fmla="*/ 5957621 w 12191998"/>
              <a:gd name="connsiteY109" fmla="*/ 9525 h 851265"/>
              <a:gd name="connsiteX110" fmla="*/ 6017948 w 12191998"/>
              <a:gd name="connsiteY110" fmla="*/ 3175 h 851265"/>
              <a:gd name="connsiteX111" fmla="*/ 6086210 w 12191998"/>
              <a:gd name="connsiteY111" fmla="*/ 0 h 851265"/>
              <a:gd name="connsiteX112" fmla="*/ 6095999 w 12191998"/>
              <a:gd name="connsiteY112" fmla="*/ 455 h 851265"/>
              <a:gd name="connsiteX113" fmla="*/ 6105789 w 12191998"/>
              <a:gd name="connsiteY113" fmla="*/ 0 h 851265"/>
              <a:gd name="connsiteX114" fmla="*/ 6174052 w 12191998"/>
              <a:gd name="connsiteY114" fmla="*/ 3175 h 851265"/>
              <a:gd name="connsiteX115" fmla="*/ 6234377 w 12191998"/>
              <a:gd name="connsiteY115" fmla="*/ 9525 h 851265"/>
              <a:gd name="connsiteX116" fmla="*/ 6286764 w 12191998"/>
              <a:gd name="connsiteY116" fmla="*/ 20637 h 851265"/>
              <a:gd name="connsiteX117" fmla="*/ 6332802 w 12191998"/>
              <a:gd name="connsiteY117" fmla="*/ 36512 h 851265"/>
              <a:gd name="connsiteX118" fmla="*/ 6374077 w 12191998"/>
              <a:gd name="connsiteY118" fmla="*/ 52387 h 851265"/>
              <a:gd name="connsiteX119" fmla="*/ 6410589 w 12191998"/>
              <a:gd name="connsiteY119" fmla="*/ 68262 h 851265"/>
              <a:gd name="connsiteX120" fmla="*/ 6448689 w 12191998"/>
              <a:gd name="connsiteY120" fmla="*/ 87312 h 851265"/>
              <a:gd name="connsiteX121" fmla="*/ 6486789 w 12191998"/>
              <a:gd name="connsiteY121" fmla="*/ 106362 h 851265"/>
              <a:gd name="connsiteX122" fmla="*/ 6523302 w 12191998"/>
              <a:gd name="connsiteY122" fmla="*/ 125412 h 851265"/>
              <a:gd name="connsiteX123" fmla="*/ 6564577 w 12191998"/>
              <a:gd name="connsiteY123" fmla="*/ 141287 h 851265"/>
              <a:gd name="connsiteX124" fmla="*/ 6610614 w 12191998"/>
              <a:gd name="connsiteY124" fmla="*/ 155575 h 851265"/>
              <a:gd name="connsiteX125" fmla="*/ 6663002 w 12191998"/>
              <a:gd name="connsiteY125" fmla="*/ 166687 h 851265"/>
              <a:gd name="connsiteX126" fmla="*/ 6723327 w 12191998"/>
              <a:gd name="connsiteY126" fmla="*/ 174625 h 851265"/>
              <a:gd name="connsiteX127" fmla="*/ 6781799 w 12191998"/>
              <a:gd name="connsiteY127" fmla="*/ 175985 h 851265"/>
              <a:gd name="connsiteX128" fmla="*/ 6840271 w 12191998"/>
              <a:gd name="connsiteY128" fmla="*/ 174625 h 851265"/>
              <a:gd name="connsiteX129" fmla="*/ 6900596 w 12191998"/>
              <a:gd name="connsiteY129" fmla="*/ 166687 h 851265"/>
              <a:gd name="connsiteX130" fmla="*/ 6952983 w 12191998"/>
              <a:gd name="connsiteY130" fmla="*/ 155575 h 851265"/>
              <a:gd name="connsiteX131" fmla="*/ 6999021 w 12191998"/>
              <a:gd name="connsiteY131" fmla="*/ 141287 h 851265"/>
              <a:gd name="connsiteX132" fmla="*/ 7040296 w 12191998"/>
              <a:gd name="connsiteY132" fmla="*/ 125412 h 851265"/>
              <a:gd name="connsiteX133" fmla="*/ 7076808 w 12191998"/>
              <a:gd name="connsiteY133" fmla="*/ 106362 h 851265"/>
              <a:gd name="connsiteX134" fmla="*/ 7114908 w 12191998"/>
              <a:gd name="connsiteY134" fmla="*/ 87312 h 851265"/>
              <a:gd name="connsiteX135" fmla="*/ 7153008 w 12191998"/>
              <a:gd name="connsiteY135" fmla="*/ 68262 h 851265"/>
              <a:gd name="connsiteX136" fmla="*/ 7189521 w 12191998"/>
              <a:gd name="connsiteY136" fmla="*/ 52387 h 851265"/>
              <a:gd name="connsiteX137" fmla="*/ 7230796 w 12191998"/>
              <a:gd name="connsiteY137" fmla="*/ 36512 h 851265"/>
              <a:gd name="connsiteX138" fmla="*/ 7276833 w 12191998"/>
              <a:gd name="connsiteY138" fmla="*/ 20637 h 851265"/>
              <a:gd name="connsiteX139" fmla="*/ 7329221 w 12191998"/>
              <a:gd name="connsiteY139" fmla="*/ 9525 h 851265"/>
              <a:gd name="connsiteX140" fmla="*/ 7389546 w 12191998"/>
              <a:gd name="connsiteY140" fmla="*/ 3175 h 851265"/>
              <a:gd name="connsiteX141" fmla="*/ 7457808 w 12191998"/>
              <a:gd name="connsiteY141" fmla="*/ 0 h 851265"/>
              <a:gd name="connsiteX142" fmla="*/ 7526071 w 12191998"/>
              <a:gd name="connsiteY142" fmla="*/ 3175 h 851265"/>
              <a:gd name="connsiteX143" fmla="*/ 7586396 w 12191998"/>
              <a:gd name="connsiteY143" fmla="*/ 9525 h 851265"/>
              <a:gd name="connsiteX144" fmla="*/ 7638783 w 12191998"/>
              <a:gd name="connsiteY144" fmla="*/ 20637 h 851265"/>
              <a:gd name="connsiteX145" fmla="*/ 7684821 w 12191998"/>
              <a:gd name="connsiteY145" fmla="*/ 36512 h 851265"/>
              <a:gd name="connsiteX146" fmla="*/ 7726096 w 12191998"/>
              <a:gd name="connsiteY146" fmla="*/ 52387 h 851265"/>
              <a:gd name="connsiteX147" fmla="*/ 7762608 w 12191998"/>
              <a:gd name="connsiteY147" fmla="*/ 68262 h 851265"/>
              <a:gd name="connsiteX148" fmla="*/ 7800708 w 12191998"/>
              <a:gd name="connsiteY148" fmla="*/ 87312 h 851265"/>
              <a:gd name="connsiteX149" fmla="*/ 7838808 w 12191998"/>
              <a:gd name="connsiteY149" fmla="*/ 106362 h 851265"/>
              <a:gd name="connsiteX150" fmla="*/ 7875321 w 12191998"/>
              <a:gd name="connsiteY150" fmla="*/ 125412 h 851265"/>
              <a:gd name="connsiteX151" fmla="*/ 7916596 w 12191998"/>
              <a:gd name="connsiteY151" fmla="*/ 141287 h 851265"/>
              <a:gd name="connsiteX152" fmla="*/ 7962633 w 12191998"/>
              <a:gd name="connsiteY152" fmla="*/ 155575 h 851265"/>
              <a:gd name="connsiteX153" fmla="*/ 8015021 w 12191998"/>
              <a:gd name="connsiteY153" fmla="*/ 166687 h 851265"/>
              <a:gd name="connsiteX154" fmla="*/ 8075346 w 12191998"/>
              <a:gd name="connsiteY154" fmla="*/ 174625 h 851265"/>
              <a:gd name="connsiteX155" fmla="*/ 8143608 w 12191998"/>
              <a:gd name="connsiteY155" fmla="*/ 176212 h 851265"/>
              <a:gd name="connsiteX156" fmla="*/ 8211871 w 12191998"/>
              <a:gd name="connsiteY156" fmla="*/ 174625 h 851265"/>
              <a:gd name="connsiteX157" fmla="*/ 8272196 w 12191998"/>
              <a:gd name="connsiteY157" fmla="*/ 166687 h 851265"/>
              <a:gd name="connsiteX158" fmla="*/ 8324583 w 12191998"/>
              <a:gd name="connsiteY158" fmla="*/ 155575 h 851265"/>
              <a:gd name="connsiteX159" fmla="*/ 8370621 w 12191998"/>
              <a:gd name="connsiteY159" fmla="*/ 141287 h 851265"/>
              <a:gd name="connsiteX160" fmla="*/ 8411896 w 12191998"/>
              <a:gd name="connsiteY160" fmla="*/ 125412 h 851265"/>
              <a:gd name="connsiteX161" fmla="*/ 8448408 w 12191998"/>
              <a:gd name="connsiteY161" fmla="*/ 106362 h 851265"/>
              <a:gd name="connsiteX162" fmla="*/ 8486508 w 12191998"/>
              <a:gd name="connsiteY162" fmla="*/ 87312 h 851265"/>
              <a:gd name="connsiteX163" fmla="*/ 8524608 w 12191998"/>
              <a:gd name="connsiteY163" fmla="*/ 68262 h 851265"/>
              <a:gd name="connsiteX164" fmla="*/ 8561120 w 12191998"/>
              <a:gd name="connsiteY164" fmla="*/ 52387 h 851265"/>
              <a:gd name="connsiteX165" fmla="*/ 8602396 w 12191998"/>
              <a:gd name="connsiteY165" fmla="*/ 36512 h 851265"/>
              <a:gd name="connsiteX166" fmla="*/ 8648432 w 12191998"/>
              <a:gd name="connsiteY166" fmla="*/ 20637 h 851265"/>
              <a:gd name="connsiteX167" fmla="*/ 8700820 w 12191998"/>
              <a:gd name="connsiteY167" fmla="*/ 9525 h 851265"/>
              <a:gd name="connsiteX168" fmla="*/ 8761146 w 12191998"/>
              <a:gd name="connsiteY168" fmla="*/ 3175 h 851265"/>
              <a:gd name="connsiteX169" fmla="*/ 8827820 w 12191998"/>
              <a:gd name="connsiteY169" fmla="*/ 0 h 851265"/>
              <a:gd name="connsiteX170" fmla="*/ 8897670 w 12191998"/>
              <a:gd name="connsiteY170" fmla="*/ 3175 h 851265"/>
              <a:gd name="connsiteX171" fmla="*/ 8957996 w 12191998"/>
              <a:gd name="connsiteY171" fmla="*/ 9525 h 851265"/>
              <a:gd name="connsiteX172" fmla="*/ 9010382 w 12191998"/>
              <a:gd name="connsiteY172" fmla="*/ 20637 h 851265"/>
              <a:gd name="connsiteX173" fmla="*/ 9056420 w 12191998"/>
              <a:gd name="connsiteY173" fmla="*/ 36512 h 851265"/>
              <a:gd name="connsiteX174" fmla="*/ 9097696 w 12191998"/>
              <a:gd name="connsiteY174" fmla="*/ 52387 h 851265"/>
              <a:gd name="connsiteX175" fmla="*/ 9134208 w 12191998"/>
              <a:gd name="connsiteY175" fmla="*/ 68262 h 851265"/>
              <a:gd name="connsiteX176" fmla="*/ 9172308 w 12191998"/>
              <a:gd name="connsiteY176" fmla="*/ 87312 h 851265"/>
              <a:gd name="connsiteX177" fmla="*/ 9210408 w 12191998"/>
              <a:gd name="connsiteY177" fmla="*/ 106362 h 851265"/>
              <a:gd name="connsiteX178" fmla="*/ 9246920 w 12191998"/>
              <a:gd name="connsiteY178" fmla="*/ 125412 h 851265"/>
              <a:gd name="connsiteX179" fmla="*/ 9288196 w 12191998"/>
              <a:gd name="connsiteY179" fmla="*/ 141287 h 851265"/>
              <a:gd name="connsiteX180" fmla="*/ 9334232 w 12191998"/>
              <a:gd name="connsiteY180" fmla="*/ 155575 h 851265"/>
              <a:gd name="connsiteX181" fmla="*/ 9386620 w 12191998"/>
              <a:gd name="connsiteY181" fmla="*/ 166687 h 851265"/>
              <a:gd name="connsiteX182" fmla="*/ 9446946 w 12191998"/>
              <a:gd name="connsiteY182" fmla="*/ 174625 h 851265"/>
              <a:gd name="connsiteX183" fmla="*/ 9515208 w 12191998"/>
              <a:gd name="connsiteY183" fmla="*/ 176212 h 851265"/>
              <a:gd name="connsiteX184" fmla="*/ 9583470 w 12191998"/>
              <a:gd name="connsiteY184" fmla="*/ 174625 h 851265"/>
              <a:gd name="connsiteX185" fmla="*/ 9643796 w 12191998"/>
              <a:gd name="connsiteY185" fmla="*/ 166687 h 851265"/>
              <a:gd name="connsiteX186" fmla="*/ 9696182 w 12191998"/>
              <a:gd name="connsiteY186" fmla="*/ 155575 h 851265"/>
              <a:gd name="connsiteX187" fmla="*/ 9742220 w 12191998"/>
              <a:gd name="connsiteY187" fmla="*/ 141287 h 851265"/>
              <a:gd name="connsiteX188" fmla="*/ 9783496 w 12191998"/>
              <a:gd name="connsiteY188" fmla="*/ 125412 h 851265"/>
              <a:gd name="connsiteX189" fmla="*/ 9820008 w 12191998"/>
              <a:gd name="connsiteY189" fmla="*/ 106362 h 851265"/>
              <a:gd name="connsiteX190" fmla="*/ 9896208 w 12191998"/>
              <a:gd name="connsiteY190" fmla="*/ 68262 h 851265"/>
              <a:gd name="connsiteX191" fmla="*/ 9932720 w 12191998"/>
              <a:gd name="connsiteY191" fmla="*/ 52387 h 851265"/>
              <a:gd name="connsiteX192" fmla="*/ 9973996 w 12191998"/>
              <a:gd name="connsiteY192" fmla="*/ 36512 h 851265"/>
              <a:gd name="connsiteX193" fmla="*/ 10020032 w 12191998"/>
              <a:gd name="connsiteY193" fmla="*/ 20637 h 851265"/>
              <a:gd name="connsiteX194" fmla="*/ 10072420 w 12191998"/>
              <a:gd name="connsiteY194" fmla="*/ 9525 h 851265"/>
              <a:gd name="connsiteX195" fmla="*/ 10132746 w 12191998"/>
              <a:gd name="connsiteY195" fmla="*/ 3175 h 851265"/>
              <a:gd name="connsiteX196" fmla="*/ 10201008 w 12191998"/>
              <a:gd name="connsiteY196" fmla="*/ 0 h 851265"/>
              <a:gd name="connsiteX197" fmla="*/ 10269270 w 12191998"/>
              <a:gd name="connsiteY197" fmla="*/ 3175 h 851265"/>
              <a:gd name="connsiteX198" fmla="*/ 10329596 w 12191998"/>
              <a:gd name="connsiteY198" fmla="*/ 9525 h 851265"/>
              <a:gd name="connsiteX199" fmla="*/ 10381982 w 12191998"/>
              <a:gd name="connsiteY199" fmla="*/ 20637 h 851265"/>
              <a:gd name="connsiteX200" fmla="*/ 10428020 w 12191998"/>
              <a:gd name="connsiteY200" fmla="*/ 36512 h 851265"/>
              <a:gd name="connsiteX201" fmla="*/ 10469296 w 12191998"/>
              <a:gd name="connsiteY201" fmla="*/ 52387 h 851265"/>
              <a:gd name="connsiteX202" fmla="*/ 10505808 w 12191998"/>
              <a:gd name="connsiteY202" fmla="*/ 68262 h 851265"/>
              <a:gd name="connsiteX203" fmla="*/ 10543908 w 12191998"/>
              <a:gd name="connsiteY203" fmla="*/ 87312 h 851265"/>
              <a:gd name="connsiteX204" fmla="*/ 10582008 w 12191998"/>
              <a:gd name="connsiteY204" fmla="*/ 106362 h 851265"/>
              <a:gd name="connsiteX205" fmla="*/ 10618520 w 12191998"/>
              <a:gd name="connsiteY205" fmla="*/ 125412 h 851265"/>
              <a:gd name="connsiteX206" fmla="*/ 10659796 w 12191998"/>
              <a:gd name="connsiteY206" fmla="*/ 141287 h 851265"/>
              <a:gd name="connsiteX207" fmla="*/ 10705832 w 12191998"/>
              <a:gd name="connsiteY207" fmla="*/ 155575 h 851265"/>
              <a:gd name="connsiteX208" fmla="*/ 10758220 w 12191998"/>
              <a:gd name="connsiteY208" fmla="*/ 166687 h 851265"/>
              <a:gd name="connsiteX209" fmla="*/ 10818546 w 12191998"/>
              <a:gd name="connsiteY209" fmla="*/ 174625 h 851265"/>
              <a:gd name="connsiteX210" fmla="*/ 10886808 w 12191998"/>
              <a:gd name="connsiteY210" fmla="*/ 176212 h 851265"/>
              <a:gd name="connsiteX211" fmla="*/ 10955070 w 12191998"/>
              <a:gd name="connsiteY211" fmla="*/ 174625 h 851265"/>
              <a:gd name="connsiteX212" fmla="*/ 11015396 w 12191998"/>
              <a:gd name="connsiteY212" fmla="*/ 166687 h 851265"/>
              <a:gd name="connsiteX213" fmla="*/ 11067782 w 12191998"/>
              <a:gd name="connsiteY213" fmla="*/ 155575 h 851265"/>
              <a:gd name="connsiteX214" fmla="*/ 11113820 w 12191998"/>
              <a:gd name="connsiteY214" fmla="*/ 141287 h 851265"/>
              <a:gd name="connsiteX215" fmla="*/ 11155096 w 12191998"/>
              <a:gd name="connsiteY215" fmla="*/ 125412 h 851265"/>
              <a:gd name="connsiteX216" fmla="*/ 11191608 w 12191998"/>
              <a:gd name="connsiteY216" fmla="*/ 106362 h 851265"/>
              <a:gd name="connsiteX217" fmla="*/ 11229708 w 12191998"/>
              <a:gd name="connsiteY217" fmla="*/ 87312 h 851265"/>
              <a:gd name="connsiteX218" fmla="*/ 11267808 w 12191998"/>
              <a:gd name="connsiteY218" fmla="*/ 68262 h 851265"/>
              <a:gd name="connsiteX219" fmla="*/ 11304320 w 12191998"/>
              <a:gd name="connsiteY219" fmla="*/ 52387 h 851265"/>
              <a:gd name="connsiteX220" fmla="*/ 11345596 w 12191998"/>
              <a:gd name="connsiteY220" fmla="*/ 36512 h 851265"/>
              <a:gd name="connsiteX221" fmla="*/ 11391632 w 12191998"/>
              <a:gd name="connsiteY221" fmla="*/ 20637 h 851265"/>
              <a:gd name="connsiteX222" fmla="*/ 11444020 w 12191998"/>
              <a:gd name="connsiteY222" fmla="*/ 9525 h 851265"/>
              <a:gd name="connsiteX223" fmla="*/ 11504346 w 12191998"/>
              <a:gd name="connsiteY223" fmla="*/ 3175 h 851265"/>
              <a:gd name="connsiteX224" fmla="*/ 11572608 w 12191998"/>
              <a:gd name="connsiteY224" fmla="*/ 0 h 851265"/>
              <a:gd name="connsiteX225" fmla="*/ 11640870 w 12191998"/>
              <a:gd name="connsiteY225" fmla="*/ 3175 h 851265"/>
              <a:gd name="connsiteX226" fmla="*/ 11701196 w 12191998"/>
              <a:gd name="connsiteY226" fmla="*/ 9525 h 851265"/>
              <a:gd name="connsiteX227" fmla="*/ 11753582 w 12191998"/>
              <a:gd name="connsiteY227" fmla="*/ 20637 h 851265"/>
              <a:gd name="connsiteX228" fmla="*/ 11799620 w 12191998"/>
              <a:gd name="connsiteY228" fmla="*/ 36512 h 851265"/>
              <a:gd name="connsiteX229" fmla="*/ 11840896 w 12191998"/>
              <a:gd name="connsiteY229" fmla="*/ 52387 h 851265"/>
              <a:gd name="connsiteX230" fmla="*/ 11877408 w 12191998"/>
              <a:gd name="connsiteY230" fmla="*/ 68262 h 851265"/>
              <a:gd name="connsiteX231" fmla="*/ 11915508 w 12191998"/>
              <a:gd name="connsiteY231" fmla="*/ 87312 h 851265"/>
              <a:gd name="connsiteX232" fmla="*/ 11953608 w 12191998"/>
              <a:gd name="connsiteY232" fmla="*/ 106362 h 851265"/>
              <a:gd name="connsiteX233" fmla="*/ 11990120 w 12191998"/>
              <a:gd name="connsiteY233" fmla="*/ 125412 h 851265"/>
              <a:gd name="connsiteX234" fmla="*/ 12031396 w 12191998"/>
              <a:gd name="connsiteY234" fmla="*/ 141287 h 851265"/>
              <a:gd name="connsiteX235" fmla="*/ 12077432 w 12191998"/>
              <a:gd name="connsiteY235" fmla="*/ 155575 h 851265"/>
              <a:gd name="connsiteX236" fmla="*/ 12129820 w 12191998"/>
              <a:gd name="connsiteY236" fmla="*/ 166688 h 851265"/>
              <a:gd name="connsiteX237" fmla="*/ 12190146 w 12191998"/>
              <a:gd name="connsiteY237" fmla="*/ 174625 h 851265"/>
              <a:gd name="connsiteX238" fmla="*/ 12191998 w 12191998"/>
              <a:gd name="connsiteY238" fmla="*/ 174668 h 851265"/>
              <a:gd name="connsiteX239" fmla="*/ 12191998 w 12191998"/>
              <a:gd name="connsiteY239" fmla="*/ 851265 h 851265"/>
              <a:gd name="connsiteX240" fmla="*/ 0 w 12191998"/>
              <a:gd name="connsiteY240" fmla="*/ 851265 h 851265"/>
              <a:gd name="connsiteX241" fmla="*/ 0 w 12191998"/>
              <a:gd name="connsiteY241" fmla="*/ 174668 h 851265"/>
              <a:gd name="connsiteX242" fmla="*/ 1852 w 12191998"/>
              <a:gd name="connsiteY242" fmla="*/ 174625 h 851265"/>
              <a:gd name="connsiteX243" fmla="*/ 62177 w 12191998"/>
              <a:gd name="connsiteY243" fmla="*/ 166687 h 851265"/>
              <a:gd name="connsiteX244" fmla="*/ 114564 w 12191998"/>
              <a:gd name="connsiteY244" fmla="*/ 155575 h 851265"/>
              <a:gd name="connsiteX245" fmla="*/ 160602 w 12191998"/>
              <a:gd name="connsiteY245" fmla="*/ 141287 h 851265"/>
              <a:gd name="connsiteX246" fmla="*/ 201877 w 12191998"/>
              <a:gd name="connsiteY246" fmla="*/ 125412 h 851265"/>
              <a:gd name="connsiteX247" fmla="*/ 238389 w 12191998"/>
              <a:gd name="connsiteY247" fmla="*/ 106362 h 851265"/>
              <a:gd name="connsiteX248" fmla="*/ 276489 w 12191998"/>
              <a:gd name="connsiteY248" fmla="*/ 87312 h 851265"/>
              <a:gd name="connsiteX249" fmla="*/ 314589 w 12191998"/>
              <a:gd name="connsiteY249" fmla="*/ 68262 h 851265"/>
              <a:gd name="connsiteX250" fmla="*/ 351102 w 12191998"/>
              <a:gd name="connsiteY250" fmla="*/ 52387 h 851265"/>
              <a:gd name="connsiteX251" fmla="*/ 392377 w 12191998"/>
              <a:gd name="connsiteY251" fmla="*/ 36512 h 851265"/>
              <a:gd name="connsiteX252" fmla="*/ 438414 w 12191998"/>
              <a:gd name="connsiteY252" fmla="*/ 20637 h 851265"/>
              <a:gd name="connsiteX253" fmla="*/ 490802 w 12191998"/>
              <a:gd name="connsiteY253" fmla="*/ 9525 h 851265"/>
              <a:gd name="connsiteX254" fmla="*/ 551127 w 12191998"/>
              <a:gd name="connsiteY254" fmla="*/ 3175 h 8512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</a:cxnLst>
            <a:rect l="l" t="t" r="r" b="b"/>
            <a:pathLst>
              <a:path w="12191998" h="851265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6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2" y="36512"/>
                </a:lnTo>
                <a:lnTo>
                  <a:pt x="5002478" y="52387"/>
                </a:lnTo>
                <a:lnTo>
                  <a:pt x="5038989" y="68262"/>
                </a:lnTo>
                <a:lnTo>
                  <a:pt x="5077091" y="87312"/>
                </a:lnTo>
                <a:lnTo>
                  <a:pt x="5115189" y="106362"/>
                </a:lnTo>
                <a:lnTo>
                  <a:pt x="5151702" y="125412"/>
                </a:lnTo>
                <a:lnTo>
                  <a:pt x="5192978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10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8" y="3175"/>
                </a:lnTo>
                <a:lnTo>
                  <a:pt x="6086210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1998" y="174668"/>
                </a:lnTo>
                <a:lnTo>
                  <a:pt x="12191998" y="851265"/>
                </a:lnTo>
                <a:lnTo>
                  <a:pt x="0" y="851265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308</TotalTime>
  <Words>457</Words>
  <Application>Microsoft Office PowerPoint</Application>
  <PresentationFormat>Presentazione su schermo (4:3)</PresentationFormat>
  <Paragraphs>124</Paragraphs>
  <Slides>31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7" baseType="lpstr">
      <vt:lpstr>Arial</vt:lpstr>
      <vt:lpstr>Calibri</vt:lpstr>
      <vt:lpstr>Gill Sans MT</vt:lpstr>
      <vt:lpstr>Impact</vt:lpstr>
      <vt:lpstr>Wingdings</vt:lpstr>
      <vt:lpstr>Badge</vt:lpstr>
      <vt:lpstr>Progetto Ingegneria del Software</vt:lpstr>
      <vt:lpstr>Obiettivo</vt:lpstr>
      <vt:lpstr>Difficoltà incontrate</vt:lpstr>
      <vt:lpstr>Paradigma e Tools</vt:lpstr>
      <vt:lpstr>Software Configuration Management</vt:lpstr>
      <vt:lpstr>Il lavoro su git</vt:lpstr>
      <vt:lpstr>Il lavoro su git</vt:lpstr>
      <vt:lpstr>Il lavoro su git</vt:lpstr>
      <vt:lpstr>Il lavoro su git</vt:lpstr>
      <vt:lpstr>Il lavoro su git</vt:lpstr>
      <vt:lpstr>Il lavoro su git</vt:lpstr>
      <vt:lpstr>Il lavoro su git</vt:lpstr>
      <vt:lpstr>Software Life Cycle</vt:lpstr>
      <vt:lpstr>Software Life Cycle</vt:lpstr>
      <vt:lpstr>Software Life Cycle</vt:lpstr>
      <vt:lpstr>Requisiti</vt:lpstr>
      <vt:lpstr>Architettura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Architettura</vt:lpstr>
      <vt:lpstr>Presentazione standard di PowerPoint</vt:lpstr>
      <vt:lpstr>Design Pattern</vt:lpstr>
      <vt:lpstr>Modellazione</vt:lpstr>
      <vt:lpstr>Implementazione</vt:lpstr>
      <vt:lpstr>Testing</vt:lpstr>
      <vt:lpstr>Demo</vt:lpstr>
      <vt:lpstr>Conclusione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Riccardo</dc:creator>
  <cp:keywords/>
  <dc:description>generated using python-pptx</dc:description>
  <cp:lastModifiedBy>RICCARDO SCOLA COLOMBO</cp:lastModifiedBy>
  <cp:revision>19</cp:revision>
  <dcterms:created xsi:type="dcterms:W3CDTF">2013-01-27T09:14:16Z</dcterms:created>
  <dcterms:modified xsi:type="dcterms:W3CDTF">2026-02-16T22:26:14Z</dcterms:modified>
  <cp:category/>
</cp:coreProperties>
</file>