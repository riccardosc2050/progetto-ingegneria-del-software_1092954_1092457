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71" r:id="rId7"/>
    <p:sldId id="273" r:id="rId8"/>
    <p:sldId id="274" r:id="rId9"/>
    <p:sldId id="270" r:id="rId10"/>
    <p:sldId id="275" r:id="rId11"/>
    <p:sldId id="276" r:id="rId12"/>
    <p:sldId id="272" r:id="rId13"/>
    <p:sldId id="277" r:id="rId14"/>
    <p:sldId id="261" r:id="rId15"/>
    <p:sldId id="278" r:id="rId16"/>
    <p:sldId id="262" r:id="rId17"/>
    <p:sldId id="263" r:id="rId18"/>
    <p:sldId id="280" r:id="rId19"/>
    <p:sldId id="281" r:id="rId20"/>
    <p:sldId id="282" r:id="rId21"/>
    <p:sldId id="283" r:id="rId22"/>
    <p:sldId id="284" r:id="rId23"/>
    <p:sldId id="285" r:id="rId24"/>
    <p:sldId id="279" r:id="rId25"/>
    <p:sldId id="286" r:id="rId26"/>
    <p:sldId id="264" r:id="rId27"/>
    <p:sldId id="287" r:id="rId28"/>
    <p:sldId id="288" r:id="rId29"/>
    <p:sldId id="289" r:id="rId30"/>
    <p:sldId id="290" r:id="rId31"/>
    <p:sldId id="291" r:id="rId32"/>
    <p:sldId id="292" r:id="rId33"/>
    <p:sldId id="293" r:id="rId34"/>
    <p:sldId id="294" r:id="rId35"/>
    <p:sldId id="296" r:id="rId36"/>
    <p:sldId id="295" r:id="rId37"/>
    <p:sldId id="297" r:id="rId38"/>
    <p:sldId id="298" r:id="rId39"/>
    <p:sldId id="299" r:id="rId40"/>
    <p:sldId id="302" r:id="rId41"/>
    <p:sldId id="303" r:id="rId42"/>
    <p:sldId id="304" r:id="rId43"/>
    <p:sldId id="305" r:id="rId44"/>
    <p:sldId id="265" r:id="rId45"/>
    <p:sldId id="266" r:id="rId46"/>
    <p:sldId id="267" r:id="rId47"/>
    <p:sldId id="308" r:id="rId48"/>
    <p:sldId id="309" r:id="rId49"/>
    <p:sldId id="306" r:id="rId50"/>
    <p:sldId id="307" r:id="rId51"/>
    <p:sldId id="268" r:id="rId52"/>
    <p:sldId id="269" r:id="rId5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B323"/>
    <a:srgbClr val="CE8D07"/>
    <a:srgbClr val="00FFFF"/>
    <a:srgbClr val="66FFFF"/>
    <a:srgbClr val="E7E9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4" d="100"/>
          <a:sy n="114" d="100"/>
        </p:scale>
        <p:origin x="2222" y="2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svg"/><Relationship Id="rId1" Type="http://schemas.openxmlformats.org/officeDocument/2006/relationships/image" Target="../media/image37.png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4" Type="http://schemas.openxmlformats.org/officeDocument/2006/relationships/image" Target="../media/image40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svg"/><Relationship Id="rId1" Type="http://schemas.openxmlformats.org/officeDocument/2006/relationships/image" Target="../media/image60.png"/><Relationship Id="rId4" Type="http://schemas.openxmlformats.org/officeDocument/2006/relationships/image" Target="../media/image63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svg"/><Relationship Id="rId1" Type="http://schemas.openxmlformats.org/officeDocument/2006/relationships/image" Target="../media/image64.png"/><Relationship Id="rId6" Type="http://schemas.openxmlformats.org/officeDocument/2006/relationships/image" Target="../media/image69.svg"/><Relationship Id="rId5" Type="http://schemas.openxmlformats.org/officeDocument/2006/relationships/image" Target="../media/image68.png"/><Relationship Id="rId4" Type="http://schemas.openxmlformats.org/officeDocument/2006/relationships/image" Target="../media/image67.svg"/></Relationships>
</file>

<file path=ppt/diagrams/_rels/data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svg"/><Relationship Id="rId1" Type="http://schemas.openxmlformats.org/officeDocument/2006/relationships/image" Target="../media/image70.png"/></Relationships>
</file>

<file path=ppt/diagrams/_rels/data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svg"/><Relationship Id="rId3" Type="http://schemas.openxmlformats.org/officeDocument/2006/relationships/image" Target="../media/image77.png"/><Relationship Id="rId7" Type="http://schemas.openxmlformats.org/officeDocument/2006/relationships/image" Target="../media/image81.png"/><Relationship Id="rId2" Type="http://schemas.openxmlformats.org/officeDocument/2006/relationships/image" Target="../media/image76.svg"/><Relationship Id="rId1" Type="http://schemas.openxmlformats.org/officeDocument/2006/relationships/image" Target="../media/image75.png"/><Relationship Id="rId6" Type="http://schemas.openxmlformats.org/officeDocument/2006/relationships/image" Target="../media/image80.svg"/><Relationship Id="rId5" Type="http://schemas.openxmlformats.org/officeDocument/2006/relationships/image" Target="../media/image79.png"/><Relationship Id="rId10" Type="http://schemas.openxmlformats.org/officeDocument/2006/relationships/image" Target="../media/image84.svg"/><Relationship Id="rId4" Type="http://schemas.openxmlformats.org/officeDocument/2006/relationships/image" Target="../media/image78.svg"/><Relationship Id="rId9" Type="http://schemas.openxmlformats.org/officeDocument/2006/relationships/image" Target="../media/image83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svg"/><Relationship Id="rId1" Type="http://schemas.openxmlformats.org/officeDocument/2006/relationships/image" Target="../media/image37.png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4" Type="http://schemas.openxmlformats.org/officeDocument/2006/relationships/image" Target="../media/image40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svg"/><Relationship Id="rId1" Type="http://schemas.openxmlformats.org/officeDocument/2006/relationships/image" Target="../media/image60.png"/><Relationship Id="rId4" Type="http://schemas.openxmlformats.org/officeDocument/2006/relationships/image" Target="../media/image63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svg"/><Relationship Id="rId1" Type="http://schemas.openxmlformats.org/officeDocument/2006/relationships/image" Target="../media/image64.png"/><Relationship Id="rId6" Type="http://schemas.openxmlformats.org/officeDocument/2006/relationships/image" Target="../media/image69.svg"/><Relationship Id="rId5" Type="http://schemas.openxmlformats.org/officeDocument/2006/relationships/image" Target="../media/image68.png"/><Relationship Id="rId4" Type="http://schemas.openxmlformats.org/officeDocument/2006/relationships/image" Target="../media/image67.svg"/></Relationships>
</file>

<file path=ppt/diagrams/_rels/drawing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svg"/><Relationship Id="rId1" Type="http://schemas.openxmlformats.org/officeDocument/2006/relationships/image" Target="../media/image70.png"/></Relationships>
</file>

<file path=ppt/diagrams/_rels/drawing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svg"/><Relationship Id="rId3" Type="http://schemas.openxmlformats.org/officeDocument/2006/relationships/image" Target="../media/image77.png"/><Relationship Id="rId7" Type="http://schemas.openxmlformats.org/officeDocument/2006/relationships/image" Target="../media/image81.png"/><Relationship Id="rId2" Type="http://schemas.openxmlformats.org/officeDocument/2006/relationships/image" Target="../media/image76.svg"/><Relationship Id="rId1" Type="http://schemas.openxmlformats.org/officeDocument/2006/relationships/image" Target="../media/image75.png"/><Relationship Id="rId6" Type="http://schemas.openxmlformats.org/officeDocument/2006/relationships/image" Target="../media/image80.svg"/><Relationship Id="rId5" Type="http://schemas.openxmlformats.org/officeDocument/2006/relationships/image" Target="../media/image79.png"/><Relationship Id="rId10" Type="http://schemas.openxmlformats.org/officeDocument/2006/relationships/image" Target="../media/image84.svg"/><Relationship Id="rId4" Type="http://schemas.openxmlformats.org/officeDocument/2006/relationships/image" Target="../media/image78.svg"/><Relationship Id="rId9" Type="http://schemas.openxmlformats.org/officeDocument/2006/relationships/image" Target="../media/image83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D83A76A-3D54-43FC-A4C3-C729BC59CED8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1F2A543C-EB67-4603-993C-BF68B73CB8B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Coordinamento moduli Maven</a:t>
          </a:r>
        </a:p>
      </dgm:t>
    </dgm:pt>
    <dgm:pt modelId="{E076D867-6588-4153-A76A-62192F1712BC}" type="parTrans" cxnId="{45E1327C-9135-428E-9AA4-CA48D679449A}">
      <dgm:prSet/>
      <dgm:spPr/>
      <dgm:t>
        <a:bodyPr/>
        <a:lstStyle/>
        <a:p>
          <a:endParaRPr lang="en-US"/>
        </a:p>
      </dgm:t>
    </dgm:pt>
    <dgm:pt modelId="{4FEF1A91-83DA-4CA8-839C-C8A9B91849BA}" type="sibTrans" cxnId="{45E1327C-9135-428E-9AA4-CA48D679449A}">
      <dgm:prSet/>
      <dgm:spPr/>
      <dgm:t>
        <a:bodyPr/>
        <a:lstStyle/>
        <a:p>
          <a:endParaRPr lang="en-US"/>
        </a:p>
      </dgm:t>
    </dgm:pt>
    <dgm:pt modelId="{D637DC6B-16F2-42EF-91B3-70304B5BC8FF}">
      <dgm:prSet/>
      <dgm:spPr/>
      <dgm:t>
        <a:bodyPr/>
        <a:lstStyle/>
        <a:p>
          <a:pPr>
            <a:lnSpc>
              <a:spcPct val="100000"/>
            </a:lnSpc>
          </a:pPr>
          <a:r>
            <a:rPr lang="it-IT"/>
            <a:t>Configurazione pom.xml</a:t>
          </a:r>
          <a:endParaRPr lang="en-US"/>
        </a:p>
      </dgm:t>
    </dgm:pt>
    <dgm:pt modelId="{06B97277-9ACC-4BA0-BC0A-F891511DE77C}" type="parTrans" cxnId="{F86CC0BE-6080-4129-B369-3427858FDE5E}">
      <dgm:prSet/>
      <dgm:spPr/>
      <dgm:t>
        <a:bodyPr/>
        <a:lstStyle/>
        <a:p>
          <a:endParaRPr lang="en-US"/>
        </a:p>
      </dgm:t>
    </dgm:pt>
    <dgm:pt modelId="{1405E72F-92FC-4872-A758-EC4AEF31A2E1}" type="sibTrans" cxnId="{F86CC0BE-6080-4129-B369-3427858FDE5E}">
      <dgm:prSet/>
      <dgm:spPr/>
      <dgm:t>
        <a:bodyPr/>
        <a:lstStyle/>
        <a:p>
          <a:endParaRPr lang="en-US"/>
        </a:p>
      </dgm:t>
    </dgm:pt>
    <dgm:pt modelId="{B8AD4494-1A54-4007-ABD1-4FD301A56F3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it-IT"/>
            <a:t>Comprensione di Spring Boot per il data base</a:t>
          </a:r>
          <a:endParaRPr lang="en-US"/>
        </a:p>
      </dgm:t>
    </dgm:pt>
    <dgm:pt modelId="{8BEA6744-F004-46CC-92AD-F561D28C960D}" type="parTrans" cxnId="{83C4950F-BCE1-4261-B2EA-8DA4B155DAD0}">
      <dgm:prSet/>
      <dgm:spPr/>
      <dgm:t>
        <a:bodyPr/>
        <a:lstStyle/>
        <a:p>
          <a:endParaRPr lang="en-US"/>
        </a:p>
      </dgm:t>
    </dgm:pt>
    <dgm:pt modelId="{07EBAD76-258D-4E62-86E4-E383DB2070CE}" type="sibTrans" cxnId="{83C4950F-BCE1-4261-B2EA-8DA4B155DAD0}">
      <dgm:prSet/>
      <dgm:spPr/>
      <dgm:t>
        <a:bodyPr/>
        <a:lstStyle/>
        <a:p>
          <a:endParaRPr lang="en-US"/>
        </a:p>
      </dgm:t>
    </dgm:pt>
    <dgm:pt modelId="{DFCDF8C0-AA99-42E9-8CB7-E64F819BF6EC}">
      <dgm:prSet/>
      <dgm:spPr/>
      <dgm:t>
        <a:bodyPr/>
        <a:lstStyle/>
        <a:p>
          <a:pPr>
            <a:lnSpc>
              <a:spcPct val="100000"/>
            </a:lnSpc>
          </a:pPr>
          <a:r>
            <a:rPr lang="it-IT"/>
            <a:t>Separazione livelli (dominio, service, data)</a:t>
          </a:r>
          <a:endParaRPr lang="en-US"/>
        </a:p>
      </dgm:t>
    </dgm:pt>
    <dgm:pt modelId="{B2673BA7-850F-49CF-8D40-29B7E386FBE4}" type="parTrans" cxnId="{81F6D5E0-DFAF-4F6E-B27A-BC6756DF09DA}">
      <dgm:prSet/>
      <dgm:spPr/>
      <dgm:t>
        <a:bodyPr/>
        <a:lstStyle/>
        <a:p>
          <a:endParaRPr lang="en-US"/>
        </a:p>
      </dgm:t>
    </dgm:pt>
    <dgm:pt modelId="{F0739D95-5447-48A3-9AEB-58AE1377914F}" type="sibTrans" cxnId="{81F6D5E0-DFAF-4F6E-B27A-BC6756DF09DA}">
      <dgm:prSet/>
      <dgm:spPr/>
      <dgm:t>
        <a:bodyPr/>
        <a:lstStyle/>
        <a:p>
          <a:endParaRPr lang="en-US"/>
        </a:p>
      </dgm:t>
    </dgm:pt>
    <dgm:pt modelId="{F18F742F-9839-40A2-A130-7FC4F74AFA7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it-IT"/>
            <a:t>Function decomposition</a:t>
          </a:r>
          <a:endParaRPr lang="en-US"/>
        </a:p>
      </dgm:t>
    </dgm:pt>
    <dgm:pt modelId="{788B5ABC-303F-4679-86EC-622E6970311D}" type="parTrans" cxnId="{6319E8ED-61AE-4C45-B214-792796286095}">
      <dgm:prSet/>
      <dgm:spPr/>
      <dgm:t>
        <a:bodyPr/>
        <a:lstStyle/>
        <a:p>
          <a:endParaRPr lang="en-US"/>
        </a:p>
      </dgm:t>
    </dgm:pt>
    <dgm:pt modelId="{5DCFD629-E2C8-4348-BC58-7DACBA52C7D7}" type="sibTrans" cxnId="{6319E8ED-61AE-4C45-B214-792796286095}">
      <dgm:prSet/>
      <dgm:spPr/>
      <dgm:t>
        <a:bodyPr/>
        <a:lstStyle/>
        <a:p>
          <a:endParaRPr lang="en-US"/>
        </a:p>
      </dgm:t>
    </dgm:pt>
    <dgm:pt modelId="{A29B7ACB-7836-4B0D-B678-AC9664D9408B}">
      <dgm:prSet/>
      <dgm:spPr/>
      <dgm:t>
        <a:bodyPr/>
        <a:lstStyle/>
        <a:p>
          <a:pPr>
            <a:lnSpc>
              <a:spcPct val="100000"/>
            </a:lnSpc>
          </a:pPr>
          <a:r>
            <a:rPr lang="it-IT"/>
            <a:t>(dominio, service, data)</a:t>
          </a:r>
          <a:endParaRPr lang="en-US"/>
        </a:p>
      </dgm:t>
    </dgm:pt>
    <dgm:pt modelId="{1A49F7A9-63A2-479C-B9D0-C809E132D857}" type="parTrans" cxnId="{397FC426-D35B-4AE0-809B-09C752302F40}">
      <dgm:prSet/>
      <dgm:spPr/>
      <dgm:t>
        <a:bodyPr/>
        <a:lstStyle/>
        <a:p>
          <a:endParaRPr lang="en-US"/>
        </a:p>
      </dgm:t>
    </dgm:pt>
    <dgm:pt modelId="{569FB586-4896-4D4D-9581-3ECB27626A1A}" type="sibTrans" cxnId="{397FC426-D35B-4AE0-809B-09C752302F40}">
      <dgm:prSet/>
      <dgm:spPr/>
      <dgm:t>
        <a:bodyPr/>
        <a:lstStyle/>
        <a:p>
          <a:endParaRPr lang="en-US"/>
        </a:p>
      </dgm:t>
    </dgm:pt>
    <dgm:pt modelId="{35E80382-21C3-48DD-A20F-3398316BFEC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it-IT"/>
            <a:t>Sviluppare la GUI</a:t>
          </a:r>
          <a:endParaRPr lang="en-US"/>
        </a:p>
      </dgm:t>
    </dgm:pt>
    <dgm:pt modelId="{0EDD67AA-F3ED-4030-9326-1F35F814D6C4}" type="parTrans" cxnId="{2772D750-5D16-422D-A8AD-FE3962C1361B}">
      <dgm:prSet/>
      <dgm:spPr/>
      <dgm:t>
        <a:bodyPr/>
        <a:lstStyle/>
        <a:p>
          <a:endParaRPr lang="en-US"/>
        </a:p>
      </dgm:t>
    </dgm:pt>
    <dgm:pt modelId="{D0F8840B-87BD-4666-A303-F34BF6990CAE}" type="sibTrans" cxnId="{2772D750-5D16-422D-A8AD-FE3962C1361B}">
      <dgm:prSet/>
      <dgm:spPr/>
      <dgm:t>
        <a:bodyPr/>
        <a:lstStyle/>
        <a:p>
          <a:endParaRPr lang="en-US"/>
        </a:p>
      </dgm:t>
    </dgm:pt>
    <dgm:pt modelId="{1300EFF0-76B5-496C-8D14-0B48F862278C}">
      <dgm:prSet/>
      <dgm:spPr/>
      <dgm:t>
        <a:bodyPr/>
        <a:lstStyle/>
        <a:p>
          <a:pPr>
            <a:lnSpc>
              <a:spcPct val="100000"/>
            </a:lnSpc>
          </a:pPr>
          <a:r>
            <a:rPr lang="it-IT"/>
            <a:t>Comprensione e gestione MVC</a:t>
          </a:r>
          <a:endParaRPr lang="en-US"/>
        </a:p>
      </dgm:t>
    </dgm:pt>
    <dgm:pt modelId="{2687C8DA-FC59-4D89-97AF-BEB6F10A6BD3}" type="parTrans" cxnId="{2C7CCA2D-F7AF-4727-9077-E11E340FB638}">
      <dgm:prSet/>
      <dgm:spPr/>
      <dgm:t>
        <a:bodyPr/>
        <a:lstStyle/>
        <a:p>
          <a:endParaRPr lang="en-US"/>
        </a:p>
      </dgm:t>
    </dgm:pt>
    <dgm:pt modelId="{F8A57A23-4573-4976-B4DD-19A9847426B7}" type="sibTrans" cxnId="{2C7CCA2D-F7AF-4727-9077-E11E340FB638}">
      <dgm:prSet/>
      <dgm:spPr/>
      <dgm:t>
        <a:bodyPr/>
        <a:lstStyle/>
        <a:p>
          <a:endParaRPr lang="en-US"/>
        </a:p>
      </dgm:t>
    </dgm:pt>
    <dgm:pt modelId="{78C52FBA-16A5-47C7-8D7B-78974C622B85}" type="pres">
      <dgm:prSet presAssocID="{3D83A76A-3D54-43FC-A4C3-C729BC59CED8}" presName="root" presStyleCnt="0">
        <dgm:presLayoutVars>
          <dgm:dir/>
          <dgm:resizeHandles val="exact"/>
        </dgm:presLayoutVars>
      </dgm:prSet>
      <dgm:spPr/>
    </dgm:pt>
    <dgm:pt modelId="{09DC8506-7F44-4C47-A815-2F3175D49297}" type="pres">
      <dgm:prSet presAssocID="{1F2A543C-EB67-4603-993C-BF68B73CB8BA}" presName="compNode" presStyleCnt="0"/>
      <dgm:spPr/>
    </dgm:pt>
    <dgm:pt modelId="{90CCF731-8D09-4660-A324-CA1402B2D94D}" type="pres">
      <dgm:prSet presAssocID="{1F2A543C-EB67-4603-993C-BF68B73CB8B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esign dei livelli con riempimento a tinta unita"/>
        </a:ext>
      </dgm:extLst>
    </dgm:pt>
    <dgm:pt modelId="{1CB2430C-A380-47C8-919A-FCF14FA3EF75}" type="pres">
      <dgm:prSet presAssocID="{1F2A543C-EB67-4603-993C-BF68B73CB8BA}" presName="iconSpace" presStyleCnt="0"/>
      <dgm:spPr/>
    </dgm:pt>
    <dgm:pt modelId="{E1DD04C1-C02C-4E4B-8961-1D896913BA32}" type="pres">
      <dgm:prSet presAssocID="{1F2A543C-EB67-4603-993C-BF68B73CB8BA}" presName="parTx" presStyleLbl="revTx" presStyleIdx="0" presStyleCnt="8">
        <dgm:presLayoutVars>
          <dgm:chMax val="0"/>
          <dgm:chPref val="0"/>
        </dgm:presLayoutVars>
      </dgm:prSet>
      <dgm:spPr/>
    </dgm:pt>
    <dgm:pt modelId="{26AFB26E-A8ED-4902-9FE9-6060B5D6658D}" type="pres">
      <dgm:prSet presAssocID="{1F2A543C-EB67-4603-993C-BF68B73CB8BA}" presName="txSpace" presStyleCnt="0"/>
      <dgm:spPr/>
    </dgm:pt>
    <dgm:pt modelId="{9E403EA2-50CC-40F0-8C5B-34A50B8CED0A}" type="pres">
      <dgm:prSet presAssocID="{1F2A543C-EB67-4603-993C-BF68B73CB8BA}" presName="desTx" presStyleLbl="revTx" presStyleIdx="1" presStyleCnt="8">
        <dgm:presLayoutVars/>
      </dgm:prSet>
      <dgm:spPr/>
    </dgm:pt>
    <dgm:pt modelId="{4D8FE5C8-E2CB-4E3B-8786-DBDFB4258E0C}" type="pres">
      <dgm:prSet presAssocID="{4FEF1A91-83DA-4CA8-839C-C8A9B91849BA}" presName="sibTrans" presStyleCnt="0"/>
      <dgm:spPr/>
    </dgm:pt>
    <dgm:pt modelId="{3F9228BD-CBFF-4737-A297-FB9CE83C8458}" type="pres">
      <dgm:prSet presAssocID="{B8AD4494-1A54-4007-ABD1-4FD301A56F33}" presName="compNode" presStyleCnt="0"/>
      <dgm:spPr/>
    </dgm:pt>
    <dgm:pt modelId="{24EF038E-80E3-4835-ACBB-38888982A7C4}" type="pres">
      <dgm:prSet presAssocID="{B8AD4494-1A54-4007-ABD1-4FD301A56F3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1B562B06-73B1-4B54-9D81-3421A73AA3F5}" type="pres">
      <dgm:prSet presAssocID="{B8AD4494-1A54-4007-ABD1-4FD301A56F33}" presName="iconSpace" presStyleCnt="0"/>
      <dgm:spPr/>
    </dgm:pt>
    <dgm:pt modelId="{DCA936B3-D518-4D38-B1E5-6E7D61385305}" type="pres">
      <dgm:prSet presAssocID="{B8AD4494-1A54-4007-ABD1-4FD301A56F33}" presName="parTx" presStyleLbl="revTx" presStyleIdx="2" presStyleCnt="8">
        <dgm:presLayoutVars>
          <dgm:chMax val="0"/>
          <dgm:chPref val="0"/>
        </dgm:presLayoutVars>
      </dgm:prSet>
      <dgm:spPr/>
    </dgm:pt>
    <dgm:pt modelId="{21E2B11D-1A25-4772-9595-4FFFE82CDB94}" type="pres">
      <dgm:prSet presAssocID="{B8AD4494-1A54-4007-ABD1-4FD301A56F33}" presName="txSpace" presStyleCnt="0"/>
      <dgm:spPr/>
    </dgm:pt>
    <dgm:pt modelId="{894E2B9A-C3F5-418C-9701-E1D6C7750A20}" type="pres">
      <dgm:prSet presAssocID="{B8AD4494-1A54-4007-ABD1-4FD301A56F33}" presName="desTx" presStyleLbl="revTx" presStyleIdx="3" presStyleCnt="8">
        <dgm:presLayoutVars/>
      </dgm:prSet>
      <dgm:spPr/>
    </dgm:pt>
    <dgm:pt modelId="{2ADC6FD0-917A-4C27-B1EA-67DDB005E7C3}" type="pres">
      <dgm:prSet presAssocID="{07EBAD76-258D-4E62-86E4-E383DB2070CE}" presName="sibTrans" presStyleCnt="0"/>
      <dgm:spPr/>
    </dgm:pt>
    <dgm:pt modelId="{D66CF636-94DD-4AFB-823E-4F9168C45581}" type="pres">
      <dgm:prSet presAssocID="{F18F742F-9839-40A2-A130-7FC4F74AFA72}" presName="compNode" presStyleCnt="0"/>
      <dgm:spPr/>
    </dgm:pt>
    <dgm:pt modelId="{FB3B0B42-A912-4E99-B57E-E84FA21BD61A}" type="pres">
      <dgm:prSet presAssocID="{F18F742F-9839-40A2-A130-7FC4F74AFA7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agramma di flusso"/>
        </a:ext>
      </dgm:extLst>
    </dgm:pt>
    <dgm:pt modelId="{B9B77089-0EDB-406C-97B5-80425CA2B7FF}" type="pres">
      <dgm:prSet presAssocID="{F18F742F-9839-40A2-A130-7FC4F74AFA72}" presName="iconSpace" presStyleCnt="0"/>
      <dgm:spPr/>
    </dgm:pt>
    <dgm:pt modelId="{1F0CE8C2-9DC5-4484-ADB2-120E876C1F9B}" type="pres">
      <dgm:prSet presAssocID="{F18F742F-9839-40A2-A130-7FC4F74AFA72}" presName="parTx" presStyleLbl="revTx" presStyleIdx="4" presStyleCnt="8">
        <dgm:presLayoutVars>
          <dgm:chMax val="0"/>
          <dgm:chPref val="0"/>
        </dgm:presLayoutVars>
      </dgm:prSet>
      <dgm:spPr/>
    </dgm:pt>
    <dgm:pt modelId="{BF492FE2-B37B-4C0A-AE73-477204838284}" type="pres">
      <dgm:prSet presAssocID="{F18F742F-9839-40A2-A130-7FC4F74AFA72}" presName="txSpace" presStyleCnt="0"/>
      <dgm:spPr/>
    </dgm:pt>
    <dgm:pt modelId="{36B0428A-836C-4E59-91D1-D820E0DBB003}" type="pres">
      <dgm:prSet presAssocID="{F18F742F-9839-40A2-A130-7FC4F74AFA72}" presName="desTx" presStyleLbl="revTx" presStyleIdx="5" presStyleCnt="8">
        <dgm:presLayoutVars/>
      </dgm:prSet>
      <dgm:spPr/>
    </dgm:pt>
    <dgm:pt modelId="{07BA6581-94E5-46CE-9C95-D37C5DFAE7B0}" type="pres">
      <dgm:prSet presAssocID="{5DCFD629-E2C8-4348-BC58-7DACBA52C7D7}" presName="sibTrans" presStyleCnt="0"/>
      <dgm:spPr/>
    </dgm:pt>
    <dgm:pt modelId="{C7CA39C6-A3B7-44E2-9139-B29D103D9374}" type="pres">
      <dgm:prSet presAssocID="{35E80382-21C3-48DD-A20F-3398316BFEC5}" presName="compNode" presStyleCnt="0"/>
      <dgm:spPr/>
    </dgm:pt>
    <dgm:pt modelId="{331B2BEB-EC41-47C4-8721-7598C26CEFFF}" type="pres">
      <dgm:prSet presAssocID="{35E80382-21C3-48DD-A20F-3398316BFEC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 con riempimento a tinta unita"/>
        </a:ext>
      </dgm:extLst>
    </dgm:pt>
    <dgm:pt modelId="{EB44E182-CD7E-44EE-8AD8-393DE622389B}" type="pres">
      <dgm:prSet presAssocID="{35E80382-21C3-48DD-A20F-3398316BFEC5}" presName="iconSpace" presStyleCnt="0"/>
      <dgm:spPr/>
    </dgm:pt>
    <dgm:pt modelId="{74BD1268-C12F-4819-90C9-731C23CB031F}" type="pres">
      <dgm:prSet presAssocID="{35E80382-21C3-48DD-A20F-3398316BFEC5}" presName="parTx" presStyleLbl="revTx" presStyleIdx="6" presStyleCnt="8">
        <dgm:presLayoutVars>
          <dgm:chMax val="0"/>
          <dgm:chPref val="0"/>
        </dgm:presLayoutVars>
      </dgm:prSet>
      <dgm:spPr/>
    </dgm:pt>
    <dgm:pt modelId="{F03EA609-8820-4CA7-B5B6-27B6642C3569}" type="pres">
      <dgm:prSet presAssocID="{35E80382-21C3-48DD-A20F-3398316BFEC5}" presName="txSpace" presStyleCnt="0"/>
      <dgm:spPr/>
    </dgm:pt>
    <dgm:pt modelId="{BBBB01C6-67C2-4001-8CC8-BDA101E353C6}" type="pres">
      <dgm:prSet presAssocID="{35E80382-21C3-48DD-A20F-3398316BFEC5}" presName="desTx" presStyleLbl="revTx" presStyleIdx="7" presStyleCnt="8">
        <dgm:presLayoutVars/>
      </dgm:prSet>
      <dgm:spPr/>
    </dgm:pt>
  </dgm:ptLst>
  <dgm:cxnLst>
    <dgm:cxn modelId="{D68DD408-EA0E-4DC7-863E-BB82CE40D02A}" type="presOf" srcId="{1F2A543C-EB67-4603-993C-BF68B73CB8BA}" destId="{E1DD04C1-C02C-4E4B-8961-1D896913BA32}" srcOrd="0" destOrd="0" presId="urn:microsoft.com/office/officeart/2018/2/layout/IconLabelDescriptionList"/>
    <dgm:cxn modelId="{83C4950F-BCE1-4261-B2EA-8DA4B155DAD0}" srcId="{3D83A76A-3D54-43FC-A4C3-C729BC59CED8}" destId="{B8AD4494-1A54-4007-ABD1-4FD301A56F33}" srcOrd="1" destOrd="0" parTransId="{8BEA6744-F004-46CC-92AD-F561D28C960D}" sibTransId="{07EBAD76-258D-4E62-86E4-E383DB2070CE}"/>
    <dgm:cxn modelId="{2BCA171E-9C36-443A-89DB-D511EDCCB5FF}" type="presOf" srcId="{D637DC6B-16F2-42EF-91B3-70304B5BC8FF}" destId="{9E403EA2-50CC-40F0-8C5B-34A50B8CED0A}" srcOrd="0" destOrd="0" presId="urn:microsoft.com/office/officeart/2018/2/layout/IconLabelDescriptionList"/>
    <dgm:cxn modelId="{397FC426-D35B-4AE0-809B-09C752302F40}" srcId="{F18F742F-9839-40A2-A130-7FC4F74AFA72}" destId="{A29B7ACB-7836-4B0D-B678-AC9664D9408B}" srcOrd="0" destOrd="0" parTransId="{1A49F7A9-63A2-479C-B9D0-C809E132D857}" sibTransId="{569FB586-4896-4D4D-9581-3ECB27626A1A}"/>
    <dgm:cxn modelId="{2C7CCA2D-F7AF-4727-9077-E11E340FB638}" srcId="{35E80382-21C3-48DD-A20F-3398316BFEC5}" destId="{1300EFF0-76B5-496C-8D14-0B48F862278C}" srcOrd="0" destOrd="0" parTransId="{2687C8DA-FC59-4D89-97AF-BEB6F10A6BD3}" sibTransId="{F8A57A23-4573-4976-B4DD-19A9847426B7}"/>
    <dgm:cxn modelId="{D6E40960-C359-4178-BC05-05D202116A04}" type="presOf" srcId="{3D83A76A-3D54-43FC-A4C3-C729BC59CED8}" destId="{78C52FBA-16A5-47C7-8D7B-78974C622B85}" srcOrd="0" destOrd="0" presId="urn:microsoft.com/office/officeart/2018/2/layout/IconLabelDescriptionList"/>
    <dgm:cxn modelId="{02575667-0F73-4665-8511-942785BF51BC}" type="presOf" srcId="{DFCDF8C0-AA99-42E9-8CB7-E64F819BF6EC}" destId="{894E2B9A-C3F5-418C-9701-E1D6C7750A20}" srcOrd="0" destOrd="0" presId="urn:microsoft.com/office/officeart/2018/2/layout/IconLabelDescriptionList"/>
    <dgm:cxn modelId="{79BEA26F-68E5-44AD-A62F-B43298CF8098}" type="presOf" srcId="{1300EFF0-76B5-496C-8D14-0B48F862278C}" destId="{BBBB01C6-67C2-4001-8CC8-BDA101E353C6}" srcOrd="0" destOrd="0" presId="urn:microsoft.com/office/officeart/2018/2/layout/IconLabelDescriptionList"/>
    <dgm:cxn modelId="{61DFF24F-FF01-4A0D-9A2F-F5F795A0708B}" type="presOf" srcId="{35E80382-21C3-48DD-A20F-3398316BFEC5}" destId="{74BD1268-C12F-4819-90C9-731C23CB031F}" srcOrd="0" destOrd="0" presId="urn:microsoft.com/office/officeart/2018/2/layout/IconLabelDescriptionList"/>
    <dgm:cxn modelId="{2772D750-5D16-422D-A8AD-FE3962C1361B}" srcId="{3D83A76A-3D54-43FC-A4C3-C729BC59CED8}" destId="{35E80382-21C3-48DD-A20F-3398316BFEC5}" srcOrd="3" destOrd="0" parTransId="{0EDD67AA-F3ED-4030-9326-1F35F814D6C4}" sibTransId="{D0F8840B-87BD-4666-A303-F34BF6990CAE}"/>
    <dgm:cxn modelId="{AB53BB7B-093D-444F-885F-A23A8F43CC44}" type="presOf" srcId="{B8AD4494-1A54-4007-ABD1-4FD301A56F33}" destId="{DCA936B3-D518-4D38-B1E5-6E7D61385305}" srcOrd="0" destOrd="0" presId="urn:microsoft.com/office/officeart/2018/2/layout/IconLabelDescriptionList"/>
    <dgm:cxn modelId="{45E1327C-9135-428E-9AA4-CA48D679449A}" srcId="{3D83A76A-3D54-43FC-A4C3-C729BC59CED8}" destId="{1F2A543C-EB67-4603-993C-BF68B73CB8BA}" srcOrd="0" destOrd="0" parTransId="{E076D867-6588-4153-A76A-62192F1712BC}" sibTransId="{4FEF1A91-83DA-4CA8-839C-C8A9B91849BA}"/>
    <dgm:cxn modelId="{42A1E79B-E5AE-4EFD-A00B-4740BF477F7E}" type="presOf" srcId="{A29B7ACB-7836-4B0D-B678-AC9664D9408B}" destId="{36B0428A-836C-4E59-91D1-D820E0DBB003}" srcOrd="0" destOrd="0" presId="urn:microsoft.com/office/officeart/2018/2/layout/IconLabelDescriptionList"/>
    <dgm:cxn modelId="{F86CC0BE-6080-4129-B369-3427858FDE5E}" srcId="{1F2A543C-EB67-4603-993C-BF68B73CB8BA}" destId="{D637DC6B-16F2-42EF-91B3-70304B5BC8FF}" srcOrd="0" destOrd="0" parTransId="{06B97277-9ACC-4BA0-BC0A-F891511DE77C}" sibTransId="{1405E72F-92FC-4872-A758-EC4AEF31A2E1}"/>
    <dgm:cxn modelId="{81F6D5E0-DFAF-4F6E-B27A-BC6756DF09DA}" srcId="{B8AD4494-1A54-4007-ABD1-4FD301A56F33}" destId="{DFCDF8C0-AA99-42E9-8CB7-E64F819BF6EC}" srcOrd="0" destOrd="0" parTransId="{B2673BA7-850F-49CF-8D40-29B7E386FBE4}" sibTransId="{F0739D95-5447-48A3-9AEB-58AE1377914F}"/>
    <dgm:cxn modelId="{C581E7EB-163B-4186-813E-D7C7C268F420}" type="presOf" srcId="{F18F742F-9839-40A2-A130-7FC4F74AFA72}" destId="{1F0CE8C2-9DC5-4484-ADB2-120E876C1F9B}" srcOrd="0" destOrd="0" presId="urn:microsoft.com/office/officeart/2018/2/layout/IconLabelDescriptionList"/>
    <dgm:cxn modelId="{6319E8ED-61AE-4C45-B214-792796286095}" srcId="{3D83A76A-3D54-43FC-A4C3-C729BC59CED8}" destId="{F18F742F-9839-40A2-A130-7FC4F74AFA72}" srcOrd="2" destOrd="0" parTransId="{788B5ABC-303F-4679-86EC-622E6970311D}" sibTransId="{5DCFD629-E2C8-4348-BC58-7DACBA52C7D7}"/>
    <dgm:cxn modelId="{9FE0EBC4-8058-431C-944D-A63CB4C5896A}" type="presParOf" srcId="{78C52FBA-16A5-47C7-8D7B-78974C622B85}" destId="{09DC8506-7F44-4C47-A815-2F3175D49297}" srcOrd="0" destOrd="0" presId="urn:microsoft.com/office/officeart/2018/2/layout/IconLabelDescriptionList"/>
    <dgm:cxn modelId="{5C96BA3A-C09C-4449-BAD5-66543EC6994C}" type="presParOf" srcId="{09DC8506-7F44-4C47-A815-2F3175D49297}" destId="{90CCF731-8D09-4660-A324-CA1402B2D94D}" srcOrd="0" destOrd="0" presId="urn:microsoft.com/office/officeart/2018/2/layout/IconLabelDescriptionList"/>
    <dgm:cxn modelId="{C075FF6D-19CE-4F4B-A508-3D2588D5E9B9}" type="presParOf" srcId="{09DC8506-7F44-4C47-A815-2F3175D49297}" destId="{1CB2430C-A380-47C8-919A-FCF14FA3EF75}" srcOrd="1" destOrd="0" presId="urn:microsoft.com/office/officeart/2018/2/layout/IconLabelDescriptionList"/>
    <dgm:cxn modelId="{FE1D2A73-721E-4E46-ADF7-E60AB91C80A9}" type="presParOf" srcId="{09DC8506-7F44-4C47-A815-2F3175D49297}" destId="{E1DD04C1-C02C-4E4B-8961-1D896913BA32}" srcOrd="2" destOrd="0" presId="urn:microsoft.com/office/officeart/2018/2/layout/IconLabelDescriptionList"/>
    <dgm:cxn modelId="{B3622534-3E65-4DEA-9139-07562215D211}" type="presParOf" srcId="{09DC8506-7F44-4C47-A815-2F3175D49297}" destId="{26AFB26E-A8ED-4902-9FE9-6060B5D6658D}" srcOrd="3" destOrd="0" presId="urn:microsoft.com/office/officeart/2018/2/layout/IconLabelDescriptionList"/>
    <dgm:cxn modelId="{0556C653-48AB-4B8C-8EE7-0EF9FE9B15FB}" type="presParOf" srcId="{09DC8506-7F44-4C47-A815-2F3175D49297}" destId="{9E403EA2-50CC-40F0-8C5B-34A50B8CED0A}" srcOrd="4" destOrd="0" presId="urn:microsoft.com/office/officeart/2018/2/layout/IconLabelDescriptionList"/>
    <dgm:cxn modelId="{FE23EBDB-23B8-44C0-A4A3-49D037E84205}" type="presParOf" srcId="{78C52FBA-16A5-47C7-8D7B-78974C622B85}" destId="{4D8FE5C8-E2CB-4E3B-8786-DBDFB4258E0C}" srcOrd="1" destOrd="0" presId="urn:microsoft.com/office/officeart/2018/2/layout/IconLabelDescriptionList"/>
    <dgm:cxn modelId="{84399D09-A7B6-485A-80C3-33BC0AE098B0}" type="presParOf" srcId="{78C52FBA-16A5-47C7-8D7B-78974C622B85}" destId="{3F9228BD-CBFF-4737-A297-FB9CE83C8458}" srcOrd="2" destOrd="0" presId="urn:microsoft.com/office/officeart/2018/2/layout/IconLabelDescriptionList"/>
    <dgm:cxn modelId="{D516EFB6-DD06-49B6-9B8A-779F8D650E55}" type="presParOf" srcId="{3F9228BD-CBFF-4737-A297-FB9CE83C8458}" destId="{24EF038E-80E3-4835-ACBB-38888982A7C4}" srcOrd="0" destOrd="0" presId="urn:microsoft.com/office/officeart/2018/2/layout/IconLabelDescriptionList"/>
    <dgm:cxn modelId="{B9286827-F94D-4893-B12D-C4FE84BB6861}" type="presParOf" srcId="{3F9228BD-CBFF-4737-A297-FB9CE83C8458}" destId="{1B562B06-73B1-4B54-9D81-3421A73AA3F5}" srcOrd="1" destOrd="0" presId="urn:microsoft.com/office/officeart/2018/2/layout/IconLabelDescriptionList"/>
    <dgm:cxn modelId="{C34AF346-2B88-4683-8CEF-19E37E53E29A}" type="presParOf" srcId="{3F9228BD-CBFF-4737-A297-FB9CE83C8458}" destId="{DCA936B3-D518-4D38-B1E5-6E7D61385305}" srcOrd="2" destOrd="0" presId="urn:microsoft.com/office/officeart/2018/2/layout/IconLabelDescriptionList"/>
    <dgm:cxn modelId="{9617FA65-DC1C-4239-B3C7-80A6FC21EBDD}" type="presParOf" srcId="{3F9228BD-CBFF-4737-A297-FB9CE83C8458}" destId="{21E2B11D-1A25-4772-9595-4FFFE82CDB94}" srcOrd="3" destOrd="0" presId="urn:microsoft.com/office/officeart/2018/2/layout/IconLabelDescriptionList"/>
    <dgm:cxn modelId="{1DC778D7-788F-46AB-9BB9-DE9E0EFE2AAB}" type="presParOf" srcId="{3F9228BD-CBFF-4737-A297-FB9CE83C8458}" destId="{894E2B9A-C3F5-418C-9701-E1D6C7750A20}" srcOrd="4" destOrd="0" presId="urn:microsoft.com/office/officeart/2018/2/layout/IconLabelDescriptionList"/>
    <dgm:cxn modelId="{A25E1036-29F1-4F1B-A263-2F72E554A67E}" type="presParOf" srcId="{78C52FBA-16A5-47C7-8D7B-78974C622B85}" destId="{2ADC6FD0-917A-4C27-B1EA-67DDB005E7C3}" srcOrd="3" destOrd="0" presId="urn:microsoft.com/office/officeart/2018/2/layout/IconLabelDescriptionList"/>
    <dgm:cxn modelId="{43D69964-024D-403E-88CC-47AF3875CA2E}" type="presParOf" srcId="{78C52FBA-16A5-47C7-8D7B-78974C622B85}" destId="{D66CF636-94DD-4AFB-823E-4F9168C45581}" srcOrd="4" destOrd="0" presId="urn:microsoft.com/office/officeart/2018/2/layout/IconLabelDescriptionList"/>
    <dgm:cxn modelId="{B274648A-AB3C-4DFC-978B-FE5BFE1499C4}" type="presParOf" srcId="{D66CF636-94DD-4AFB-823E-4F9168C45581}" destId="{FB3B0B42-A912-4E99-B57E-E84FA21BD61A}" srcOrd="0" destOrd="0" presId="urn:microsoft.com/office/officeart/2018/2/layout/IconLabelDescriptionList"/>
    <dgm:cxn modelId="{085441F0-7E69-4087-8161-5FD72F269BD0}" type="presParOf" srcId="{D66CF636-94DD-4AFB-823E-4F9168C45581}" destId="{B9B77089-0EDB-406C-97B5-80425CA2B7FF}" srcOrd="1" destOrd="0" presId="urn:microsoft.com/office/officeart/2018/2/layout/IconLabelDescriptionList"/>
    <dgm:cxn modelId="{13E36C6E-DA5C-4C46-B525-AB133BEF08B2}" type="presParOf" srcId="{D66CF636-94DD-4AFB-823E-4F9168C45581}" destId="{1F0CE8C2-9DC5-4484-ADB2-120E876C1F9B}" srcOrd="2" destOrd="0" presId="urn:microsoft.com/office/officeart/2018/2/layout/IconLabelDescriptionList"/>
    <dgm:cxn modelId="{EB603423-1E6C-4ED3-8F07-DCA21158B392}" type="presParOf" srcId="{D66CF636-94DD-4AFB-823E-4F9168C45581}" destId="{BF492FE2-B37B-4C0A-AE73-477204838284}" srcOrd="3" destOrd="0" presId="urn:microsoft.com/office/officeart/2018/2/layout/IconLabelDescriptionList"/>
    <dgm:cxn modelId="{DECE7451-07FD-46C5-9D17-88B5BB977A00}" type="presParOf" srcId="{D66CF636-94DD-4AFB-823E-4F9168C45581}" destId="{36B0428A-836C-4E59-91D1-D820E0DBB003}" srcOrd="4" destOrd="0" presId="urn:microsoft.com/office/officeart/2018/2/layout/IconLabelDescriptionList"/>
    <dgm:cxn modelId="{31134638-0640-4311-8E07-C5A56491211E}" type="presParOf" srcId="{78C52FBA-16A5-47C7-8D7B-78974C622B85}" destId="{07BA6581-94E5-46CE-9C95-D37C5DFAE7B0}" srcOrd="5" destOrd="0" presId="urn:microsoft.com/office/officeart/2018/2/layout/IconLabelDescriptionList"/>
    <dgm:cxn modelId="{3CAE196A-6C8C-48BD-8C40-97624D7C304A}" type="presParOf" srcId="{78C52FBA-16A5-47C7-8D7B-78974C622B85}" destId="{C7CA39C6-A3B7-44E2-9139-B29D103D9374}" srcOrd="6" destOrd="0" presId="urn:microsoft.com/office/officeart/2018/2/layout/IconLabelDescriptionList"/>
    <dgm:cxn modelId="{0AFCCB40-0BF7-401E-81AB-2BEB59225312}" type="presParOf" srcId="{C7CA39C6-A3B7-44E2-9139-B29D103D9374}" destId="{331B2BEB-EC41-47C4-8721-7598C26CEFFF}" srcOrd="0" destOrd="0" presId="urn:microsoft.com/office/officeart/2018/2/layout/IconLabelDescriptionList"/>
    <dgm:cxn modelId="{67DAA953-E377-4A13-9953-6055038952A7}" type="presParOf" srcId="{C7CA39C6-A3B7-44E2-9139-B29D103D9374}" destId="{EB44E182-CD7E-44EE-8AD8-393DE622389B}" srcOrd="1" destOrd="0" presId="urn:microsoft.com/office/officeart/2018/2/layout/IconLabelDescriptionList"/>
    <dgm:cxn modelId="{B585EB38-B435-4433-BA6B-83E4438CAB3D}" type="presParOf" srcId="{C7CA39C6-A3B7-44E2-9139-B29D103D9374}" destId="{74BD1268-C12F-4819-90C9-731C23CB031F}" srcOrd="2" destOrd="0" presId="urn:microsoft.com/office/officeart/2018/2/layout/IconLabelDescriptionList"/>
    <dgm:cxn modelId="{331B0D6F-984B-47E7-9D66-B33A38E80487}" type="presParOf" srcId="{C7CA39C6-A3B7-44E2-9139-B29D103D9374}" destId="{F03EA609-8820-4CA7-B5B6-27B6642C3569}" srcOrd="3" destOrd="0" presId="urn:microsoft.com/office/officeart/2018/2/layout/IconLabelDescriptionList"/>
    <dgm:cxn modelId="{B055371E-7782-4903-A540-CC3D344C9C87}" type="presParOf" srcId="{C7CA39C6-A3B7-44E2-9139-B29D103D9374}" destId="{BBBB01C6-67C2-4001-8CC8-BDA101E353C6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3969803-4621-45A1-ACAC-FA2C952E349B}" type="doc">
      <dgm:prSet loTypeId="urn:microsoft.com/office/officeart/2018/2/layout/IconVerticalSolidList" loCatId="icon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43662E8B-8644-4889-AF87-5695FA160A1E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/>
            <a:t>Paradigma di programmazione</a:t>
          </a:r>
          <a:endParaRPr lang="en-US"/>
        </a:p>
      </dgm:t>
    </dgm:pt>
    <dgm:pt modelId="{AD3E2FD3-FA05-42DA-898F-543C4F2FD580}" type="parTrans" cxnId="{26C10E30-8AAA-4ECE-A3B7-8EC58DFF045F}">
      <dgm:prSet/>
      <dgm:spPr/>
      <dgm:t>
        <a:bodyPr/>
        <a:lstStyle/>
        <a:p>
          <a:endParaRPr lang="en-US"/>
        </a:p>
      </dgm:t>
    </dgm:pt>
    <dgm:pt modelId="{460C8BF8-05C8-4C0E-8138-3DFE87CDEAC3}" type="sibTrans" cxnId="{26C10E30-8AAA-4ECE-A3B7-8EC58DFF045F}">
      <dgm:prSet/>
      <dgm:spPr/>
      <dgm:t>
        <a:bodyPr/>
        <a:lstStyle/>
        <a:p>
          <a:endParaRPr lang="en-US"/>
        </a:p>
      </dgm:t>
    </dgm:pt>
    <dgm:pt modelId="{EB3B4275-B3E2-48E7-9EB9-ED534923C157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/>
            <a:t>Programmazione orientata agli oggetti</a:t>
          </a:r>
          <a:endParaRPr lang="en-US" b="1"/>
        </a:p>
      </dgm:t>
    </dgm:pt>
    <dgm:pt modelId="{823DD850-9F65-4D0A-9C5A-36DF0F5CD6F7}" type="parTrans" cxnId="{F15772ED-B359-4C1D-8D88-19B4FD48CF64}">
      <dgm:prSet/>
      <dgm:spPr/>
      <dgm:t>
        <a:bodyPr/>
        <a:lstStyle/>
        <a:p>
          <a:endParaRPr lang="en-US"/>
        </a:p>
      </dgm:t>
    </dgm:pt>
    <dgm:pt modelId="{6B07B672-15AE-4C26-90BB-CBFC3B0C6210}" type="sibTrans" cxnId="{F15772ED-B359-4C1D-8D88-19B4FD48CF64}">
      <dgm:prSet/>
      <dgm:spPr/>
      <dgm:t>
        <a:bodyPr/>
        <a:lstStyle/>
        <a:p>
          <a:endParaRPr lang="en-US"/>
        </a:p>
      </dgm:t>
    </dgm:pt>
    <dgm:pt modelId="{50D36014-BB13-4863-AF9A-2A4248B93906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/>
            <a:t>Uso di DTO e Mapper</a:t>
          </a:r>
          <a:endParaRPr lang="en-US" b="1"/>
        </a:p>
      </dgm:t>
    </dgm:pt>
    <dgm:pt modelId="{4F98BB47-6E50-472B-98F7-5B936EB6F193}" type="parTrans" cxnId="{CB6CB37F-D01B-4732-9C47-AB108A35869C}">
      <dgm:prSet/>
      <dgm:spPr/>
      <dgm:t>
        <a:bodyPr/>
        <a:lstStyle/>
        <a:p>
          <a:endParaRPr lang="en-US"/>
        </a:p>
      </dgm:t>
    </dgm:pt>
    <dgm:pt modelId="{D6830009-F98F-4EC8-9281-AF14D987AAEB}" type="sibTrans" cxnId="{CB6CB37F-D01B-4732-9C47-AB108A35869C}">
      <dgm:prSet/>
      <dgm:spPr/>
      <dgm:t>
        <a:bodyPr/>
        <a:lstStyle/>
        <a:p>
          <a:endParaRPr lang="en-US"/>
        </a:p>
      </dgm:t>
    </dgm:pt>
    <dgm:pt modelId="{50C2A93B-9D63-4533-AB11-6136DBAD5A36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/>
            <a:t>Uso di Singleton (Root, SessionManager)</a:t>
          </a:r>
          <a:endParaRPr lang="en-US" b="1"/>
        </a:p>
      </dgm:t>
    </dgm:pt>
    <dgm:pt modelId="{AAA85F8C-AF70-429E-A7AD-267D23789901}" type="parTrans" cxnId="{4361A393-A7DB-4192-941A-17D3660D2A9E}">
      <dgm:prSet/>
      <dgm:spPr/>
      <dgm:t>
        <a:bodyPr/>
        <a:lstStyle/>
        <a:p>
          <a:endParaRPr lang="en-US"/>
        </a:p>
      </dgm:t>
    </dgm:pt>
    <dgm:pt modelId="{22BA05F2-E0F2-4FCE-AE1F-395B87807A1A}" type="sibTrans" cxnId="{4361A393-A7DB-4192-941A-17D3660D2A9E}">
      <dgm:prSet/>
      <dgm:spPr/>
      <dgm:t>
        <a:bodyPr/>
        <a:lstStyle/>
        <a:p>
          <a:endParaRPr lang="en-US"/>
        </a:p>
      </dgm:t>
    </dgm:pt>
    <dgm:pt modelId="{3F32343B-F6CE-41C4-B342-74FAA4474BAC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/>
            <a:t>Modellazione</a:t>
          </a:r>
          <a:endParaRPr lang="en-US"/>
        </a:p>
      </dgm:t>
    </dgm:pt>
    <dgm:pt modelId="{F77BB02B-59EF-4AD7-BCE7-845A2E5574D2}" type="parTrans" cxnId="{EEB5DC1B-1A7C-43D6-B546-F8181F17DF10}">
      <dgm:prSet/>
      <dgm:spPr/>
      <dgm:t>
        <a:bodyPr/>
        <a:lstStyle/>
        <a:p>
          <a:endParaRPr lang="en-US"/>
        </a:p>
      </dgm:t>
    </dgm:pt>
    <dgm:pt modelId="{438CAC44-C11C-4AD9-BB29-16C2744B24C5}" type="sibTrans" cxnId="{EEB5DC1B-1A7C-43D6-B546-F8181F17DF10}">
      <dgm:prSet/>
      <dgm:spPr/>
      <dgm:t>
        <a:bodyPr/>
        <a:lstStyle/>
        <a:p>
          <a:endParaRPr lang="en-US"/>
        </a:p>
      </dgm:t>
    </dgm:pt>
    <dgm:pt modelId="{37FC7AAB-ECC3-46B4-87F0-88E0CAA0B67C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/>
            <a:t>UML (diagrammi classi, package, architettura</a:t>
          </a:r>
          <a:r>
            <a:rPr lang="it-IT"/>
            <a:t>)</a:t>
          </a:r>
          <a:endParaRPr lang="en-US"/>
        </a:p>
      </dgm:t>
    </dgm:pt>
    <dgm:pt modelId="{0DF4952A-C6D5-4D9A-89AB-6444C88E0D42}" type="parTrans" cxnId="{DCC7ABDA-80EA-4B8A-ACB9-C7F45F1EA529}">
      <dgm:prSet/>
      <dgm:spPr/>
      <dgm:t>
        <a:bodyPr/>
        <a:lstStyle/>
        <a:p>
          <a:endParaRPr lang="en-US"/>
        </a:p>
      </dgm:t>
    </dgm:pt>
    <dgm:pt modelId="{319C4081-E979-41C2-AEDB-14CC68CBE132}" type="sibTrans" cxnId="{DCC7ABDA-80EA-4B8A-ACB9-C7F45F1EA529}">
      <dgm:prSet/>
      <dgm:spPr/>
      <dgm:t>
        <a:bodyPr/>
        <a:lstStyle/>
        <a:p>
          <a:endParaRPr lang="en-US"/>
        </a:p>
      </dgm:t>
    </dgm:pt>
    <dgm:pt modelId="{9B5F6642-951A-4389-8C6B-4FF0C55CBC2D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/>
            <a:t>Linguaggio</a:t>
          </a:r>
          <a:endParaRPr lang="en-US"/>
        </a:p>
      </dgm:t>
    </dgm:pt>
    <dgm:pt modelId="{D7EEBBD9-996F-4277-8F87-5194B3417F18}" type="parTrans" cxnId="{3DAD9404-2566-4D26-9B79-7C870C587F5D}">
      <dgm:prSet/>
      <dgm:spPr/>
      <dgm:t>
        <a:bodyPr/>
        <a:lstStyle/>
        <a:p>
          <a:endParaRPr lang="en-US"/>
        </a:p>
      </dgm:t>
    </dgm:pt>
    <dgm:pt modelId="{69396DA2-48A5-4150-99D4-73B98BBAF5AD}" type="sibTrans" cxnId="{3DAD9404-2566-4D26-9B79-7C870C587F5D}">
      <dgm:prSet/>
      <dgm:spPr/>
      <dgm:t>
        <a:bodyPr/>
        <a:lstStyle/>
        <a:p>
          <a:endParaRPr lang="en-US"/>
        </a:p>
      </dgm:t>
    </dgm:pt>
    <dgm:pt modelId="{2C9D9BDD-697C-4683-83E3-A8D998D92CC9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/>
            <a:t>Java</a:t>
          </a:r>
          <a:endParaRPr lang="en-US" b="1"/>
        </a:p>
      </dgm:t>
    </dgm:pt>
    <dgm:pt modelId="{BA8D86FB-3351-4DF8-9E39-9447C1C7EDE6}" type="parTrans" cxnId="{15D89F57-01F9-40A9-9DC2-519641DB4975}">
      <dgm:prSet/>
      <dgm:spPr/>
      <dgm:t>
        <a:bodyPr/>
        <a:lstStyle/>
        <a:p>
          <a:endParaRPr lang="en-US"/>
        </a:p>
      </dgm:t>
    </dgm:pt>
    <dgm:pt modelId="{2DBE1025-AB77-47D6-BCBE-04532B111A34}" type="sibTrans" cxnId="{15D89F57-01F9-40A9-9DC2-519641DB4975}">
      <dgm:prSet/>
      <dgm:spPr/>
      <dgm:t>
        <a:bodyPr/>
        <a:lstStyle/>
        <a:p>
          <a:endParaRPr lang="en-US"/>
        </a:p>
      </dgm:t>
    </dgm:pt>
    <dgm:pt modelId="{F89FBA01-FEC4-42A6-BF11-60F4061F0129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/>
            <a:t>Framework e Librerie</a:t>
          </a:r>
          <a:endParaRPr lang="en-US"/>
        </a:p>
      </dgm:t>
    </dgm:pt>
    <dgm:pt modelId="{11E3462D-166D-4C1B-BD86-35D089541CBA}" type="parTrans" cxnId="{C3B99F9C-AFFB-4982-AC0A-7BF3F068D2BF}">
      <dgm:prSet/>
      <dgm:spPr/>
      <dgm:t>
        <a:bodyPr/>
        <a:lstStyle/>
        <a:p>
          <a:endParaRPr lang="en-US"/>
        </a:p>
      </dgm:t>
    </dgm:pt>
    <dgm:pt modelId="{AFB1F3D9-1CD0-405F-8EDC-EEB32480D4B0}" type="sibTrans" cxnId="{C3B99F9C-AFFB-4982-AC0A-7BF3F068D2BF}">
      <dgm:prSet/>
      <dgm:spPr/>
      <dgm:t>
        <a:bodyPr/>
        <a:lstStyle/>
        <a:p>
          <a:endParaRPr lang="en-US"/>
        </a:p>
      </dgm:t>
    </dgm:pt>
    <dgm:pt modelId="{43DDB59B-44F4-4173-BE47-9B9DF3557169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/>
            <a:t>Spring Boot	|	Spring Data JPA</a:t>
          </a:r>
          <a:endParaRPr lang="en-US" b="1"/>
        </a:p>
      </dgm:t>
    </dgm:pt>
    <dgm:pt modelId="{20C0F62A-1284-4D98-A20E-6EEE198946E0}" type="parTrans" cxnId="{7FADA905-2D3E-44D5-8B26-DF8E68AEED49}">
      <dgm:prSet/>
      <dgm:spPr/>
      <dgm:t>
        <a:bodyPr/>
        <a:lstStyle/>
        <a:p>
          <a:endParaRPr lang="en-US"/>
        </a:p>
      </dgm:t>
    </dgm:pt>
    <dgm:pt modelId="{609C4D57-699A-47CC-BEFF-5FA3998CDBF0}" type="sibTrans" cxnId="{7FADA905-2D3E-44D5-8B26-DF8E68AEED49}">
      <dgm:prSet/>
      <dgm:spPr/>
      <dgm:t>
        <a:bodyPr/>
        <a:lstStyle/>
        <a:p>
          <a:endParaRPr lang="en-US"/>
        </a:p>
      </dgm:t>
    </dgm:pt>
    <dgm:pt modelId="{141E825E-CFDD-4FC1-9CF1-2D6A32DDBD14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/>
            <a:t>H2 Database	|	Swing (GUI)</a:t>
          </a:r>
          <a:endParaRPr lang="en-US" b="1"/>
        </a:p>
      </dgm:t>
    </dgm:pt>
    <dgm:pt modelId="{67C74B6E-00CE-4745-A6C0-D5DA72931C28}" type="parTrans" cxnId="{2EE58229-1291-478D-B6BE-4671222F8284}">
      <dgm:prSet/>
      <dgm:spPr/>
      <dgm:t>
        <a:bodyPr/>
        <a:lstStyle/>
        <a:p>
          <a:endParaRPr lang="en-US"/>
        </a:p>
      </dgm:t>
    </dgm:pt>
    <dgm:pt modelId="{C8F30257-80A3-4313-898F-37BCE993E878}" type="sibTrans" cxnId="{2EE58229-1291-478D-B6BE-4671222F8284}">
      <dgm:prSet/>
      <dgm:spPr/>
      <dgm:t>
        <a:bodyPr/>
        <a:lstStyle/>
        <a:p>
          <a:endParaRPr lang="en-US"/>
        </a:p>
      </dgm:t>
    </dgm:pt>
    <dgm:pt modelId="{45C9CEC5-CDEA-4A41-9FB6-A8CEA9B71FFA}" type="pres">
      <dgm:prSet presAssocID="{F3969803-4621-45A1-ACAC-FA2C952E349B}" presName="root" presStyleCnt="0">
        <dgm:presLayoutVars>
          <dgm:dir/>
          <dgm:resizeHandles val="exact"/>
        </dgm:presLayoutVars>
      </dgm:prSet>
      <dgm:spPr/>
    </dgm:pt>
    <dgm:pt modelId="{CAB6DC10-5EF8-4FA0-937E-9F888E25170A}" type="pres">
      <dgm:prSet presAssocID="{43662E8B-8644-4889-AF87-5695FA160A1E}" presName="compNode" presStyleCnt="0"/>
      <dgm:spPr/>
    </dgm:pt>
    <dgm:pt modelId="{1C7032CA-8E6C-470E-8B66-067A9573AC52}" type="pres">
      <dgm:prSet presAssocID="{43662E8B-8644-4889-AF87-5695FA160A1E}" presName="bgRect" presStyleLbl="bgShp" presStyleIdx="0" presStyleCnt="4"/>
      <dgm:spPr/>
    </dgm:pt>
    <dgm:pt modelId="{0C16C53A-6C37-47EA-A8D8-BF9C8646A622}" type="pres">
      <dgm:prSet presAssocID="{43662E8B-8644-4889-AF87-5695FA160A1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grammatore (maschile) con riempimento a tinta unita"/>
        </a:ext>
      </dgm:extLst>
    </dgm:pt>
    <dgm:pt modelId="{E5B90280-5E3E-481D-AA7E-08624142ED55}" type="pres">
      <dgm:prSet presAssocID="{43662E8B-8644-4889-AF87-5695FA160A1E}" presName="spaceRect" presStyleCnt="0"/>
      <dgm:spPr/>
    </dgm:pt>
    <dgm:pt modelId="{B838C32A-00AE-43AE-B77C-B1D5C601FF82}" type="pres">
      <dgm:prSet presAssocID="{43662E8B-8644-4889-AF87-5695FA160A1E}" presName="parTx" presStyleLbl="revTx" presStyleIdx="0" presStyleCnt="8">
        <dgm:presLayoutVars>
          <dgm:chMax val="0"/>
          <dgm:chPref val="0"/>
        </dgm:presLayoutVars>
      </dgm:prSet>
      <dgm:spPr/>
    </dgm:pt>
    <dgm:pt modelId="{993839AC-EBB1-4525-AB93-AFC5EFAFFE3B}" type="pres">
      <dgm:prSet presAssocID="{43662E8B-8644-4889-AF87-5695FA160A1E}" presName="desTx" presStyleLbl="revTx" presStyleIdx="1" presStyleCnt="8">
        <dgm:presLayoutVars/>
      </dgm:prSet>
      <dgm:spPr/>
    </dgm:pt>
    <dgm:pt modelId="{8B520376-E10B-4DFD-922A-514726F8833B}" type="pres">
      <dgm:prSet presAssocID="{460C8BF8-05C8-4C0E-8138-3DFE87CDEAC3}" presName="sibTrans" presStyleCnt="0"/>
      <dgm:spPr/>
    </dgm:pt>
    <dgm:pt modelId="{1EB0D9D5-BA4E-4B69-AE0C-AAF407E7A972}" type="pres">
      <dgm:prSet presAssocID="{3F32343B-F6CE-41C4-B342-74FAA4474BAC}" presName="compNode" presStyleCnt="0"/>
      <dgm:spPr/>
    </dgm:pt>
    <dgm:pt modelId="{3C7121CF-D02E-49EC-BAE5-709835E791E5}" type="pres">
      <dgm:prSet presAssocID="{3F32343B-F6CE-41C4-B342-74FAA4474BAC}" presName="bgRect" presStyleLbl="bgShp" presStyleIdx="1" presStyleCnt="4"/>
      <dgm:spPr/>
    </dgm:pt>
    <dgm:pt modelId="{FCF46C24-6885-4E5C-9439-2C733C3ECB3F}" type="pres">
      <dgm:prSet presAssocID="{3F32343B-F6CE-41C4-B342-74FAA4474BA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agramma di flusso"/>
        </a:ext>
      </dgm:extLst>
    </dgm:pt>
    <dgm:pt modelId="{D3F2A862-89C0-4DEA-A121-9CC3BBB692FE}" type="pres">
      <dgm:prSet presAssocID="{3F32343B-F6CE-41C4-B342-74FAA4474BAC}" presName="spaceRect" presStyleCnt="0"/>
      <dgm:spPr/>
    </dgm:pt>
    <dgm:pt modelId="{9760E814-C017-4607-9288-BBEFF6C32A1D}" type="pres">
      <dgm:prSet presAssocID="{3F32343B-F6CE-41C4-B342-74FAA4474BAC}" presName="parTx" presStyleLbl="revTx" presStyleIdx="2" presStyleCnt="8">
        <dgm:presLayoutVars>
          <dgm:chMax val="0"/>
          <dgm:chPref val="0"/>
        </dgm:presLayoutVars>
      </dgm:prSet>
      <dgm:spPr/>
    </dgm:pt>
    <dgm:pt modelId="{D50B830A-A262-4A1F-B231-A17CE92C2F2A}" type="pres">
      <dgm:prSet presAssocID="{3F32343B-F6CE-41C4-B342-74FAA4474BAC}" presName="desTx" presStyleLbl="revTx" presStyleIdx="3" presStyleCnt="8">
        <dgm:presLayoutVars/>
      </dgm:prSet>
      <dgm:spPr/>
    </dgm:pt>
    <dgm:pt modelId="{C91E4F52-9430-44E3-9D0B-87E0116673B3}" type="pres">
      <dgm:prSet presAssocID="{438CAC44-C11C-4AD9-BB29-16C2744B24C5}" presName="sibTrans" presStyleCnt="0"/>
      <dgm:spPr/>
    </dgm:pt>
    <dgm:pt modelId="{435224FD-8A13-4820-8ECB-7D6999C0426B}" type="pres">
      <dgm:prSet presAssocID="{9B5F6642-951A-4389-8C6B-4FF0C55CBC2D}" presName="compNode" presStyleCnt="0"/>
      <dgm:spPr/>
    </dgm:pt>
    <dgm:pt modelId="{631EF692-2073-49CF-B9E8-77176BC20A5F}" type="pres">
      <dgm:prSet presAssocID="{9B5F6642-951A-4389-8C6B-4FF0C55CBC2D}" presName="bgRect" presStyleLbl="bgShp" presStyleIdx="2" presStyleCnt="4"/>
      <dgm:spPr/>
    </dgm:pt>
    <dgm:pt modelId="{67990C7D-1AC0-4D23-BA80-9D7416C63026}" type="pres">
      <dgm:prSet presAssocID="{9B5F6642-951A-4389-8C6B-4FF0C55CBC2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33AA5F0B-332D-438C-A583-A209B70A858F}" type="pres">
      <dgm:prSet presAssocID="{9B5F6642-951A-4389-8C6B-4FF0C55CBC2D}" presName="spaceRect" presStyleCnt="0"/>
      <dgm:spPr/>
    </dgm:pt>
    <dgm:pt modelId="{166D8EDB-B02B-471E-B07F-D9E361BC975C}" type="pres">
      <dgm:prSet presAssocID="{9B5F6642-951A-4389-8C6B-4FF0C55CBC2D}" presName="parTx" presStyleLbl="revTx" presStyleIdx="4" presStyleCnt="8">
        <dgm:presLayoutVars>
          <dgm:chMax val="0"/>
          <dgm:chPref val="0"/>
        </dgm:presLayoutVars>
      </dgm:prSet>
      <dgm:spPr/>
    </dgm:pt>
    <dgm:pt modelId="{346E9FCC-47C4-458F-8468-5E9FA5F1CE64}" type="pres">
      <dgm:prSet presAssocID="{9B5F6642-951A-4389-8C6B-4FF0C55CBC2D}" presName="desTx" presStyleLbl="revTx" presStyleIdx="5" presStyleCnt="8">
        <dgm:presLayoutVars/>
      </dgm:prSet>
      <dgm:spPr/>
    </dgm:pt>
    <dgm:pt modelId="{87673030-D62B-4966-A040-A516A3ECEA9E}" type="pres">
      <dgm:prSet presAssocID="{69396DA2-48A5-4150-99D4-73B98BBAF5AD}" presName="sibTrans" presStyleCnt="0"/>
      <dgm:spPr/>
    </dgm:pt>
    <dgm:pt modelId="{D83139E3-162E-4ABB-98C1-42705EB88C87}" type="pres">
      <dgm:prSet presAssocID="{F89FBA01-FEC4-42A6-BF11-60F4061F0129}" presName="compNode" presStyleCnt="0"/>
      <dgm:spPr/>
    </dgm:pt>
    <dgm:pt modelId="{B22882A4-A2FA-4D96-9149-4E9096AEA83E}" type="pres">
      <dgm:prSet presAssocID="{F89FBA01-FEC4-42A6-BF11-60F4061F0129}" presName="bgRect" presStyleLbl="bgShp" presStyleIdx="3" presStyleCnt="4"/>
      <dgm:spPr/>
    </dgm:pt>
    <dgm:pt modelId="{0F028DCE-00AD-4777-87C8-2902AB525E42}" type="pres">
      <dgm:prSet presAssocID="{F89FBA01-FEC4-42A6-BF11-60F4061F012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BFF85323-5111-46E1-8220-1950F420E7F2}" type="pres">
      <dgm:prSet presAssocID="{F89FBA01-FEC4-42A6-BF11-60F4061F0129}" presName="spaceRect" presStyleCnt="0"/>
      <dgm:spPr/>
    </dgm:pt>
    <dgm:pt modelId="{3487360F-165C-41F7-A124-F6A694746C04}" type="pres">
      <dgm:prSet presAssocID="{F89FBA01-FEC4-42A6-BF11-60F4061F0129}" presName="parTx" presStyleLbl="revTx" presStyleIdx="6" presStyleCnt="8">
        <dgm:presLayoutVars>
          <dgm:chMax val="0"/>
          <dgm:chPref val="0"/>
        </dgm:presLayoutVars>
      </dgm:prSet>
      <dgm:spPr/>
    </dgm:pt>
    <dgm:pt modelId="{F6744DAF-B681-4182-A7ED-D797FD6F15DF}" type="pres">
      <dgm:prSet presAssocID="{F89FBA01-FEC4-42A6-BF11-60F4061F0129}" presName="desTx" presStyleLbl="revTx" presStyleIdx="7" presStyleCnt="8">
        <dgm:presLayoutVars/>
      </dgm:prSet>
      <dgm:spPr/>
    </dgm:pt>
  </dgm:ptLst>
  <dgm:cxnLst>
    <dgm:cxn modelId="{3DAD9404-2566-4D26-9B79-7C870C587F5D}" srcId="{F3969803-4621-45A1-ACAC-FA2C952E349B}" destId="{9B5F6642-951A-4389-8C6B-4FF0C55CBC2D}" srcOrd="2" destOrd="0" parTransId="{D7EEBBD9-996F-4277-8F87-5194B3417F18}" sibTransId="{69396DA2-48A5-4150-99D4-73B98BBAF5AD}"/>
    <dgm:cxn modelId="{7FADA905-2D3E-44D5-8B26-DF8E68AEED49}" srcId="{F89FBA01-FEC4-42A6-BF11-60F4061F0129}" destId="{43DDB59B-44F4-4173-BE47-9B9DF3557169}" srcOrd="0" destOrd="0" parTransId="{20C0F62A-1284-4D98-A20E-6EEE198946E0}" sibTransId="{609C4D57-699A-47CC-BEFF-5FA3998CDBF0}"/>
    <dgm:cxn modelId="{0C58FC09-43B2-40AA-991D-EC27ECCF3E3B}" type="presOf" srcId="{F89FBA01-FEC4-42A6-BF11-60F4061F0129}" destId="{3487360F-165C-41F7-A124-F6A694746C04}" srcOrd="0" destOrd="0" presId="urn:microsoft.com/office/officeart/2018/2/layout/IconVerticalSolidList"/>
    <dgm:cxn modelId="{E088AD10-6B3E-412F-9A4B-0B14B088CDAC}" type="presOf" srcId="{2C9D9BDD-697C-4683-83E3-A8D998D92CC9}" destId="{346E9FCC-47C4-458F-8468-5E9FA5F1CE64}" srcOrd="0" destOrd="0" presId="urn:microsoft.com/office/officeart/2018/2/layout/IconVerticalSolidList"/>
    <dgm:cxn modelId="{E814E419-2D4E-4E71-BA73-B5FE12A26F22}" type="presOf" srcId="{50D36014-BB13-4863-AF9A-2A4248B93906}" destId="{993839AC-EBB1-4525-AB93-AFC5EFAFFE3B}" srcOrd="0" destOrd="1" presId="urn:microsoft.com/office/officeart/2018/2/layout/IconVerticalSolidList"/>
    <dgm:cxn modelId="{EEB5DC1B-1A7C-43D6-B546-F8181F17DF10}" srcId="{F3969803-4621-45A1-ACAC-FA2C952E349B}" destId="{3F32343B-F6CE-41C4-B342-74FAA4474BAC}" srcOrd="1" destOrd="0" parTransId="{F77BB02B-59EF-4AD7-BCE7-845A2E5574D2}" sibTransId="{438CAC44-C11C-4AD9-BB29-16C2744B24C5}"/>
    <dgm:cxn modelId="{2EE58229-1291-478D-B6BE-4671222F8284}" srcId="{F89FBA01-FEC4-42A6-BF11-60F4061F0129}" destId="{141E825E-CFDD-4FC1-9CF1-2D6A32DDBD14}" srcOrd="1" destOrd="0" parTransId="{67C74B6E-00CE-4745-A6C0-D5DA72931C28}" sibTransId="{C8F30257-80A3-4313-898F-37BCE993E878}"/>
    <dgm:cxn modelId="{26C10E30-8AAA-4ECE-A3B7-8EC58DFF045F}" srcId="{F3969803-4621-45A1-ACAC-FA2C952E349B}" destId="{43662E8B-8644-4889-AF87-5695FA160A1E}" srcOrd="0" destOrd="0" parTransId="{AD3E2FD3-FA05-42DA-898F-543C4F2FD580}" sibTransId="{460C8BF8-05C8-4C0E-8138-3DFE87CDEAC3}"/>
    <dgm:cxn modelId="{1DE57F51-B9A6-44B2-AC65-F82BFE49606F}" type="presOf" srcId="{F3969803-4621-45A1-ACAC-FA2C952E349B}" destId="{45C9CEC5-CDEA-4A41-9FB6-A8CEA9B71FFA}" srcOrd="0" destOrd="0" presId="urn:microsoft.com/office/officeart/2018/2/layout/IconVerticalSolidList"/>
    <dgm:cxn modelId="{15D89F57-01F9-40A9-9DC2-519641DB4975}" srcId="{9B5F6642-951A-4389-8C6B-4FF0C55CBC2D}" destId="{2C9D9BDD-697C-4683-83E3-A8D998D92CC9}" srcOrd="0" destOrd="0" parTransId="{BA8D86FB-3351-4DF8-9E39-9447C1C7EDE6}" sibTransId="{2DBE1025-AB77-47D6-BCBE-04532B111A34}"/>
    <dgm:cxn modelId="{CB6CB37F-D01B-4732-9C47-AB108A35869C}" srcId="{43662E8B-8644-4889-AF87-5695FA160A1E}" destId="{50D36014-BB13-4863-AF9A-2A4248B93906}" srcOrd="1" destOrd="0" parTransId="{4F98BB47-6E50-472B-98F7-5B936EB6F193}" sibTransId="{D6830009-F98F-4EC8-9281-AF14D987AAEB}"/>
    <dgm:cxn modelId="{0C4FFC8C-C130-4284-8248-3D1D05D298A5}" type="presOf" srcId="{9B5F6642-951A-4389-8C6B-4FF0C55CBC2D}" destId="{166D8EDB-B02B-471E-B07F-D9E361BC975C}" srcOrd="0" destOrd="0" presId="urn:microsoft.com/office/officeart/2018/2/layout/IconVerticalSolidList"/>
    <dgm:cxn modelId="{4361A393-A7DB-4192-941A-17D3660D2A9E}" srcId="{43662E8B-8644-4889-AF87-5695FA160A1E}" destId="{50C2A93B-9D63-4533-AB11-6136DBAD5A36}" srcOrd="2" destOrd="0" parTransId="{AAA85F8C-AF70-429E-A7AD-267D23789901}" sibTransId="{22BA05F2-E0F2-4FCE-AE1F-395B87807A1A}"/>
    <dgm:cxn modelId="{FB2BF593-494B-4470-A3FF-9BFE35B9BF89}" type="presOf" srcId="{43DDB59B-44F4-4173-BE47-9B9DF3557169}" destId="{F6744DAF-B681-4182-A7ED-D797FD6F15DF}" srcOrd="0" destOrd="0" presId="urn:microsoft.com/office/officeart/2018/2/layout/IconVerticalSolidList"/>
    <dgm:cxn modelId="{C3B99F9C-AFFB-4982-AC0A-7BF3F068D2BF}" srcId="{F3969803-4621-45A1-ACAC-FA2C952E349B}" destId="{F89FBA01-FEC4-42A6-BF11-60F4061F0129}" srcOrd="3" destOrd="0" parTransId="{11E3462D-166D-4C1B-BD86-35D089541CBA}" sibTransId="{AFB1F3D9-1CD0-405F-8EDC-EEB32480D4B0}"/>
    <dgm:cxn modelId="{55E703A6-BFCB-4947-9508-912303E3BC64}" type="presOf" srcId="{43662E8B-8644-4889-AF87-5695FA160A1E}" destId="{B838C32A-00AE-43AE-B77C-B1D5C601FF82}" srcOrd="0" destOrd="0" presId="urn:microsoft.com/office/officeart/2018/2/layout/IconVerticalSolidList"/>
    <dgm:cxn modelId="{557B72B5-4967-4177-A50A-0927DA2A5014}" type="presOf" srcId="{50C2A93B-9D63-4533-AB11-6136DBAD5A36}" destId="{993839AC-EBB1-4525-AB93-AFC5EFAFFE3B}" srcOrd="0" destOrd="2" presId="urn:microsoft.com/office/officeart/2018/2/layout/IconVerticalSolidList"/>
    <dgm:cxn modelId="{DCC7ABDA-80EA-4B8A-ACB9-C7F45F1EA529}" srcId="{3F32343B-F6CE-41C4-B342-74FAA4474BAC}" destId="{37FC7AAB-ECC3-46B4-87F0-88E0CAA0B67C}" srcOrd="0" destOrd="0" parTransId="{0DF4952A-C6D5-4D9A-89AB-6444C88E0D42}" sibTransId="{319C4081-E979-41C2-AEDB-14CC68CBE132}"/>
    <dgm:cxn modelId="{657E25ED-776E-4578-A453-411CB0AF1106}" type="presOf" srcId="{141E825E-CFDD-4FC1-9CF1-2D6A32DDBD14}" destId="{F6744DAF-B681-4182-A7ED-D797FD6F15DF}" srcOrd="0" destOrd="1" presId="urn:microsoft.com/office/officeart/2018/2/layout/IconVerticalSolidList"/>
    <dgm:cxn modelId="{461D65ED-3EC7-4C1F-AFB1-6FA62C147D2C}" type="presOf" srcId="{3F32343B-F6CE-41C4-B342-74FAA4474BAC}" destId="{9760E814-C017-4607-9288-BBEFF6C32A1D}" srcOrd="0" destOrd="0" presId="urn:microsoft.com/office/officeart/2018/2/layout/IconVerticalSolidList"/>
    <dgm:cxn modelId="{F15772ED-B359-4C1D-8D88-19B4FD48CF64}" srcId="{43662E8B-8644-4889-AF87-5695FA160A1E}" destId="{EB3B4275-B3E2-48E7-9EB9-ED534923C157}" srcOrd="0" destOrd="0" parTransId="{823DD850-9F65-4D0A-9C5A-36DF0F5CD6F7}" sibTransId="{6B07B672-15AE-4C26-90BB-CBFC3B0C6210}"/>
    <dgm:cxn modelId="{AB8AD0F7-C13A-4614-8142-25576FC142DF}" type="presOf" srcId="{EB3B4275-B3E2-48E7-9EB9-ED534923C157}" destId="{993839AC-EBB1-4525-AB93-AFC5EFAFFE3B}" srcOrd="0" destOrd="0" presId="urn:microsoft.com/office/officeart/2018/2/layout/IconVerticalSolidList"/>
    <dgm:cxn modelId="{66AD65FE-BBAC-4515-8E86-31181244B5D2}" type="presOf" srcId="{37FC7AAB-ECC3-46B4-87F0-88E0CAA0B67C}" destId="{D50B830A-A262-4A1F-B231-A17CE92C2F2A}" srcOrd="0" destOrd="0" presId="urn:microsoft.com/office/officeart/2018/2/layout/IconVerticalSolidList"/>
    <dgm:cxn modelId="{3F5FE22A-FB1F-489B-98A0-D4B36BA85E4B}" type="presParOf" srcId="{45C9CEC5-CDEA-4A41-9FB6-A8CEA9B71FFA}" destId="{CAB6DC10-5EF8-4FA0-937E-9F888E25170A}" srcOrd="0" destOrd="0" presId="urn:microsoft.com/office/officeart/2018/2/layout/IconVerticalSolidList"/>
    <dgm:cxn modelId="{E8FC6FFE-09E6-42F1-9369-8D0E6D879FD3}" type="presParOf" srcId="{CAB6DC10-5EF8-4FA0-937E-9F888E25170A}" destId="{1C7032CA-8E6C-470E-8B66-067A9573AC52}" srcOrd="0" destOrd="0" presId="urn:microsoft.com/office/officeart/2018/2/layout/IconVerticalSolidList"/>
    <dgm:cxn modelId="{4EDC3D37-41BE-4080-8281-19726DA70A9C}" type="presParOf" srcId="{CAB6DC10-5EF8-4FA0-937E-9F888E25170A}" destId="{0C16C53A-6C37-47EA-A8D8-BF9C8646A622}" srcOrd="1" destOrd="0" presId="urn:microsoft.com/office/officeart/2018/2/layout/IconVerticalSolidList"/>
    <dgm:cxn modelId="{100B9974-E57E-4E4D-A2BA-07EF4849700D}" type="presParOf" srcId="{CAB6DC10-5EF8-4FA0-937E-9F888E25170A}" destId="{E5B90280-5E3E-481D-AA7E-08624142ED55}" srcOrd="2" destOrd="0" presId="urn:microsoft.com/office/officeart/2018/2/layout/IconVerticalSolidList"/>
    <dgm:cxn modelId="{0E6F8B07-9506-49FB-B3E6-2C2D1FCEB30A}" type="presParOf" srcId="{CAB6DC10-5EF8-4FA0-937E-9F888E25170A}" destId="{B838C32A-00AE-43AE-B77C-B1D5C601FF82}" srcOrd="3" destOrd="0" presId="urn:microsoft.com/office/officeart/2018/2/layout/IconVerticalSolidList"/>
    <dgm:cxn modelId="{3FE5E200-717D-4702-872A-61EEA9DA4176}" type="presParOf" srcId="{CAB6DC10-5EF8-4FA0-937E-9F888E25170A}" destId="{993839AC-EBB1-4525-AB93-AFC5EFAFFE3B}" srcOrd="4" destOrd="0" presId="urn:microsoft.com/office/officeart/2018/2/layout/IconVerticalSolidList"/>
    <dgm:cxn modelId="{22F2D86A-24BD-4703-AD18-CBFD8C9745CD}" type="presParOf" srcId="{45C9CEC5-CDEA-4A41-9FB6-A8CEA9B71FFA}" destId="{8B520376-E10B-4DFD-922A-514726F8833B}" srcOrd="1" destOrd="0" presId="urn:microsoft.com/office/officeart/2018/2/layout/IconVerticalSolidList"/>
    <dgm:cxn modelId="{7180C48A-6340-4A4D-B0C9-BCF2926A9919}" type="presParOf" srcId="{45C9CEC5-CDEA-4A41-9FB6-A8CEA9B71FFA}" destId="{1EB0D9D5-BA4E-4B69-AE0C-AAF407E7A972}" srcOrd="2" destOrd="0" presId="urn:microsoft.com/office/officeart/2018/2/layout/IconVerticalSolidList"/>
    <dgm:cxn modelId="{DF15BFFC-896E-4995-AA02-4FD5B2B0FA91}" type="presParOf" srcId="{1EB0D9D5-BA4E-4B69-AE0C-AAF407E7A972}" destId="{3C7121CF-D02E-49EC-BAE5-709835E791E5}" srcOrd="0" destOrd="0" presId="urn:microsoft.com/office/officeart/2018/2/layout/IconVerticalSolidList"/>
    <dgm:cxn modelId="{61C917EE-049E-4574-901C-AAECACD86A17}" type="presParOf" srcId="{1EB0D9D5-BA4E-4B69-AE0C-AAF407E7A972}" destId="{FCF46C24-6885-4E5C-9439-2C733C3ECB3F}" srcOrd="1" destOrd="0" presId="urn:microsoft.com/office/officeart/2018/2/layout/IconVerticalSolidList"/>
    <dgm:cxn modelId="{22E843C8-C675-4C41-BF20-04D18E135B15}" type="presParOf" srcId="{1EB0D9D5-BA4E-4B69-AE0C-AAF407E7A972}" destId="{D3F2A862-89C0-4DEA-A121-9CC3BBB692FE}" srcOrd="2" destOrd="0" presId="urn:microsoft.com/office/officeart/2018/2/layout/IconVerticalSolidList"/>
    <dgm:cxn modelId="{7BD2BD8B-8F56-485E-9E95-81740903DB33}" type="presParOf" srcId="{1EB0D9D5-BA4E-4B69-AE0C-AAF407E7A972}" destId="{9760E814-C017-4607-9288-BBEFF6C32A1D}" srcOrd="3" destOrd="0" presId="urn:microsoft.com/office/officeart/2018/2/layout/IconVerticalSolidList"/>
    <dgm:cxn modelId="{94F817B5-5D85-42C8-843B-35502294D5D2}" type="presParOf" srcId="{1EB0D9D5-BA4E-4B69-AE0C-AAF407E7A972}" destId="{D50B830A-A262-4A1F-B231-A17CE92C2F2A}" srcOrd="4" destOrd="0" presId="urn:microsoft.com/office/officeart/2018/2/layout/IconVerticalSolidList"/>
    <dgm:cxn modelId="{F8F87BE1-C071-4B52-B57C-E1CA9B18E723}" type="presParOf" srcId="{45C9CEC5-CDEA-4A41-9FB6-A8CEA9B71FFA}" destId="{C91E4F52-9430-44E3-9D0B-87E0116673B3}" srcOrd="3" destOrd="0" presId="urn:microsoft.com/office/officeart/2018/2/layout/IconVerticalSolidList"/>
    <dgm:cxn modelId="{0FAEC111-825B-4600-B5AF-7D16A808D6FC}" type="presParOf" srcId="{45C9CEC5-CDEA-4A41-9FB6-A8CEA9B71FFA}" destId="{435224FD-8A13-4820-8ECB-7D6999C0426B}" srcOrd="4" destOrd="0" presId="urn:microsoft.com/office/officeart/2018/2/layout/IconVerticalSolidList"/>
    <dgm:cxn modelId="{D5464077-95D4-419F-8C7F-BA91CA17BB58}" type="presParOf" srcId="{435224FD-8A13-4820-8ECB-7D6999C0426B}" destId="{631EF692-2073-49CF-B9E8-77176BC20A5F}" srcOrd="0" destOrd="0" presId="urn:microsoft.com/office/officeart/2018/2/layout/IconVerticalSolidList"/>
    <dgm:cxn modelId="{2343CFDA-3989-4DE6-9DE6-95FB5991D39A}" type="presParOf" srcId="{435224FD-8A13-4820-8ECB-7D6999C0426B}" destId="{67990C7D-1AC0-4D23-BA80-9D7416C63026}" srcOrd="1" destOrd="0" presId="urn:microsoft.com/office/officeart/2018/2/layout/IconVerticalSolidList"/>
    <dgm:cxn modelId="{20CEF09F-FED3-4DE4-831A-0741BF760584}" type="presParOf" srcId="{435224FD-8A13-4820-8ECB-7D6999C0426B}" destId="{33AA5F0B-332D-438C-A583-A209B70A858F}" srcOrd="2" destOrd="0" presId="urn:microsoft.com/office/officeart/2018/2/layout/IconVerticalSolidList"/>
    <dgm:cxn modelId="{049EA755-0A78-461D-86C5-BBBD34890C53}" type="presParOf" srcId="{435224FD-8A13-4820-8ECB-7D6999C0426B}" destId="{166D8EDB-B02B-471E-B07F-D9E361BC975C}" srcOrd="3" destOrd="0" presId="urn:microsoft.com/office/officeart/2018/2/layout/IconVerticalSolidList"/>
    <dgm:cxn modelId="{1B2E8822-C67A-4764-A2B4-8538DAD0855B}" type="presParOf" srcId="{435224FD-8A13-4820-8ECB-7D6999C0426B}" destId="{346E9FCC-47C4-458F-8468-5E9FA5F1CE64}" srcOrd="4" destOrd="0" presId="urn:microsoft.com/office/officeart/2018/2/layout/IconVerticalSolidList"/>
    <dgm:cxn modelId="{19A844A2-487C-4D20-9DBD-B559E4C883AD}" type="presParOf" srcId="{45C9CEC5-CDEA-4A41-9FB6-A8CEA9B71FFA}" destId="{87673030-D62B-4966-A040-A516A3ECEA9E}" srcOrd="5" destOrd="0" presId="urn:microsoft.com/office/officeart/2018/2/layout/IconVerticalSolidList"/>
    <dgm:cxn modelId="{D678CD15-4A1E-47A9-804F-88550C0E2D74}" type="presParOf" srcId="{45C9CEC5-CDEA-4A41-9FB6-A8CEA9B71FFA}" destId="{D83139E3-162E-4ABB-98C1-42705EB88C87}" srcOrd="6" destOrd="0" presId="urn:microsoft.com/office/officeart/2018/2/layout/IconVerticalSolidList"/>
    <dgm:cxn modelId="{26EE0722-7069-4CE2-9189-F6963E9D98BF}" type="presParOf" srcId="{D83139E3-162E-4ABB-98C1-42705EB88C87}" destId="{B22882A4-A2FA-4D96-9149-4E9096AEA83E}" srcOrd="0" destOrd="0" presId="urn:microsoft.com/office/officeart/2018/2/layout/IconVerticalSolidList"/>
    <dgm:cxn modelId="{D274EBE0-78D6-49F2-8E3E-D661D581817F}" type="presParOf" srcId="{D83139E3-162E-4ABB-98C1-42705EB88C87}" destId="{0F028DCE-00AD-4777-87C8-2902AB525E42}" srcOrd="1" destOrd="0" presId="urn:microsoft.com/office/officeart/2018/2/layout/IconVerticalSolidList"/>
    <dgm:cxn modelId="{D88312EF-2541-46D2-B2DA-4D8BA99B67C9}" type="presParOf" srcId="{D83139E3-162E-4ABB-98C1-42705EB88C87}" destId="{BFF85323-5111-46E1-8220-1950F420E7F2}" srcOrd="2" destOrd="0" presId="urn:microsoft.com/office/officeart/2018/2/layout/IconVerticalSolidList"/>
    <dgm:cxn modelId="{00B98723-32BB-442C-A6C1-7E32D04F3F4D}" type="presParOf" srcId="{D83139E3-162E-4ABB-98C1-42705EB88C87}" destId="{3487360F-165C-41F7-A124-F6A694746C04}" srcOrd="3" destOrd="0" presId="urn:microsoft.com/office/officeart/2018/2/layout/IconVerticalSolidList"/>
    <dgm:cxn modelId="{88490B6D-030A-44F6-9D49-035BCFC91DAB}" type="presParOf" srcId="{D83139E3-162E-4ABB-98C1-42705EB88C87}" destId="{F6744DAF-B681-4182-A7ED-D797FD6F15DF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63397A0-3A36-4717-800F-2D924CDFB568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B2464FC7-C07E-4716-84DE-7D317C20328C}">
      <dgm:prSet/>
      <dgm:spPr/>
      <dgm:t>
        <a:bodyPr/>
        <a:lstStyle/>
        <a:p>
          <a:r>
            <a:rPr lang="it-IT" dirty="0"/>
            <a:t>🔄 Iterazioni brevi</a:t>
          </a:r>
          <a:endParaRPr lang="en-US" dirty="0"/>
        </a:p>
      </dgm:t>
    </dgm:pt>
    <dgm:pt modelId="{6224C45A-34E6-44D1-AF2B-33FDBF4E4361}" type="parTrans" cxnId="{A7AB49DA-D2D5-431B-89A4-55003817AE4E}">
      <dgm:prSet/>
      <dgm:spPr/>
      <dgm:t>
        <a:bodyPr/>
        <a:lstStyle/>
        <a:p>
          <a:endParaRPr lang="en-US"/>
        </a:p>
      </dgm:t>
    </dgm:pt>
    <dgm:pt modelId="{E6FF8814-CB2B-4948-8734-604EB419053F}" type="sibTrans" cxnId="{A7AB49DA-D2D5-431B-89A4-55003817AE4E}">
      <dgm:prSet/>
      <dgm:spPr/>
      <dgm:t>
        <a:bodyPr/>
        <a:lstStyle/>
        <a:p>
          <a:endParaRPr lang="en-US"/>
        </a:p>
      </dgm:t>
    </dgm:pt>
    <dgm:pt modelId="{CFDF10FD-CE79-4B4F-A453-CEC494900194}">
      <dgm:prSet/>
      <dgm:spPr/>
      <dgm:t>
        <a:bodyPr/>
        <a:lstStyle/>
        <a:p>
          <a:r>
            <a:rPr lang="it-IT"/>
            <a:t>♻ Refactoring continuo</a:t>
          </a:r>
          <a:endParaRPr lang="en-US"/>
        </a:p>
      </dgm:t>
    </dgm:pt>
    <dgm:pt modelId="{1DBAE262-C3B6-419D-A9BC-B601FB95A84F}" type="parTrans" cxnId="{E293AB49-0D35-4EC5-84BC-CA156D0D98AC}">
      <dgm:prSet/>
      <dgm:spPr/>
      <dgm:t>
        <a:bodyPr/>
        <a:lstStyle/>
        <a:p>
          <a:endParaRPr lang="en-US"/>
        </a:p>
      </dgm:t>
    </dgm:pt>
    <dgm:pt modelId="{02765360-979E-4FDE-8830-90FEBB551C94}" type="sibTrans" cxnId="{E293AB49-0D35-4EC5-84BC-CA156D0D98AC}">
      <dgm:prSet/>
      <dgm:spPr/>
      <dgm:t>
        <a:bodyPr/>
        <a:lstStyle/>
        <a:p>
          <a:endParaRPr lang="en-US"/>
        </a:p>
      </dgm:t>
    </dgm:pt>
    <dgm:pt modelId="{CC0345B0-FF81-44B8-944D-8AF4DA49F7A3}">
      <dgm:prSet/>
      <dgm:spPr/>
      <dgm:t>
        <a:bodyPr/>
        <a:lstStyle/>
        <a:p>
          <a:r>
            <a:rPr lang="it-IT" dirty="0"/>
            <a:t>👥 </a:t>
          </a:r>
          <a:r>
            <a:rPr lang="it-IT" dirty="0" err="1"/>
            <a:t>Pair</a:t>
          </a:r>
          <a:r>
            <a:rPr lang="it-IT" dirty="0"/>
            <a:t> programming quasi costantemente</a:t>
          </a:r>
          <a:endParaRPr lang="en-US" dirty="0"/>
        </a:p>
      </dgm:t>
    </dgm:pt>
    <dgm:pt modelId="{D30A92E5-CBF2-4061-A75C-B489C81E669C}" type="parTrans" cxnId="{5AE0A3B3-FA0D-48C8-BB2A-28E673C82D72}">
      <dgm:prSet/>
      <dgm:spPr/>
      <dgm:t>
        <a:bodyPr/>
        <a:lstStyle/>
        <a:p>
          <a:endParaRPr lang="en-US"/>
        </a:p>
      </dgm:t>
    </dgm:pt>
    <dgm:pt modelId="{9E93C95C-C9C0-49FF-8381-A2EF78155904}" type="sibTrans" cxnId="{5AE0A3B3-FA0D-48C8-BB2A-28E673C82D72}">
      <dgm:prSet/>
      <dgm:spPr/>
      <dgm:t>
        <a:bodyPr/>
        <a:lstStyle/>
        <a:p>
          <a:endParaRPr lang="en-US"/>
        </a:p>
      </dgm:t>
    </dgm:pt>
    <dgm:pt modelId="{60852C64-8EDC-4360-9BA1-7EBB99CEDBB9}">
      <dgm:prSet/>
      <dgm:spPr/>
      <dgm:t>
        <a:bodyPr/>
        <a:lstStyle/>
        <a:p>
          <a:r>
            <a:rPr lang="it-IT"/>
            <a:t>📝 Documentazione aggiornata progressivamente</a:t>
          </a:r>
          <a:endParaRPr lang="en-US"/>
        </a:p>
      </dgm:t>
    </dgm:pt>
    <dgm:pt modelId="{716BB4C3-C1B8-4584-ACD0-1A81C757D614}" type="parTrans" cxnId="{6CF6CF4C-68C2-449F-A4A1-9B8B75A2D294}">
      <dgm:prSet/>
      <dgm:spPr/>
      <dgm:t>
        <a:bodyPr/>
        <a:lstStyle/>
        <a:p>
          <a:endParaRPr lang="en-US"/>
        </a:p>
      </dgm:t>
    </dgm:pt>
    <dgm:pt modelId="{DB04E63F-7D77-4B30-8033-A02C080CA26F}" type="sibTrans" cxnId="{6CF6CF4C-68C2-449F-A4A1-9B8B75A2D294}">
      <dgm:prSet/>
      <dgm:spPr/>
      <dgm:t>
        <a:bodyPr/>
        <a:lstStyle/>
        <a:p>
          <a:endParaRPr lang="en-US"/>
        </a:p>
      </dgm:t>
    </dgm:pt>
    <dgm:pt modelId="{D8641DA1-A029-4AC7-A850-09E542FBD258}">
      <dgm:prSet/>
      <dgm:spPr/>
      <dgm:t>
        <a:bodyPr/>
        <a:lstStyle/>
        <a:p>
          <a:r>
            <a:rPr lang="it-IT"/>
            <a:t>🔁 Feedback loop continuo tra sviluppo e miglioramento</a:t>
          </a:r>
          <a:endParaRPr lang="en-US"/>
        </a:p>
      </dgm:t>
    </dgm:pt>
    <dgm:pt modelId="{3EDA092E-BD9C-420E-9887-0048134E49A2}" type="parTrans" cxnId="{9B2139A4-1D77-48A8-9028-B7B0EDC81180}">
      <dgm:prSet/>
      <dgm:spPr/>
      <dgm:t>
        <a:bodyPr/>
        <a:lstStyle/>
        <a:p>
          <a:endParaRPr lang="en-US"/>
        </a:p>
      </dgm:t>
    </dgm:pt>
    <dgm:pt modelId="{3E24227B-0F95-4824-8482-5F57C270F59F}" type="sibTrans" cxnId="{9B2139A4-1D77-48A8-9028-B7B0EDC81180}">
      <dgm:prSet/>
      <dgm:spPr/>
      <dgm:t>
        <a:bodyPr/>
        <a:lstStyle/>
        <a:p>
          <a:endParaRPr lang="en-US"/>
        </a:p>
      </dgm:t>
    </dgm:pt>
    <dgm:pt modelId="{CC0D350B-FB48-41CC-8FBA-612F5DF83851}" type="pres">
      <dgm:prSet presAssocID="{B63397A0-3A36-4717-800F-2D924CDFB568}" presName="linear" presStyleCnt="0">
        <dgm:presLayoutVars>
          <dgm:animLvl val="lvl"/>
          <dgm:resizeHandles val="exact"/>
        </dgm:presLayoutVars>
      </dgm:prSet>
      <dgm:spPr/>
    </dgm:pt>
    <dgm:pt modelId="{11C79A29-1E90-49D4-B163-B76A598B5BFE}" type="pres">
      <dgm:prSet presAssocID="{B2464FC7-C07E-4716-84DE-7D317C20328C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652FD58A-FFF3-4A1D-BECB-D61CC0AA3F26}" type="pres">
      <dgm:prSet presAssocID="{E6FF8814-CB2B-4948-8734-604EB419053F}" presName="spacer" presStyleCnt="0"/>
      <dgm:spPr/>
    </dgm:pt>
    <dgm:pt modelId="{9123BF39-C238-42E5-BE69-F3481899017F}" type="pres">
      <dgm:prSet presAssocID="{CFDF10FD-CE79-4B4F-A453-CEC494900194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DACB0205-1CD3-416D-8202-48C1EFBEF592}" type="pres">
      <dgm:prSet presAssocID="{02765360-979E-4FDE-8830-90FEBB551C94}" presName="spacer" presStyleCnt="0"/>
      <dgm:spPr/>
    </dgm:pt>
    <dgm:pt modelId="{B4FAFFFB-DD9B-4A85-AB58-1221E0B306CA}" type="pres">
      <dgm:prSet presAssocID="{CC0345B0-FF81-44B8-944D-8AF4DA49F7A3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3B9C2365-20CA-4C47-B6A9-BD1E703070BC}" type="pres">
      <dgm:prSet presAssocID="{9E93C95C-C9C0-49FF-8381-A2EF78155904}" presName="spacer" presStyleCnt="0"/>
      <dgm:spPr/>
    </dgm:pt>
    <dgm:pt modelId="{609C4B47-F65C-4919-9693-E68E8808CBC1}" type="pres">
      <dgm:prSet presAssocID="{60852C64-8EDC-4360-9BA1-7EBB99CEDBB9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849C348D-68C6-404A-B2C1-3A3738420129}" type="pres">
      <dgm:prSet presAssocID="{DB04E63F-7D77-4B30-8033-A02C080CA26F}" presName="spacer" presStyleCnt="0"/>
      <dgm:spPr/>
    </dgm:pt>
    <dgm:pt modelId="{B7C7EADA-65F9-4F33-AA50-E1A57A922F8E}" type="pres">
      <dgm:prSet presAssocID="{D8641DA1-A029-4AC7-A850-09E542FBD258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858C511E-CDCF-4CBA-86C8-3500206FBC43}" type="presOf" srcId="{D8641DA1-A029-4AC7-A850-09E542FBD258}" destId="{B7C7EADA-65F9-4F33-AA50-E1A57A922F8E}" srcOrd="0" destOrd="0" presId="urn:microsoft.com/office/officeart/2005/8/layout/vList2"/>
    <dgm:cxn modelId="{6C654369-3574-4BF9-A70D-F2DA3F86198B}" type="presOf" srcId="{B63397A0-3A36-4717-800F-2D924CDFB568}" destId="{CC0D350B-FB48-41CC-8FBA-612F5DF83851}" srcOrd="0" destOrd="0" presId="urn:microsoft.com/office/officeart/2005/8/layout/vList2"/>
    <dgm:cxn modelId="{E293AB49-0D35-4EC5-84BC-CA156D0D98AC}" srcId="{B63397A0-3A36-4717-800F-2D924CDFB568}" destId="{CFDF10FD-CE79-4B4F-A453-CEC494900194}" srcOrd="1" destOrd="0" parTransId="{1DBAE262-C3B6-419D-A9BC-B601FB95A84F}" sibTransId="{02765360-979E-4FDE-8830-90FEBB551C94}"/>
    <dgm:cxn modelId="{6CF6CF4C-68C2-449F-A4A1-9B8B75A2D294}" srcId="{B63397A0-3A36-4717-800F-2D924CDFB568}" destId="{60852C64-8EDC-4360-9BA1-7EBB99CEDBB9}" srcOrd="3" destOrd="0" parTransId="{716BB4C3-C1B8-4584-ACD0-1A81C757D614}" sibTransId="{DB04E63F-7D77-4B30-8033-A02C080CA26F}"/>
    <dgm:cxn modelId="{12A12B81-FA58-40CD-AE8F-2B6A6A696F45}" type="presOf" srcId="{CFDF10FD-CE79-4B4F-A453-CEC494900194}" destId="{9123BF39-C238-42E5-BE69-F3481899017F}" srcOrd="0" destOrd="0" presId="urn:microsoft.com/office/officeart/2005/8/layout/vList2"/>
    <dgm:cxn modelId="{9B2139A4-1D77-48A8-9028-B7B0EDC81180}" srcId="{B63397A0-3A36-4717-800F-2D924CDFB568}" destId="{D8641DA1-A029-4AC7-A850-09E542FBD258}" srcOrd="4" destOrd="0" parTransId="{3EDA092E-BD9C-420E-9887-0048134E49A2}" sibTransId="{3E24227B-0F95-4824-8482-5F57C270F59F}"/>
    <dgm:cxn modelId="{6961A2AF-74CA-4EC7-8CF7-13CE55FC9B43}" type="presOf" srcId="{60852C64-8EDC-4360-9BA1-7EBB99CEDBB9}" destId="{609C4B47-F65C-4919-9693-E68E8808CBC1}" srcOrd="0" destOrd="0" presId="urn:microsoft.com/office/officeart/2005/8/layout/vList2"/>
    <dgm:cxn modelId="{5AE0A3B3-FA0D-48C8-BB2A-28E673C82D72}" srcId="{B63397A0-3A36-4717-800F-2D924CDFB568}" destId="{CC0345B0-FF81-44B8-944D-8AF4DA49F7A3}" srcOrd="2" destOrd="0" parTransId="{D30A92E5-CBF2-4061-A75C-B489C81E669C}" sibTransId="{9E93C95C-C9C0-49FF-8381-A2EF78155904}"/>
    <dgm:cxn modelId="{EC1ABBBA-697C-4602-AB1D-3915E9A2E03C}" type="presOf" srcId="{CC0345B0-FF81-44B8-944D-8AF4DA49F7A3}" destId="{B4FAFFFB-DD9B-4A85-AB58-1221E0B306CA}" srcOrd="0" destOrd="0" presId="urn:microsoft.com/office/officeart/2005/8/layout/vList2"/>
    <dgm:cxn modelId="{A7AB49DA-D2D5-431B-89A4-55003817AE4E}" srcId="{B63397A0-3A36-4717-800F-2D924CDFB568}" destId="{B2464FC7-C07E-4716-84DE-7D317C20328C}" srcOrd="0" destOrd="0" parTransId="{6224C45A-34E6-44D1-AF2B-33FDBF4E4361}" sibTransId="{E6FF8814-CB2B-4948-8734-604EB419053F}"/>
    <dgm:cxn modelId="{35145EEF-3C85-4E15-9BBF-17A0A12E6139}" type="presOf" srcId="{B2464FC7-C07E-4716-84DE-7D317C20328C}" destId="{11C79A29-1E90-49D4-B163-B76A598B5BFE}" srcOrd="0" destOrd="0" presId="urn:microsoft.com/office/officeart/2005/8/layout/vList2"/>
    <dgm:cxn modelId="{AFC7A8D1-CC86-4DF2-B5D1-5ADE1D3FF240}" type="presParOf" srcId="{CC0D350B-FB48-41CC-8FBA-612F5DF83851}" destId="{11C79A29-1E90-49D4-B163-B76A598B5BFE}" srcOrd="0" destOrd="0" presId="urn:microsoft.com/office/officeart/2005/8/layout/vList2"/>
    <dgm:cxn modelId="{AAEAC3AD-DFE4-4F36-A047-188D2165A782}" type="presParOf" srcId="{CC0D350B-FB48-41CC-8FBA-612F5DF83851}" destId="{652FD58A-FFF3-4A1D-BECB-D61CC0AA3F26}" srcOrd="1" destOrd="0" presId="urn:microsoft.com/office/officeart/2005/8/layout/vList2"/>
    <dgm:cxn modelId="{CE0578E9-4570-46E3-8AB7-BFB82A539ECF}" type="presParOf" srcId="{CC0D350B-FB48-41CC-8FBA-612F5DF83851}" destId="{9123BF39-C238-42E5-BE69-F3481899017F}" srcOrd="2" destOrd="0" presId="urn:microsoft.com/office/officeart/2005/8/layout/vList2"/>
    <dgm:cxn modelId="{961202BE-2579-4707-94F9-FAD6CC4D2980}" type="presParOf" srcId="{CC0D350B-FB48-41CC-8FBA-612F5DF83851}" destId="{DACB0205-1CD3-416D-8202-48C1EFBEF592}" srcOrd="3" destOrd="0" presId="urn:microsoft.com/office/officeart/2005/8/layout/vList2"/>
    <dgm:cxn modelId="{A87729E3-1A76-457D-9AF4-6C54AC901EF4}" type="presParOf" srcId="{CC0D350B-FB48-41CC-8FBA-612F5DF83851}" destId="{B4FAFFFB-DD9B-4A85-AB58-1221E0B306CA}" srcOrd="4" destOrd="0" presId="urn:microsoft.com/office/officeart/2005/8/layout/vList2"/>
    <dgm:cxn modelId="{67053319-8E2D-4E6D-A47F-50DC156FAE59}" type="presParOf" srcId="{CC0D350B-FB48-41CC-8FBA-612F5DF83851}" destId="{3B9C2365-20CA-4C47-B6A9-BD1E703070BC}" srcOrd="5" destOrd="0" presId="urn:microsoft.com/office/officeart/2005/8/layout/vList2"/>
    <dgm:cxn modelId="{A3820805-BCEE-453C-BBA8-4736DF18DF5D}" type="presParOf" srcId="{CC0D350B-FB48-41CC-8FBA-612F5DF83851}" destId="{609C4B47-F65C-4919-9693-E68E8808CBC1}" srcOrd="6" destOrd="0" presId="urn:microsoft.com/office/officeart/2005/8/layout/vList2"/>
    <dgm:cxn modelId="{A7E4AE55-1893-48A0-99B2-07812F5F2A17}" type="presParOf" srcId="{CC0D350B-FB48-41CC-8FBA-612F5DF83851}" destId="{849C348D-68C6-404A-B2C1-3A3738420129}" srcOrd="7" destOrd="0" presId="urn:microsoft.com/office/officeart/2005/8/layout/vList2"/>
    <dgm:cxn modelId="{E94E047A-C699-415F-98C2-14A82C2392C9}" type="presParOf" srcId="{CC0D350B-FB48-41CC-8FBA-612F5DF83851}" destId="{B7C7EADA-65F9-4F33-AA50-E1A57A922F8E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10743E9-57CA-4BA1-8431-7A4B250AC03E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CDF5E6F3-FF6C-4B9C-A2B2-D6EC5BCAAF29}">
      <dgm:prSet/>
      <dgm:spPr/>
      <dgm:t>
        <a:bodyPr/>
        <a:lstStyle/>
        <a:p>
          <a:r>
            <a:rPr lang="it-IT"/>
            <a:t>API</a:t>
          </a:r>
          <a:endParaRPr lang="en-US"/>
        </a:p>
      </dgm:t>
    </dgm:pt>
    <dgm:pt modelId="{72520550-7682-48DC-A813-0138D689153A}" type="parTrans" cxnId="{D7B54091-03AA-4F3F-B5D6-19746217BFA7}">
      <dgm:prSet/>
      <dgm:spPr/>
      <dgm:t>
        <a:bodyPr/>
        <a:lstStyle/>
        <a:p>
          <a:endParaRPr lang="en-US"/>
        </a:p>
      </dgm:t>
    </dgm:pt>
    <dgm:pt modelId="{1701076E-4B2D-4C6E-9A1B-056153D1A81E}" type="sibTrans" cxnId="{D7B54091-03AA-4F3F-B5D6-19746217BFA7}">
      <dgm:prSet/>
      <dgm:spPr/>
      <dgm:t>
        <a:bodyPr/>
        <a:lstStyle/>
        <a:p>
          <a:endParaRPr lang="en-US"/>
        </a:p>
      </dgm:t>
    </dgm:pt>
    <dgm:pt modelId="{F81C6C93-1234-405F-8EDD-926218016F95}">
      <dgm:prSet/>
      <dgm:spPr/>
      <dgm:t>
        <a:bodyPr/>
        <a:lstStyle/>
        <a:p>
          <a:r>
            <a:rPr lang="it-IT"/>
            <a:t>UseCase </a:t>
          </a:r>
          <a:endParaRPr lang="en-US"/>
        </a:p>
      </dgm:t>
    </dgm:pt>
    <dgm:pt modelId="{5D6A2C4C-CC8D-477B-A5AA-247C01D7EB09}" type="parTrans" cxnId="{E5AC23B4-F458-4155-BA41-AFD5D718AC35}">
      <dgm:prSet/>
      <dgm:spPr/>
      <dgm:t>
        <a:bodyPr/>
        <a:lstStyle/>
        <a:p>
          <a:endParaRPr lang="en-US"/>
        </a:p>
      </dgm:t>
    </dgm:pt>
    <dgm:pt modelId="{C31D6316-2F00-4293-B657-E4CE0CD5666C}" type="sibTrans" cxnId="{E5AC23B4-F458-4155-BA41-AFD5D718AC35}">
      <dgm:prSet/>
      <dgm:spPr/>
      <dgm:t>
        <a:bodyPr/>
        <a:lstStyle/>
        <a:p>
          <a:endParaRPr lang="en-US"/>
        </a:p>
      </dgm:t>
    </dgm:pt>
    <dgm:pt modelId="{96DF9D49-71E0-45DB-98C6-72F05802D583}">
      <dgm:prSet/>
      <dgm:spPr/>
      <dgm:t>
        <a:bodyPr/>
        <a:lstStyle/>
        <a:p>
          <a:r>
            <a:rPr lang="it-IT"/>
            <a:t>Service</a:t>
          </a:r>
          <a:endParaRPr lang="en-US"/>
        </a:p>
      </dgm:t>
    </dgm:pt>
    <dgm:pt modelId="{756AFE38-4037-49EE-AE39-176F73101000}" type="parTrans" cxnId="{FC0360EB-187B-42E7-A0BE-0ED53D211BFA}">
      <dgm:prSet/>
      <dgm:spPr/>
      <dgm:t>
        <a:bodyPr/>
        <a:lstStyle/>
        <a:p>
          <a:endParaRPr lang="en-US"/>
        </a:p>
      </dgm:t>
    </dgm:pt>
    <dgm:pt modelId="{3DA26967-E649-45A6-A8F5-1B47BEBF8E76}" type="sibTrans" cxnId="{FC0360EB-187B-42E7-A0BE-0ED53D211BFA}">
      <dgm:prSet/>
      <dgm:spPr/>
      <dgm:t>
        <a:bodyPr/>
        <a:lstStyle/>
        <a:p>
          <a:endParaRPr lang="en-US"/>
        </a:p>
      </dgm:t>
    </dgm:pt>
    <dgm:pt modelId="{05FE3EA0-04BF-4438-87EF-CC65D2515412}">
      <dgm:prSet/>
      <dgm:spPr/>
      <dgm:t>
        <a:bodyPr/>
        <a:lstStyle/>
        <a:p>
          <a:r>
            <a:rPr lang="it-IT"/>
            <a:t>Data</a:t>
          </a:r>
          <a:endParaRPr lang="en-US"/>
        </a:p>
      </dgm:t>
    </dgm:pt>
    <dgm:pt modelId="{BE3E598C-7113-4200-97E8-914E353AD1F6}" type="parTrans" cxnId="{1B4D36FC-8DA8-430A-91FB-F946F211490E}">
      <dgm:prSet/>
      <dgm:spPr/>
      <dgm:t>
        <a:bodyPr/>
        <a:lstStyle/>
        <a:p>
          <a:endParaRPr lang="en-US"/>
        </a:p>
      </dgm:t>
    </dgm:pt>
    <dgm:pt modelId="{07D1A57B-1052-4A5D-A67C-E8031ADBEB44}" type="sibTrans" cxnId="{1B4D36FC-8DA8-430A-91FB-F946F211490E}">
      <dgm:prSet/>
      <dgm:spPr/>
      <dgm:t>
        <a:bodyPr/>
        <a:lstStyle/>
        <a:p>
          <a:endParaRPr lang="en-US"/>
        </a:p>
      </dgm:t>
    </dgm:pt>
    <dgm:pt modelId="{2E568535-0B7F-4D00-9C5E-5DC284F0F0E8}" type="pres">
      <dgm:prSet presAssocID="{310743E9-57CA-4BA1-8431-7A4B250AC03E}" presName="outerComposite" presStyleCnt="0">
        <dgm:presLayoutVars>
          <dgm:chMax val="5"/>
          <dgm:dir/>
          <dgm:resizeHandles val="exact"/>
        </dgm:presLayoutVars>
      </dgm:prSet>
      <dgm:spPr/>
    </dgm:pt>
    <dgm:pt modelId="{5A824BB5-27FD-4DF7-BE13-6316D9AACDF0}" type="pres">
      <dgm:prSet presAssocID="{310743E9-57CA-4BA1-8431-7A4B250AC03E}" presName="dummyMaxCanvas" presStyleCnt="0">
        <dgm:presLayoutVars/>
      </dgm:prSet>
      <dgm:spPr/>
    </dgm:pt>
    <dgm:pt modelId="{1B2D7666-330A-489D-8639-BAB73FD4DDC1}" type="pres">
      <dgm:prSet presAssocID="{310743E9-57CA-4BA1-8431-7A4B250AC03E}" presName="FourNodes_1" presStyleLbl="node1" presStyleIdx="0" presStyleCnt="4">
        <dgm:presLayoutVars>
          <dgm:bulletEnabled val="1"/>
        </dgm:presLayoutVars>
      </dgm:prSet>
      <dgm:spPr/>
    </dgm:pt>
    <dgm:pt modelId="{0BC36ADF-9915-4A56-A753-6F9B6A78FF6C}" type="pres">
      <dgm:prSet presAssocID="{310743E9-57CA-4BA1-8431-7A4B250AC03E}" presName="FourNodes_2" presStyleLbl="node1" presStyleIdx="1" presStyleCnt="4">
        <dgm:presLayoutVars>
          <dgm:bulletEnabled val="1"/>
        </dgm:presLayoutVars>
      </dgm:prSet>
      <dgm:spPr/>
    </dgm:pt>
    <dgm:pt modelId="{B758C4E0-62B1-432F-834F-F5C279C23361}" type="pres">
      <dgm:prSet presAssocID="{310743E9-57CA-4BA1-8431-7A4B250AC03E}" presName="FourNodes_3" presStyleLbl="node1" presStyleIdx="2" presStyleCnt="4">
        <dgm:presLayoutVars>
          <dgm:bulletEnabled val="1"/>
        </dgm:presLayoutVars>
      </dgm:prSet>
      <dgm:spPr/>
    </dgm:pt>
    <dgm:pt modelId="{F28FAEF6-BCF0-40E7-B894-BD04DA1C77A4}" type="pres">
      <dgm:prSet presAssocID="{310743E9-57CA-4BA1-8431-7A4B250AC03E}" presName="FourNodes_4" presStyleLbl="node1" presStyleIdx="3" presStyleCnt="4">
        <dgm:presLayoutVars>
          <dgm:bulletEnabled val="1"/>
        </dgm:presLayoutVars>
      </dgm:prSet>
      <dgm:spPr/>
    </dgm:pt>
    <dgm:pt modelId="{4DE10867-1A53-4A8C-8572-3D120F84A44C}" type="pres">
      <dgm:prSet presAssocID="{310743E9-57CA-4BA1-8431-7A4B250AC03E}" presName="FourConn_1-2" presStyleLbl="fgAccFollowNode1" presStyleIdx="0" presStyleCnt="3">
        <dgm:presLayoutVars>
          <dgm:bulletEnabled val="1"/>
        </dgm:presLayoutVars>
      </dgm:prSet>
      <dgm:spPr/>
    </dgm:pt>
    <dgm:pt modelId="{F2DA60A5-B54E-412C-8039-5683CCEA1BA0}" type="pres">
      <dgm:prSet presAssocID="{310743E9-57CA-4BA1-8431-7A4B250AC03E}" presName="FourConn_2-3" presStyleLbl="fgAccFollowNode1" presStyleIdx="1" presStyleCnt="3">
        <dgm:presLayoutVars>
          <dgm:bulletEnabled val="1"/>
        </dgm:presLayoutVars>
      </dgm:prSet>
      <dgm:spPr/>
    </dgm:pt>
    <dgm:pt modelId="{AE096E0A-BD20-4E33-8082-16A68BA40D51}" type="pres">
      <dgm:prSet presAssocID="{310743E9-57CA-4BA1-8431-7A4B250AC03E}" presName="FourConn_3-4" presStyleLbl="fgAccFollowNode1" presStyleIdx="2" presStyleCnt="3">
        <dgm:presLayoutVars>
          <dgm:bulletEnabled val="1"/>
        </dgm:presLayoutVars>
      </dgm:prSet>
      <dgm:spPr/>
    </dgm:pt>
    <dgm:pt modelId="{28407F3D-9EE0-4628-A0B0-3A7165AB063D}" type="pres">
      <dgm:prSet presAssocID="{310743E9-57CA-4BA1-8431-7A4B250AC03E}" presName="FourNodes_1_text" presStyleLbl="node1" presStyleIdx="3" presStyleCnt="4">
        <dgm:presLayoutVars>
          <dgm:bulletEnabled val="1"/>
        </dgm:presLayoutVars>
      </dgm:prSet>
      <dgm:spPr/>
    </dgm:pt>
    <dgm:pt modelId="{F0058EB8-67FE-47C2-8F92-00BBB13A7EC4}" type="pres">
      <dgm:prSet presAssocID="{310743E9-57CA-4BA1-8431-7A4B250AC03E}" presName="FourNodes_2_text" presStyleLbl="node1" presStyleIdx="3" presStyleCnt="4">
        <dgm:presLayoutVars>
          <dgm:bulletEnabled val="1"/>
        </dgm:presLayoutVars>
      </dgm:prSet>
      <dgm:spPr/>
    </dgm:pt>
    <dgm:pt modelId="{217A7EB5-B0C9-4832-95C0-4D8F18D5C8C3}" type="pres">
      <dgm:prSet presAssocID="{310743E9-57CA-4BA1-8431-7A4B250AC03E}" presName="FourNodes_3_text" presStyleLbl="node1" presStyleIdx="3" presStyleCnt="4">
        <dgm:presLayoutVars>
          <dgm:bulletEnabled val="1"/>
        </dgm:presLayoutVars>
      </dgm:prSet>
      <dgm:spPr/>
    </dgm:pt>
    <dgm:pt modelId="{4A164152-1033-49B6-B3B7-EC66E11A5075}" type="pres">
      <dgm:prSet presAssocID="{310743E9-57CA-4BA1-8431-7A4B250AC03E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7D2C560F-1B3D-4219-82DF-2156C881D992}" type="presOf" srcId="{F81C6C93-1234-405F-8EDD-926218016F95}" destId="{0BC36ADF-9915-4A56-A753-6F9B6A78FF6C}" srcOrd="0" destOrd="0" presId="urn:microsoft.com/office/officeart/2005/8/layout/vProcess5"/>
    <dgm:cxn modelId="{7997EB0F-18DF-47D5-930C-0AD71D2E6486}" type="presOf" srcId="{96DF9D49-71E0-45DB-98C6-72F05802D583}" destId="{B758C4E0-62B1-432F-834F-F5C279C23361}" srcOrd="0" destOrd="0" presId="urn:microsoft.com/office/officeart/2005/8/layout/vProcess5"/>
    <dgm:cxn modelId="{11FFA03B-887C-4430-8AC2-BEBE27DAEF25}" type="presOf" srcId="{05FE3EA0-04BF-4438-87EF-CC65D2515412}" destId="{4A164152-1033-49B6-B3B7-EC66E11A5075}" srcOrd="1" destOrd="0" presId="urn:microsoft.com/office/officeart/2005/8/layout/vProcess5"/>
    <dgm:cxn modelId="{594F045F-F8D5-4141-8A12-37DF5A02F811}" type="presOf" srcId="{CDF5E6F3-FF6C-4B9C-A2B2-D6EC5BCAAF29}" destId="{28407F3D-9EE0-4628-A0B0-3A7165AB063D}" srcOrd="1" destOrd="0" presId="urn:microsoft.com/office/officeart/2005/8/layout/vProcess5"/>
    <dgm:cxn modelId="{2623E86A-F516-484B-9640-F3AF433EE47A}" type="presOf" srcId="{3DA26967-E649-45A6-A8F5-1B47BEBF8E76}" destId="{AE096E0A-BD20-4E33-8082-16A68BA40D51}" srcOrd="0" destOrd="0" presId="urn:microsoft.com/office/officeart/2005/8/layout/vProcess5"/>
    <dgm:cxn modelId="{AA3E2F74-31DA-4947-82D0-B0B99B994A9D}" type="presOf" srcId="{CDF5E6F3-FF6C-4B9C-A2B2-D6EC5BCAAF29}" destId="{1B2D7666-330A-489D-8639-BAB73FD4DDC1}" srcOrd="0" destOrd="0" presId="urn:microsoft.com/office/officeart/2005/8/layout/vProcess5"/>
    <dgm:cxn modelId="{8A2F2F7B-5D05-4D1D-A723-F6C8450999C6}" type="presOf" srcId="{1701076E-4B2D-4C6E-9A1B-056153D1A81E}" destId="{4DE10867-1A53-4A8C-8572-3D120F84A44C}" srcOrd="0" destOrd="0" presId="urn:microsoft.com/office/officeart/2005/8/layout/vProcess5"/>
    <dgm:cxn modelId="{72179784-1BDF-428B-8050-1F28B26A3328}" type="presOf" srcId="{F81C6C93-1234-405F-8EDD-926218016F95}" destId="{F0058EB8-67FE-47C2-8F92-00BBB13A7EC4}" srcOrd="1" destOrd="0" presId="urn:microsoft.com/office/officeart/2005/8/layout/vProcess5"/>
    <dgm:cxn modelId="{D7B54091-03AA-4F3F-B5D6-19746217BFA7}" srcId="{310743E9-57CA-4BA1-8431-7A4B250AC03E}" destId="{CDF5E6F3-FF6C-4B9C-A2B2-D6EC5BCAAF29}" srcOrd="0" destOrd="0" parTransId="{72520550-7682-48DC-A813-0138D689153A}" sibTransId="{1701076E-4B2D-4C6E-9A1B-056153D1A81E}"/>
    <dgm:cxn modelId="{4F27CD91-69D9-4D7E-AD4C-0ACBC91EDCDB}" type="presOf" srcId="{310743E9-57CA-4BA1-8431-7A4B250AC03E}" destId="{2E568535-0B7F-4D00-9C5E-5DC284F0F0E8}" srcOrd="0" destOrd="0" presId="urn:microsoft.com/office/officeart/2005/8/layout/vProcess5"/>
    <dgm:cxn modelId="{B74A2899-D595-4E71-B71B-A690286C71CE}" type="presOf" srcId="{05FE3EA0-04BF-4438-87EF-CC65D2515412}" destId="{F28FAEF6-BCF0-40E7-B894-BD04DA1C77A4}" srcOrd="0" destOrd="0" presId="urn:microsoft.com/office/officeart/2005/8/layout/vProcess5"/>
    <dgm:cxn modelId="{06D903A5-0E7D-45FE-8B7A-B1FBB095FF3A}" type="presOf" srcId="{96DF9D49-71E0-45DB-98C6-72F05802D583}" destId="{217A7EB5-B0C9-4832-95C0-4D8F18D5C8C3}" srcOrd="1" destOrd="0" presId="urn:microsoft.com/office/officeart/2005/8/layout/vProcess5"/>
    <dgm:cxn modelId="{E5AC23B4-F458-4155-BA41-AFD5D718AC35}" srcId="{310743E9-57CA-4BA1-8431-7A4B250AC03E}" destId="{F81C6C93-1234-405F-8EDD-926218016F95}" srcOrd="1" destOrd="0" parTransId="{5D6A2C4C-CC8D-477B-A5AA-247C01D7EB09}" sibTransId="{C31D6316-2F00-4293-B657-E4CE0CD5666C}"/>
    <dgm:cxn modelId="{298069E0-BD60-4C64-B011-BF653BF96AC5}" type="presOf" srcId="{C31D6316-2F00-4293-B657-E4CE0CD5666C}" destId="{F2DA60A5-B54E-412C-8039-5683CCEA1BA0}" srcOrd="0" destOrd="0" presId="urn:microsoft.com/office/officeart/2005/8/layout/vProcess5"/>
    <dgm:cxn modelId="{FC0360EB-187B-42E7-A0BE-0ED53D211BFA}" srcId="{310743E9-57CA-4BA1-8431-7A4B250AC03E}" destId="{96DF9D49-71E0-45DB-98C6-72F05802D583}" srcOrd="2" destOrd="0" parTransId="{756AFE38-4037-49EE-AE39-176F73101000}" sibTransId="{3DA26967-E649-45A6-A8F5-1B47BEBF8E76}"/>
    <dgm:cxn modelId="{1B4D36FC-8DA8-430A-91FB-F946F211490E}" srcId="{310743E9-57CA-4BA1-8431-7A4B250AC03E}" destId="{05FE3EA0-04BF-4438-87EF-CC65D2515412}" srcOrd="3" destOrd="0" parTransId="{BE3E598C-7113-4200-97E8-914E353AD1F6}" sibTransId="{07D1A57B-1052-4A5D-A67C-E8031ADBEB44}"/>
    <dgm:cxn modelId="{7058BB7E-D89C-44B5-8E64-0324C08D0B24}" type="presParOf" srcId="{2E568535-0B7F-4D00-9C5E-5DC284F0F0E8}" destId="{5A824BB5-27FD-4DF7-BE13-6316D9AACDF0}" srcOrd="0" destOrd="0" presId="urn:microsoft.com/office/officeart/2005/8/layout/vProcess5"/>
    <dgm:cxn modelId="{447FF64C-FE79-48BE-A748-D8E8D3A2D13D}" type="presParOf" srcId="{2E568535-0B7F-4D00-9C5E-5DC284F0F0E8}" destId="{1B2D7666-330A-489D-8639-BAB73FD4DDC1}" srcOrd="1" destOrd="0" presId="urn:microsoft.com/office/officeart/2005/8/layout/vProcess5"/>
    <dgm:cxn modelId="{E79BFE91-5F11-4213-AC1D-87665DAD1604}" type="presParOf" srcId="{2E568535-0B7F-4D00-9C5E-5DC284F0F0E8}" destId="{0BC36ADF-9915-4A56-A753-6F9B6A78FF6C}" srcOrd="2" destOrd="0" presId="urn:microsoft.com/office/officeart/2005/8/layout/vProcess5"/>
    <dgm:cxn modelId="{E45B67CA-3180-43DF-A04B-5A4756472524}" type="presParOf" srcId="{2E568535-0B7F-4D00-9C5E-5DC284F0F0E8}" destId="{B758C4E0-62B1-432F-834F-F5C279C23361}" srcOrd="3" destOrd="0" presId="urn:microsoft.com/office/officeart/2005/8/layout/vProcess5"/>
    <dgm:cxn modelId="{D2F11C89-0867-4013-8280-53B56FCC58ED}" type="presParOf" srcId="{2E568535-0B7F-4D00-9C5E-5DC284F0F0E8}" destId="{F28FAEF6-BCF0-40E7-B894-BD04DA1C77A4}" srcOrd="4" destOrd="0" presId="urn:microsoft.com/office/officeart/2005/8/layout/vProcess5"/>
    <dgm:cxn modelId="{66119966-00FB-4846-BACA-860B6F17003D}" type="presParOf" srcId="{2E568535-0B7F-4D00-9C5E-5DC284F0F0E8}" destId="{4DE10867-1A53-4A8C-8572-3D120F84A44C}" srcOrd="5" destOrd="0" presId="urn:microsoft.com/office/officeart/2005/8/layout/vProcess5"/>
    <dgm:cxn modelId="{F59F2DBB-4BE3-4DB6-AA36-A09DB5E992B4}" type="presParOf" srcId="{2E568535-0B7F-4D00-9C5E-5DC284F0F0E8}" destId="{F2DA60A5-B54E-412C-8039-5683CCEA1BA0}" srcOrd="6" destOrd="0" presId="urn:microsoft.com/office/officeart/2005/8/layout/vProcess5"/>
    <dgm:cxn modelId="{3E03F2BC-0E96-403B-A210-E7A2B2EB10AA}" type="presParOf" srcId="{2E568535-0B7F-4D00-9C5E-5DC284F0F0E8}" destId="{AE096E0A-BD20-4E33-8082-16A68BA40D51}" srcOrd="7" destOrd="0" presId="urn:microsoft.com/office/officeart/2005/8/layout/vProcess5"/>
    <dgm:cxn modelId="{83C754BC-1FC0-4F11-BD14-44166DEE08FC}" type="presParOf" srcId="{2E568535-0B7F-4D00-9C5E-5DC284F0F0E8}" destId="{28407F3D-9EE0-4628-A0B0-3A7165AB063D}" srcOrd="8" destOrd="0" presId="urn:microsoft.com/office/officeart/2005/8/layout/vProcess5"/>
    <dgm:cxn modelId="{79B3E9D7-8090-4C33-BE70-B060A5BF5B41}" type="presParOf" srcId="{2E568535-0B7F-4D00-9C5E-5DC284F0F0E8}" destId="{F0058EB8-67FE-47C2-8F92-00BBB13A7EC4}" srcOrd="9" destOrd="0" presId="urn:microsoft.com/office/officeart/2005/8/layout/vProcess5"/>
    <dgm:cxn modelId="{BC86A73E-CC5C-4D80-A330-A3BEE0127E65}" type="presParOf" srcId="{2E568535-0B7F-4D00-9C5E-5DC284F0F0E8}" destId="{217A7EB5-B0C9-4832-95C0-4D8F18D5C8C3}" srcOrd="10" destOrd="0" presId="urn:microsoft.com/office/officeart/2005/8/layout/vProcess5"/>
    <dgm:cxn modelId="{CAC2FA27-F41C-48BB-9005-E77659492EF9}" type="presParOf" srcId="{2E568535-0B7F-4D00-9C5E-5DC284F0F0E8}" destId="{4A164152-1033-49B6-B3B7-EC66E11A5075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6F2984E-15B7-401B-AA97-28F774C5507C}" type="doc">
      <dgm:prSet loTypeId="urn:microsoft.com/office/officeart/2005/8/layout/vProcess5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AEB217C7-3EDA-4B2C-B5BC-3DA6DAE80446}">
      <dgm:prSet/>
      <dgm:spPr/>
      <dgm:t>
        <a:bodyPr/>
        <a:lstStyle/>
        <a:p>
          <a:r>
            <a:rPr lang="it-IT"/>
            <a:t>Model</a:t>
          </a:r>
          <a:endParaRPr lang="en-US"/>
        </a:p>
      </dgm:t>
    </dgm:pt>
    <dgm:pt modelId="{A1FD04E1-3FB6-4365-B868-47EDE1F28421}" type="parTrans" cxnId="{B5FFAD23-B325-4AF4-B0BC-AD0CAB4B1932}">
      <dgm:prSet/>
      <dgm:spPr/>
      <dgm:t>
        <a:bodyPr/>
        <a:lstStyle/>
        <a:p>
          <a:endParaRPr lang="en-US"/>
        </a:p>
      </dgm:t>
    </dgm:pt>
    <dgm:pt modelId="{359FD102-4DC2-45D2-8C3D-D83C11ED8A5B}" type="sibTrans" cxnId="{B5FFAD23-B325-4AF4-B0BC-AD0CAB4B1932}">
      <dgm:prSet/>
      <dgm:spPr/>
      <dgm:t>
        <a:bodyPr/>
        <a:lstStyle/>
        <a:p>
          <a:endParaRPr lang="en-US"/>
        </a:p>
      </dgm:t>
    </dgm:pt>
    <dgm:pt modelId="{759EAB00-522D-4033-A8B0-A52C55C5FAFD}">
      <dgm:prSet/>
      <dgm:spPr/>
      <dgm:t>
        <a:bodyPr/>
        <a:lstStyle/>
        <a:p>
          <a:r>
            <a:rPr lang="it-IT"/>
            <a:t>bridge</a:t>
          </a:r>
          <a:endParaRPr lang="en-US"/>
        </a:p>
      </dgm:t>
    </dgm:pt>
    <dgm:pt modelId="{0678F6AF-B93E-4D74-90D8-26C0BFBFDE5C}" type="parTrans" cxnId="{5BA82ECB-EFA1-4E72-B8AC-AE1E107E0F76}">
      <dgm:prSet/>
      <dgm:spPr/>
      <dgm:t>
        <a:bodyPr/>
        <a:lstStyle/>
        <a:p>
          <a:endParaRPr lang="en-US"/>
        </a:p>
      </dgm:t>
    </dgm:pt>
    <dgm:pt modelId="{090E9196-0816-4EC0-B49D-CCDA8651768A}" type="sibTrans" cxnId="{5BA82ECB-EFA1-4E72-B8AC-AE1E107E0F76}">
      <dgm:prSet/>
      <dgm:spPr/>
      <dgm:t>
        <a:bodyPr/>
        <a:lstStyle/>
        <a:p>
          <a:endParaRPr lang="en-US"/>
        </a:p>
      </dgm:t>
    </dgm:pt>
    <dgm:pt modelId="{52E0DABB-D34F-42AB-8F5A-177BB53ABDA7}">
      <dgm:prSet/>
      <dgm:spPr/>
      <dgm:t>
        <a:bodyPr/>
        <a:lstStyle/>
        <a:p>
          <a:r>
            <a:rPr lang="it-IT"/>
            <a:t>View</a:t>
          </a:r>
          <a:endParaRPr lang="en-US"/>
        </a:p>
      </dgm:t>
    </dgm:pt>
    <dgm:pt modelId="{360A2693-FF12-4CC3-B320-7F0264B86211}" type="parTrans" cxnId="{761F4B21-F692-433A-A9D0-DDA6F1DDEE94}">
      <dgm:prSet/>
      <dgm:spPr/>
      <dgm:t>
        <a:bodyPr/>
        <a:lstStyle/>
        <a:p>
          <a:endParaRPr lang="en-US"/>
        </a:p>
      </dgm:t>
    </dgm:pt>
    <dgm:pt modelId="{AE82A7E6-5B03-463D-BEAC-7CA8099611A8}" type="sibTrans" cxnId="{761F4B21-F692-433A-A9D0-DDA6F1DDEE94}">
      <dgm:prSet/>
      <dgm:spPr/>
      <dgm:t>
        <a:bodyPr/>
        <a:lstStyle/>
        <a:p>
          <a:endParaRPr lang="en-US"/>
        </a:p>
      </dgm:t>
    </dgm:pt>
    <dgm:pt modelId="{4567BD5E-F11D-4B87-A4EB-81737778A221}">
      <dgm:prSet/>
      <dgm:spPr/>
      <dgm:t>
        <a:bodyPr/>
        <a:lstStyle/>
        <a:p>
          <a:r>
            <a:rPr lang="it-IT"/>
            <a:t>control</a:t>
          </a:r>
          <a:endParaRPr lang="en-US"/>
        </a:p>
      </dgm:t>
    </dgm:pt>
    <dgm:pt modelId="{695DCD7D-D06F-4560-A2E1-4F1374C47341}" type="parTrans" cxnId="{27330C73-DDFC-4455-9562-4B1145D9E3F0}">
      <dgm:prSet/>
      <dgm:spPr/>
      <dgm:t>
        <a:bodyPr/>
        <a:lstStyle/>
        <a:p>
          <a:endParaRPr lang="en-US"/>
        </a:p>
      </dgm:t>
    </dgm:pt>
    <dgm:pt modelId="{805C156E-3EAD-4D9D-B074-6F6A752BAB8A}" type="sibTrans" cxnId="{27330C73-DDFC-4455-9562-4B1145D9E3F0}">
      <dgm:prSet/>
      <dgm:spPr/>
      <dgm:t>
        <a:bodyPr/>
        <a:lstStyle/>
        <a:p>
          <a:endParaRPr lang="en-US"/>
        </a:p>
      </dgm:t>
    </dgm:pt>
    <dgm:pt modelId="{C3AC31D6-981E-4383-8E3B-68F66BFF9ADD}" type="pres">
      <dgm:prSet presAssocID="{26F2984E-15B7-401B-AA97-28F774C5507C}" presName="outerComposite" presStyleCnt="0">
        <dgm:presLayoutVars>
          <dgm:chMax val="5"/>
          <dgm:dir/>
          <dgm:resizeHandles val="exact"/>
        </dgm:presLayoutVars>
      </dgm:prSet>
      <dgm:spPr/>
    </dgm:pt>
    <dgm:pt modelId="{6D481AFA-2DDE-4750-9571-E10DDEE61B4A}" type="pres">
      <dgm:prSet presAssocID="{26F2984E-15B7-401B-AA97-28F774C5507C}" presName="dummyMaxCanvas" presStyleCnt="0">
        <dgm:presLayoutVars/>
      </dgm:prSet>
      <dgm:spPr/>
    </dgm:pt>
    <dgm:pt modelId="{54538A66-6BF9-4462-8EBD-D019EDE23754}" type="pres">
      <dgm:prSet presAssocID="{26F2984E-15B7-401B-AA97-28F774C5507C}" presName="FourNodes_1" presStyleLbl="node1" presStyleIdx="0" presStyleCnt="4">
        <dgm:presLayoutVars>
          <dgm:bulletEnabled val="1"/>
        </dgm:presLayoutVars>
      </dgm:prSet>
      <dgm:spPr/>
    </dgm:pt>
    <dgm:pt modelId="{F0127888-B2FF-438A-AD44-612F3A084A40}" type="pres">
      <dgm:prSet presAssocID="{26F2984E-15B7-401B-AA97-28F774C5507C}" presName="FourNodes_2" presStyleLbl="node1" presStyleIdx="1" presStyleCnt="4">
        <dgm:presLayoutVars>
          <dgm:bulletEnabled val="1"/>
        </dgm:presLayoutVars>
      </dgm:prSet>
      <dgm:spPr/>
    </dgm:pt>
    <dgm:pt modelId="{C5063C8D-04FC-4767-8D14-B0DF72261FFD}" type="pres">
      <dgm:prSet presAssocID="{26F2984E-15B7-401B-AA97-28F774C5507C}" presName="FourNodes_3" presStyleLbl="node1" presStyleIdx="2" presStyleCnt="4">
        <dgm:presLayoutVars>
          <dgm:bulletEnabled val="1"/>
        </dgm:presLayoutVars>
      </dgm:prSet>
      <dgm:spPr/>
    </dgm:pt>
    <dgm:pt modelId="{566E696E-8F09-4665-81B5-B71DE6C60360}" type="pres">
      <dgm:prSet presAssocID="{26F2984E-15B7-401B-AA97-28F774C5507C}" presName="FourNodes_4" presStyleLbl="node1" presStyleIdx="3" presStyleCnt="4">
        <dgm:presLayoutVars>
          <dgm:bulletEnabled val="1"/>
        </dgm:presLayoutVars>
      </dgm:prSet>
      <dgm:spPr/>
    </dgm:pt>
    <dgm:pt modelId="{AC99EB88-EB65-4C98-B91A-DFF25DC3DB5F}" type="pres">
      <dgm:prSet presAssocID="{26F2984E-15B7-401B-AA97-28F774C5507C}" presName="FourConn_1-2" presStyleLbl="fgAccFollowNode1" presStyleIdx="0" presStyleCnt="3">
        <dgm:presLayoutVars>
          <dgm:bulletEnabled val="1"/>
        </dgm:presLayoutVars>
      </dgm:prSet>
      <dgm:spPr/>
    </dgm:pt>
    <dgm:pt modelId="{A1F9CCA2-3E7E-410D-823B-C50922831596}" type="pres">
      <dgm:prSet presAssocID="{26F2984E-15B7-401B-AA97-28F774C5507C}" presName="FourConn_2-3" presStyleLbl="fgAccFollowNode1" presStyleIdx="1" presStyleCnt="3">
        <dgm:presLayoutVars>
          <dgm:bulletEnabled val="1"/>
        </dgm:presLayoutVars>
      </dgm:prSet>
      <dgm:spPr/>
    </dgm:pt>
    <dgm:pt modelId="{40F41471-BE39-4BBF-B991-E2FEEB77D42E}" type="pres">
      <dgm:prSet presAssocID="{26F2984E-15B7-401B-AA97-28F774C5507C}" presName="FourConn_3-4" presStyleLbl="fgAccFollowNode1" presStyleIdx="2" presStyleCnt="3">
        <dgm:presLayoutVars>
          <dgm:bulletEnabled val="1"/>
        </dgm:presLayoutVars>
      </dgm:prSet>
      <dgm:spPr/>
    </dgm:pt>
    <dgm:pt modelId="{729FB017-8282-432E-966E-C71553FD1AA7}" type="pres">
      <dgm:prSet presAssocID="{26F2984E-15B7-401B-AA97-28F774C5507C}" presName="FourNodes_1_text" presStyleLbl="node1" presStyleIdx="3" presStyleCnt="4">
        <dgm:presLayoutVars>
          <dgm:bulletEnabled val="1"/>
        </dgm:presLayoutVars>
      </dgm:prSet>
      <dgm:spPr/>
    </dgm:pt>
    <dgm:pt modelId="{49269447-0F4F-47D2-B05C-B52FBD00C138}" type="pres">
      <dgm:prSet presAssocID="{26F2984E-15B7-401B-AA97-28F774C5507C}" presName="FourNodes_2_text" presStyleLbl="node1" presStyleIdx="3" presStyleCnt="4">
        <dgm:presLayoutVars>
          <dgm:bulletEnabled val="1"/>
        </dgm:presLayoutVars>
      </dgm:prSet>
      <dgm:spPr/>
    </dgm:pt>
    <dgm:pt modelId="{22AAD79E-44AB-465B-994C-775DF839905E}" type="pres">
      <dgm:prSet presAssocID="{26F2984E-15B7-401B-AA97-28F774C5507C}" presName="FourNodes_3_text" presStyleLbl="node1" presStyleIdx="3" presStyleCnt="4">
        <dgm:presLayoutVars>
          <dgm:bulletEnabled val="1"/>
        </dgm:presLayoutVars>
      </dgm:prSet>
      <dgm:spPr/>
    </dgm:pt>
    <dgm:pt modelId="{ED4E1945-C896-4C0B-B2F5-F1DB03894A70}" type="pres">
      <dgm:prSet presAssocID="{26F2984E-15B7-401B-AA97-28F774C5507C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5C8D170C-76AD-4FA8-907E-AFC8DB8855C3}" type="presOf" srcId="{52E0DABB-D34F-42AB-8F5A-177BB53ABDA7}" destId="{ED4E1945-C896-4C0B-B2F5-F1DB03894A70}" srcOrd="1" destOrd="0" presId="urn:microsoft.com/office/officeart/2005/8/layout/vProcess5"/>
    <dgm:cxn modelId="{5319FB1A-E18F-4A0A-B788-D968CB93BA12}" type="presOf" srcId="{759EAB00-522D-4033-A8B0-A52C55C5FAFD}" destId="{F0127888-B2FF-438A-AD44-612F3A084A40}" srcOrd="0" destOrd="0" presId="urn:microsoft.com/office/officeart/2005/8/layout/vProcess5"/>
    <dgm:cxn modelId="{761F4B21-F692-433A-A9D0-DDA6F1DDEE94}" srcId="{26F2984E-15B7-401B-AA97-28F774C5507C}" destId="{52E0DABB-D34F-42AB-8F5A-177BB53ABDA7}" srcOrd="3" destOrd="0" parTransId="{360A2693-FF12-4CC3-B320-7F0264B86211}" sibTransId="{AE82A7E6-5B03-463D-BEAC-7CA8099611A8}"/>
    <dgm:cxn modelId="{B5FFAD23-B325-4AF4-B0BC-AD0CAB4B1932}" srcId="{26F2984E-15B7-401B-AA97-28F774C5507C}" destId="{AEB217C7-3EDA-4B2C-B5BC-3DA6DAE80446}" srcOrd="0" destOrd="0" parTransId="{A1FD04E1-3FB6-4365-B868-47EDE1F28421}" sibTransId="{359FD102-4DC2-45D2-8C3D-D83C11ED8A5B}"/>
    <dgm:cxn modelId="{D1052A3C-A3F4-4953-B138-55E749149FDB}" type="presOf" srcId="{805C156E-3EAD-4D9D-B074-6F6A752BAB8A}" destId="{40F41471-BE39-4BBF-B991-E2FEEB77D42E}" srcOrd="0" destOrd="0" presId="urn:microsoft.com/office/officeart/2005/8/layout/vProcess5"/>
    <dgm:cxn modelId="{57B33A5B-4A79-41FC-96C5-1175C4FBBF7E}" type="presOf" srcId="{4567BD5E-F11D-4B87-A4EB-81737778A221}" destId="{22AAD79E-44AB-465B-994C-775DF839905E}" srcOrd="1" destOrd="0" presId="urn:microsoft.com/office/officeart/2005/8/layout/vProcess5"/>
    <dgm:cxn modelId="{CCF18842-198F-464B-9D37-4002E1E224E7}" type="presOf" srcId="{52E0DABB-D34F-42AB-8F5A-177BB53ABDA7}" destId="{566E696E-8F09-4665-81B5-B71DE6C60360}" srcOrd="0" destOrd="0" presId="urn:microsoft.com/office/officeart/2005/8/layout/vProcess5"/>
    <dgm:cxn modelId="{1AAEC664-657D-4A99-A4D9-752F819E2C99}" type="presOf" srcId="{759EAB00-522D-4033-A8B0-A52C55C5FAFD}" destId="{49269447-0F4F-47D2-B05C-B52FBD00C138}" srcOrd="1" destOrd="0" presId="urn:microsoft.com/office/officeart/2005/8/layout/vProcess5"/>
    <dgm:cxn modelId="{27330C73-DDFC-4455-9562-4B1145D9E3F0}" srcId="{26F2984E-15B7-401B-AA97-28F774C5507C}" destId="{4567BD5E-F11D-4B87-A4EB-81737778A221}" srcOrd="2" destOrd="0" parTransId="{695DCD7D-D06F-4560-A2E1-4F1374C47341}" sibTransId="{805C156E-3EAD-4D9D-B074-6F6A752BAB8A}"/>
    <dgm:cxn modelId="{EE744386-0FA8-4C1D-AAC3-4ECA02D1D026}" type="presOf" srcId="{AEB217C7-3EDA-4B2C-B5BC-3DA6DAE80446}" destId="{54538A66-6BF9-4462-8EBD-D019EDE23754}" srcOrd="0" destOrd="0" presId="urn:microsoft.com/office/officeart/2005/8/layout/vProcess5"/>
    <dgm:cxn modelId="{7928BE9A-B52E-4EA5-8635-6DF2EAD8DCCD}" type="presOf" srcId="{359FD102-4DC2-45D2-8C3D-D83C11ED8A5B}" destId="{AC99EB88-EB65-4C98-B91A-DFF25DC3DB5F}" srcOrd="0" destOrd="0" presId="urn:microsoft.com/office/officeart/2005/8/layout/vProcess5"/>
    <dgm:cxn modelId="{C5EFB9A0-A3D6-4A8B-809F-C34D78CE9351}" type="presOf" srcId="{090E9196-0816-4EC0-B49D-CCDA8651768A}" destId="{A1F9CCA2-3E7E-410D-823B-C50922831596}" srcOrd="0" destOrd="0" presId="urn:microsoft.com/office/officeart/2005/8/layout/vProcess5"/>
    <dgm:cxn modelId="{20A209AD-06F2-43B8-8175-54D3FA575F8C}" type="presOf" srcId="{AEB217C7-3EDA-4B2C-B5BC-3DA6DAE80446}" destId="{729FB017-8282-432E-966E-C71553FD1AA7}" srcOrd="1" destOrd="0" presId="urn:microsoft.com/office/officeart/2005/8/layout/vProcess5"/>
    <dgm:cxn modelId="{36DD37B5-3D4D-4936-8501-47C1297C1953}" type="presOf" srcId="{4567BD5E-F11D-4B87-A4EB-81737778A221}" destId="{C5063C8D-04FC-4767-8D14-B0DF72261FFD}" srcOrd="0" destOrd="0" presId="urn:microsoft.com/office/officeart/2005/8/layout/vProcess5"/>
    <dgm:cxn modelId="{5BA82ECB-EFA1-4E72-B8AC-AE1E107E0F76}" srcId="{26F2984E-15B7-401B-AA97-28F774C5507C}" destId="{759EAB00-522D-4033-A8B0-A52C55C5FAFD}" srcOrd="1" destOrd="0" parTransId="{0678F6AF-B93E-4D74-90D8-26C0BFBFDE5C}" sibTransId="{090E9196-0816-4EC0-B49D-CCDA8651768A}"/>
    <dgm:cxn modelId="{6446BACF-C36A-49BF-A7DD-699890DDA4BE}" type="presOf" srcId="{26F2984E-15B7-401B-AA97-28F774C5507C}" destId="{C3AC31D6-981E-4383-8E3B-68F66BFF9ADD}" srcOrd="0" destOrd="0" presId="urn:microsoft.com/office/officeart/2005/8/layout/vProcess5"/>
    <dgm:cxn modelId="{1840F990-B68B-4460-BB85-BE4C5B86FB90}" type="presParOf" srcId="{C3AC31D6-981E-4383-8E3B-68F66BFF9ADD}" destId="{6D481AFA-2DDE-4750-9571-E10DDEE61B4A}" srcOrd="0" destOrd="0" presId="urn:microsoft.com/office/officeart/2005/8/layout/vProcess5"/>
    <dgm:cxn modelId="{F9FA8A24-9816-4D0C-862B-E3D98F6F61EA}" type="presParOf" srcId="{C3AC31D6-981E-4383-8E3B-68F66BFF9ADD}" destId="{54538A66-6BF9-4462-8EBD-D019EDE23754}" srcOrd="1" destOrd="0" presId="urn:microsoft.com/office/officeart/2005/8/layout/vProcess5"/>
    <dgm:cxn modelId="{B4235A23-3259-4EB1-A34B-D2398CDFBD1B}" type="presParOf" srcId="{C3AC31D6-981E-4383-8E3B-68F66BFF9ADD}" destId="{F0127888-B2FF-438A-AD44-612F3A084A40}" srcOrd="2" destOrd="0" presId="urn:microsoft.com/office/officeart/2005/8/layout/vProcess5"/>
    <dgm:cxn modelId="{3E0E922F-33F8-4472-8EFD-CA81364EFE19}" type="presParOf" srcId="{C3AC31D6-981E-4383-8E3B-68F66BFF9ADD}" destId="{C5063C8D-04FC-4767-8D14-B0DF72261FFD}" srcOrd="3" destOrd="0" presId="urn:microsoft.com/office/officeart/2005/8/layout/vProcess5"/>
    <dgm:cxn modelId="{74455BD3-90CB-4B38-B1C7-D65382FABD82}" type="presParOf" srcId="{C3AC31D6-981E-4383-8E3B-68F66BFF9ADD}" destId="{566E696E-8F09-4665-81B5-B71DE6C60360}" srcOrd="4" destOrd="0" presId="urn:microsoft.com/office/officeart/2005/8/layout/vProcess5"/>
    <dgm:cxn modelId="{33536B4C-CDFD-4D7A-AEC8-6D0F4D2540EA}" type="presParOf" srcId="{C3AC31D6-981E-4383-8E3B-68F66BFF9ADD}" destId="{AC99EB88-EB65-4C98-B91A-DFF25DC3DB5F}" srcOrd="5" destOrd="0" presId="urn:microsoft.com/office/officeart/2005/8/layout/vProcess5"/>
    <dgm:cxn modelId="{A2239414-A1F8-498B-BDE0-8BD1EAE1CE80}" type="presParOf" srcId="{C3AC31D6-981E-4383-8E3B-68F66BFF9ADD}" destId="{A1F9CCA2-3E7E-410D-823B-C50922831596}" srcOrd="6" destOrd="0" presId="urn:microsoft.com/office/officeart/2005/8/layout/vProcess5"/>
    <dgm:cxn modelId="{5867DBD4-2FFD-4631-AA4E-53F418C628A9}" type="presParOf" srcId="{C3AC31D6-981E-4383-8E3B-68F66BFF9ADD}" destId="{40F41471-BE39-4BBF-B991-E2FEEB77D42E}" srcOrd="7" destOrd="0" presId="urn:microsoft.com/office/officeart/2005/8/layout/vProcess5"/>
    <dgm:cxn modelId="{B8B4E581-C5DD-40B5-A86B-EFC9DE0984B8}" type="presParOf" srcId="{C3AC31D6-981E-4383-8E3B-68F66BFF9ADD}" destId="{729FB017-8282-432E-966E-C71553FD1AA7}" srcOrd="8" destOrd="0" presId="urn:microsoft.com/office/officeart/2005/8/layout/vProcess5"/>
    <dgm:cxn modelId="{89ADA9F6-684D-4758-91DA-61EC0C4B4CFD}" type="presParOf" srcId="{C3AC31D6-981E-4383-8E3B-68F66BFF9ADD}" destId="{49269447-0F4F-47D2-B05C-B52FBD00C138}" srcOrd="9" destOrd="0" presId="urn:microsoft.com/office/officeart/2005/8/layout/vProcess5"/>
    <dgm:cxn modelId="{5C7B82EC-C824-4D18-B0BB-6FBA9AFD8030}" type="presParOf" srcId="{C3AC31D6-981E-4383-8E3B-68F66BFF9ADD}" destId="{22AAD79E-44AB-465B-994C-775DF839905E}" srcOrd="10" destOrd="0" presId="urn:microsoft.com/office/officeart/2005/8/layout/vProcess5"/>
    <dgm:cxn modelId="{DD6CDA9B-7C96-40FB-9F08-712E85ED3C50}" type="presParOf" srcId="{C3AC31D6-981E-4383-8E3B-68F66BFF9ADD}" destId="{ED4E1945-C896-4C0B-B2F5-F1DB03894A70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EFC7468-73C5-42C7-9C1A-1FEC40B139A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en-US"/>
        </a:p>
      </dgm:t>
    </dgm:pt>
    <dgm:pt modelId="{F2E4B0F7-4F91-42FC-9AD2-BB98A3972E8F}">
      <dgm:prSet/>
      <dgm:spPr/>
      <dgm:t>
        <a:bodyPr/>
        <a:lstStyle/>
        <a:p>
          <a:r>
            <a:rPr lang="it-IT"/>
            <a:t>Function Decomposition</a:t>
          </a:r>
          <a:endParaRPr lang="en-US"/>
        </a:p>
      </dgm:t>
    </dgm:pt>
    <dgm:pt modelId="{239502F1-F1B4-4136-908D-45D1FF327877}" type="parTrans" cxnId="{E7CA1252-4A4D-4BB5-B444-B31FDD868539}">
      <dgm:prSet/>
      <dgm:spPr/>
      <dgm:t>
        <a:bodyPr/>
        <a:lstStyle/>
        <a:p>
          <a:endParaRPr lang="en-US"/>
        </a:p>
      </dgm:t>
    </dgm:pt>
    <dgm:pt modelId="{5053ECA4-C4A3-4D2F-B95B-4DA91437D4B3}" type="sibTrans" cxnId="{E7CA1252-4A4D-4BB5-B444-B31FDD868539}">
      <dgm:prSet/>
      <dgm:spPr/>
      <dgm:t>
        <a:bodyPr/>
        <a:lstStyle/>
        <a:p>
          <a:endParaRPr lang="en-US"/>
        </a:p>
      </dgm:t>
    </dgm:pt>
    <dgm:pt modelId="{806651B5-DD76-4AF0-A68C-1602C6CABBE3}">
      <dgm:prSet/>
      <dgm:spPr/>
      <dgm:t>
        <a:bodyPr/>
        <a:lstStyle/>
        <a:p>
          <a:r>
            <a:rPr lang="it-IT" b="1" i="1"/>
            <a:t>Persistenza su database</a:t>
          </a:r>
          <a:endParaRPr lang="en-US" b="1" i="1"/>
        </a:p>
      </dgm:t>
    </dgm:pt>
    <dgm:pt modelId="{56FB2136-8E7C-4D55-AAA2-CCF62DF5D5FB}" type="parTrans" cxnId="{EA97ACE3-2118-40E8-ACE2-FA551D84C36D}">
      <dgm:prSet/>
      <dgm:spPr/>
      <dgm:t>
        <a:bodyPr/>
        <a:lstStyle/>
        <a:p>
          <a:endParaRPr lang="en-US"/>
        </a:p>
      </dgm:t>
    </dgm:pt>
    <dgm:pt modelId="{9B52D0E6-5D85-4E64-9AEE-829390168981}" type="sibTrans" cxnId="{EA97ACE3-2118-40E8-ACE2-FA551D84C36D}">
      <dgm:prSet/>
      <dgm:spPr/>
      <dgm:t>
        <a:bodyPr/>
        <a:lstStyle/>
        <a:p>
          <a:endParaRPr lang="en-US"/>
        </a:p>
      </dgm:t>
    </dgm:pt>
    <dgm:pt modelId="{18970C75-3A96-4FD1-A240-1487834413DF}">
      <dgm:prSet/>
      <dgm:spPr/>
      <dgm:t>
        <a:bodyPr/>
        <a:lstStyle/>
        <a:p>
          <a:r>
            <a:rPr lang="it-IT" b="1" i="1"/>
            <a:t>Suddivisione in operazioni specifiche</a:t>
          </a:r>
          <a:endParaRPr lang="en-US" b="1" i="1"/>
        </a:p>
      </dgm:t>
    </dgm:pt>
    <dgm:pt modelId="{82B32FFA-3764-4601-A4A1-D721F87C8055}" type="parTrans" cxnId="{1BC9E139-9894-42E3-A070-F6CD19B083BC}">
      <dgm:prSet/>
      <dgm:spPr/>
      <dgm:t>
        <a:bodyPr/>
        <a:lstStyle/>
        <a:p>
          <a:endParaRPr lang="en-US"/>
        </a:p>
      </dgm:t>
    </dgm:pt>
    <dgm:pt modelId="{D9A261AF-FF66-4200-8E7A-2F8B5F2AB9C4}" type="sibTrans" cxnId="{1BC9E139-9894-42E3-A070-F6CD19B083BC}">
      <dgm:prSet/>
      <dgm:spPr/>
      <dgm:t>
        <a:bodyPr/>
        <a:lstStyle/>
        <a:p>
          <a:endParaRPr lang="en-US"/>
        </a:p>
      </dgm:t>
    </dgm:pt>
    <dgm:pt modelId="{8B6CBAF4-F579-4D82-BDFC-47835B963631}">
      <dgm:prSet/>
      <dgm:spPr/>
      <dgm:t>
        <a:bodyPr/>
        <a:lstStyle/>
        <a:p>
          <a:r>
            <a:rPr lang="it-IT"/>
            <a:t>Orientamento a oggetti</a:t>
          </a:r>
          <a:endParaRPr lang="en-US"/>
        </a:p>
      </dgm:t>
    </dgm:pt>
    <dgm:pt modelId="{7E23051E-EA61-484E-A8BE-D85BF22032C9}" type="parTrans" cxnId="{C4AA6BDB-8BD0-4D51-AF2E-5EC349956D3D}">
      <dgm:prSet/>
      <dgm:spPr/>
      <dgm:t>
        <a:bodyPr/>
        <a:lstStyle/>
        <a:p>
          <a:endParaRPr lang="en-US"/>
        </a:p>
      </dgm:t>
    </dgm:pt>
    <dgm:pt modelId="{4D565952-0981-4A21-B531-A6D2F3BC76FD}" type="sibTrans" cxnId="{C4AA6BDB-8BD0-4D51-AF2E-5EC349956D3D}">
      <dgm:prSet/>
      <dgm:spPr/>
      <dgm:t>
        <a:bodyPr/>
        <a:lstStyle/>
        <a:p>
          <a:endParaRPr lang="en-US"/>
        </a:p>
      </dgm:t>
    </dgm:pt>
    <dgm:pt modelId="{6A2C93B3-3FA5-4D7D-B1E1-FE4C28A92965}">
      <dgm:prSet/>
      <dgm:spPr/>
      <dgm:t>
        <a:bodyPr/>
        <a:lstStyle/>
        <a:p>
          <a:r>
            <a:rPr lang="it-IT" b="1" i="1" kern="1200">
              <a:latin typeface="Gill Sans MT" panose="020B0502020104020203"/>
              <a:ea typeface="+mn-ea"/>
              <a:cs typeface="+mn-cs"/>
            </a:rPr>
            <a:t>Incapsulamento dei dati</a:t>
          </a:r>
          <a:endParaRPr lang="en-US" b="1" i="1" kern="1200">
            <a:latin typeface="Gill Sans MT" panose="020B0502020104020203"/>
            <a:ea typeface="+mn-ea"/>
            <a:cs typeface="+mn-cs"/>
          </a:endParaRPr>
        </a:p>
      </dgm:t>
    </dgm:pt>
    <dgm:pt modelId="{227C448F-8AB5-4149-ADEF-1F92E66E3B36}" type="parTrans" cxnId="{4B35B59B-0F04-4629-A7CB-E657B1BAF2D9}">
      <dgm:prSet/>
      <dgm:spPr/>
      <dgm:t>
        <a:bodyPr/>
        <a:lstStyle/>
        <a:p>
          <a:endParaRPr lang="en-US"/>
        </a:p>
      </dgm:t>
    </dgm:pt>
    <dgm:pt modelId="{EC1F0EC9-BA0C-4B29-8FC0-A834FB864F20}" type="sibTrans" cxnId="{4B35B59B-0F04-4629-A7CB-E657B1BAF2D9}">
      <dgm:prSet/>
      <dgm:spPr/>
      <dgm:t>
        <a:bodyPr/>
        <a:lstStyle/>
        <a:p>
          <a:endParaRPr lang="en-US"/>
        </a:p>
      </dgm:t>
    </dgm:pt>
    <dgm:pt modelId="{48ECB0FB-DCBC-4BAC-9B9B-626BEC2D2CC8}">
      <dgm:prSet/>
      <dgm:spPr/>
      <dgm:t>
        <a:bodyPr/>
        <a:lstStyle/>
        <a:p>
          <a:r>
            <a:rPr lang="it-IT" b="1" i="1" kern="1200">
              <a:latin typeface="Gill Sans MT" panose="020B0502020104020203"/>
              <a:ea typeface="+mn-ea"/>
              <a:cs typeface="+mn-cs"/>
            </a:rPr>
            <a:t>Ereditarietà (Operator)</a:t>
          </a:r>
          <a:endParaRPr lang="en-US" b="1" i="1" kern="1200">
            <a:latin typeface="Gill Sans MT" panose="020B0502020104020203"/>
            <a:ea typeface="+mn-ea"/>
            <a:cs typeface="+mn-cs"/>
          </a:endParaRPr>
        </a:p>
      </dgm:t>
    </dgm:pt>
    <dgm:pt modelId="{A2148904-B5D5-41EF-A4F2-EA245BC4A76E}" type="parTrans" cxnId="{97AF4D33-90EF-48A0-B9F7-1589AD30E63E}">
      <dgm:prSet/>
      <dgm:spPr/>
      <dgm:t>
        <a:bodyPr/>
        <a:lstStyle/>
        <a:p>
          <a:endParaRPr lang="en-US"/>
        </a:p>
      </dgm:t>
    </dgm:pt>
    <dgm:pt modelId="{A695CB86-CB3C-4D88-85CA-A6D207097844}" type="sibTrans" cxnId="{97AF4D33-90EF-48A0-B9F7-1589AD30E63E}">
      <dgm:prSet/>
      <dgm:spPr/>
      <dgm:t>
        <a:bodyPr/>
        <a:lstStyle/>
        <a:p>
          <a:endParaRPr lang="en-US"/>
        </a:p>
      </dgm:t>
    </dgm:pt>
    <dgm:pt modelId="{ED03B611-DC3F-45D9-B995-D80E4F9DCBBB}">
      <dgm:prSet/>
      <dgm:spPr/>
      <dgm:t>
        <a:bodyPr/>
        <a:lstStyle/>
        <a:p>
          <a:r>
            <a:rPr lang="it-IT" b="1" i="1" kern="1200">
              <a:latin typeface="Gill Sans MT" panose="020B0502020104020203"/>
              <a:ea typeface="+mn-ea"/>
              <a:cs typeface="+mn-cs"/>
            </a:rPr>
            <a:t>Uso di DTO e Mapper</a:t>
          </a:r>
          <a:endParaRPr lang="en-US" b="1" i="1" kern="1200">
            <a:latin typeface="Gill Sans MT" panose="020B0502020104020203"/>
            <a:ea typeface="+mn-ea"/>
            <a:cs typeface="+mn-cs"/>
          </a:endParaRPr>
        </a:p>
      </dgm:t>
    </dgm:pt>
    <dgm:pt modelId="{3C43ACD8-5635-4E4C-A465-3CEBCEB3FC6E}" type="parTrans" cxnId="{EAEAF4B1-B609-4FDA-9E68-59235B30A5E0}">
      <dgm:prSet/>
      <dgm:spPr/>
      <dgm:t>
        <a:bodyPr/>
        <a:lstStyle/>
        <a:p>
          <a:endParaRPr lang="en-US"/>
        </a:p>
      </dgm:t>
    </dgm:pt>
    <dgm:pt modelId="{7FFA2833-B586-4A1C-BA10-7855E1D7E619}" type="sibTrans" cxnId="{EAEAF4B1-B609-4FDA-9E68-59235B30A5E0}">
      <dgm:prSet/>
      <dgm:spPr/>
      <dgm:t>
        <a:bodyPr/>
        <a:lstStyle/>
        <a:p>
          <a:endParaRPr lang="en-US"/>
        </a:p>
      </dgm:t>
    </dgm:pt>
    <dgm:pt modelId="{F2A9588B-CC0D-439F-8E0C-D4FC2859C8EE}">
      <dgm:prSet/>
      <dgm:spPr/>
      <dgm:t>
        <a:bodyPr/>
        <a:lstStyle/>
        <a:p>
          <a:r>
            <a:rPr lang="it-IT"/>
            <a:t>Domain</a:t>
          </a:r>
          <a:endParaRPr lang="en-US"/>
        </a:p>
      </dgm:t>
    </dgm:pt>
    <dgm:pt modelId="{9E14E06D-0144-4E4D-AC20-C140524075B5}" type="parTrans" cxnId="{BA0D0805-8A87-4F42-A02C-AC4B2646CD50}">
      <dgm:prSet/>
      <dgm:spPr/>
      <dgm:t>
        <a:bodyPr/>
        <a:lstStyle/>
        <a:p>
          <a:endParaRPr lang="en-US"/>
        </a:p>
      </dgm:t>
    </dgm:pt>
    <dgm:pt modelId="{5FEFDEBC-A644-47F6-BAD2-272EC6EDBDCE}" type="sibTrans" cxnId="{BA0D0805-8A87-4F42-A02C-AC4B2646CD50}">
      <dgm:prSet/>
      <dgm:spPr/>
      <dgm:t>
        <a:bodyPr/>
        <a:lstStyle/>
        <a:p>
          <a:endParaRPr lang="en-US"/>
        </a:p>
      </dgm:t>
    </dgm:pt>
    <dgm:pt modelId="{BC573DBE-47A8-4A20-8163-55961A77F842}">
      <dgm:prSet/>
      <dgm:spPr/>
      <dgm:t>
        <a:bodyPr/>
        <a:lstStyle/>
        <a:p>
          <a:r>
            <a:rPr lang="it-IT" b="1" i="1" kern="1200">
              <a:latin typeface="Gill Sans MT" panose="020B0502020104020203"/>
              <a:ea typeface="+mn-ea"/>
              <a:cs typeface="+mn-cs"/>
            </a:rPr>
            <a:t>Persistenza su database</a:t>
          </a:r>
          <a:endParaRPr lang="en-US" b="1" i="1" kern="1200">
            <a:latin typeface="Gill Sans MT" panose="020B0502020104020203"/>
            <a:ea typeface="+mn-ea"/>
            <a:cs typeface="+mn-cs"/>
          </a:endParaRPr>
        </a:p>
      </dgm:t>
    </dgm:pt>
    <dgm:pt modelId="{8EDD45DF-7446-4FDE-9CEC-1B9ED3C118C4}" type="parTrans" cxnId="{E6595535-FDF0-4917-8F08-A66AE5FBB0E1}">
      <dgm:prSet/>
      <dgm:spPr/>
      <dgm:t>
        <a:bodyPr/>
        <a:lstStyle/>
        <a:p>
          <a:endParaRPr lang="en-US"/>
        </a:p>
      </dgm:t>
    </dgm:pt>
    <dgm:pt modelId="{57DCAEBB-B250-458E-8F6D-F4B948E81CFE}" type="sibTrans" cxnId="{E6595535-FDF0-4917-8F08-A66AE5FBB0E1}">
      <dgm:prSet/>
      <dgm:spPr/>
      <dgm:t>
        <a:bodyPr/>
        <a:lstStyle/>
        <a:p>
          <a:endParaRPr lang="en-US"/>
        </a:p>
      </dgm:t>
    </dgm:pt>
    <dgm:pt modelId="{187E238D-4724-459E-887E-7B83920A9400}">
      <dgm:prSet/>
      <dgm:spPr/>
      <dgm:t>
        <a:bodyPr/>
        <a:lstStyle/>
        <a:p>
          <a:r>
            <a:rPr lang="it-IT" b="1" i="1" kern="1200">
              <a:latin typeface="Gill Sans MT" panose="020B0502020104020203"/>
              <a:ea typeface="+mn-ea"/>
              <a:cs typeface="+mn-cs"/>
            </a:rPr>
            <a:t>Suddivisione in operazioni specifiche</a:t>
          </a:r>
          <a:endParaRPr lang="en-US" b="1" i="1" kern="1200">
            <a:latin typeface="Gill Sans MT" panose="020B0502020104020203"/>
            <a:ea typeface="+mn-ea"/>
            <a:cs typeface="+mn-cs"/>
          </a:endParaRPr>
        </a:p>
      </dgm:t>
    </dgm:pt>
    <dgm:pt modelId="{F398B1F1-1094-4A6C-9AE9-745EDDAE89FC}" type="parTrans" cxnId="{77D655CE-0FB2-4502-9448-5B81BBEFDFCA}">
      <dgm:prSet/>
      <dgm:spPr/>
      <dgm:t>
        <a:bodyPr/>
        <a:lstStyle/>
        <a:p>
          <a:endParaRPr lang="en-US"/>
        </a:p>
      </dgm:t>
    </dgm:pt>
    <dgm:pt modelId="{832117F3-E421-4CA6-9E3A-C955EEABC85A}" type="sibTrans" cxnId="{77D655CE-0FB2-4502-9448-5B81BBEFDFCA}">
      <dgm:prSet/>
      <dgm:spPr/>
      <dgm:t>
        <a:bodyPr/>
        <a:lstStyle/>
        <a:p>
          <a:endParaRPr lang="en-US"/>
        </a:p>
      </dgm:t>
    </dgm:pt>
    <dgm:pt modelId="{A934F1D4-B8D3-46E7-9451-475861FB66FD}">
      <dgm:prSet/>
      <dgm:spPr/>
      <dgm:t>
        <a:bodyPr/>
        <a:lstStyle/>
        <a:p>
          <a:r>
            <a:rPr lang="it-IT"/>
            <a:t>Applicazione a blocchi</a:t>
          </a:r>
          <a:endParaRPr lang="en-US"/>
        </a:p>
      </dgm:t>
    </dgm:pt>
    <dgm:pt modelId="{D6048269-EB4D-4859-A521-B1252EA566BF}" type="parTrans" cxnId="{3CA3D139-9F5F-4F7A-B338-207207A744C3}">
      <dgm:prSet/>
      <dgm:spPr/>
      <dgm:t>
        <a:bodyPr/>
        <a:lstStyle/>
        <a:p>
          <a:endParaRPr lang="en-US"/>
        </a:p>
      </dgm:t>
    </dgm:pt>
    <dgm:pt modelId="{5858422A-B765-4703-BA91-FF79AE1ED71C}" type="sibTrans" cxnId="{3CA3D139-9F5F-4F7A-B338-207207A744C3}">
      <dgm:prSet/>
      <dgm:spPr/>
      <dgm:t>
        <a:bodyPr/>
        <a:lstStyle/>
        <a:p>
          <a:endParaRPr lang="en-US"/>
        </a:p>
      </dgm:t>
    </dgm:pt>
    <dgm:pt modelId="{E9A97DE3-DEAE-4DCB-B52C-B053BA55E942}">
      <dgm:prSet/>
      <dgm:spPr/>
      <dgm:t>
        <a:bodyPr/>
        <a:lstStyle/>
        <a:p>
          <a:r>
            <a:rPr lang="it-IT" b="1" i="1" kern="1200">
              <a:latin typeface="Gill Sans MT" panose="020B0502020104020203"/>
              <a:ea typeface="+mn-ea"/>
              <a:cs typeface="+mn-cs"/>
            </a:rPr>
            <a:t>CLI organizzata per blocchi funzionali</a:t>
          </a:r>
          <a:endParaRPr lang="en-US" b="1" i="1" kern="1200">
            <a:latin typeface="Gill Sans MT" panose="020B0502020104020203"/>
            <a:ea typeface="+mn-ea"/>
            <a:cs typeface="+mn-cs"/>
          </a:endParaRPr>
        </a:p>
      </dgm:t>
    </dgm:pt>
    <dgm:pt modelId="{571AF811-9776-429B-9876-47B8A7553509}" type="parTrans" cxnId="{4BD2E747-3E49-4F9F-A545-2C641A7C5015}">
      <dgm:prSet/>
      <dgm:spPr/>
      <dgm:t>
        <a:bodyPr/>
        <a:lstStyle/>
        <a:p>
          <a:endParaRPr lang="en-US"/>
        </a:p>
      </dgm:t>
    </dgm:pt>
    <dgm:pt modelId="{FFED6970-B00E-4253-AE43-6343067607E4}" type="sibTrans" cxnId="{4BD2E747-3E49-4F9F-A545-2C641A7C5015}">
      <dgm:prSet/>
      <dgm:spPr/>
      <dgm:t>
        <a:bodyPr/>
        <a:lstStyle/>
        <a:p>
          <a:endParaRPr lang="en-US"/>
        </a:p>
      </dgm:t>
    </dgm:pt>
    <dgm:pt modelId="{73CAAD82-1356-4528-BFB7-F4801A048C95}">
      <dgm:prSet/>
      <dgm:spPr/>
      <dgm:t>
        <a:bodyPr/>
        <a:lstStyle/>
        <a:p>
          <a:r>
            <a:rPr lang="it-IT" b="1" i="1" kern="1200">
              <a:latin typeface="Gill Sans MT" panose="020B0502020104020203"/>
              <a:ea typeface="+mn-ea"/>
              <a:cs typeface="+mn-cs"/>
            </a:rPr>
            <a:t>Blocco gestione utenti</a:t>
          </a:r>
          <a:endParaRPr lang="en-US" b="1" i="1" kern="1200">
            <a:latin typeface="Gill Sans MT" panose="020B0502020104020203"/>
            <a:ea typeface="+mn-ea"/>
            <a:cs typeface="+mn-cs"/>
          </a:endParaRPr>
        </a:p>
      </dgm:t>
    </dgm:pt>
    <dgm:pt modelId="{32382B09-393E-4D1D-A12C-56662991B975}" type="parTrans" cxnId="{F9583FF8-0C11-42E9-8509-5332E94F0D69}">
      <dgm:prSet/>
      <dgm:spPr/>
      <dgm:t>
        <a:bodyPr/>
        <a:lstStyle/>
        <a:p>
          <a:endParaRPr lang="en-US"/>
        </a:p>
      </dgm:t>
    </dgm:pt>
    <dgm:pt modelId="{901E1506-D303-4431-A8BE-2EBD50BD4249}" type="sibTrans" cxnId="{F9583FF8-0C11-42E9-8509-5332E94F0D69}">
      <dgm:prSet/>
      <dgm:spPr/>
      <dgm:t>
        <a:bodyPr/>
        <a:lstStyle/>
        <a:p>
          <a:endParaRPr lang="en-US"/>
        </a:p>
      </dgm:t>
    </dgm:pt>
    <dgm:pt modelId="{8C2B6D9F-C579-44E5-9DE5-4D22FC707065}">
      <dgm:prSet/>
      <dgm:spPr/>
      <dgm:t>
        <a:bodyPr/>
        <a:lstStyle/>
        <a:p>
          <a:r>
            <a:rPr lang="it-IT" b="1" i="1" kern="1200">
              <a:latin typeface="Gill Sans MT" panose="020B0502020104020203"/>
              <a:ea typeface="+mn-ea"/>
              <a:cs typeface="+mn-cs"/>
            </a:rPr>
            <a:t>Blocco gestione CSV</a:t>
          </a:r>
          <a:endParaRPr lang="en-US" b="1" i="1" kern="1200">
            <a:latin typeface="Gill Sans MT" panose="020B0502020104020203"/>
            <a:ea typeface="+mn-ea"/>
            <a:cs typeface="+mn-cs"/>
          </a:endParaRPr>
        </a:p>
      </dgm:t>
    </dgm:pt>
    <dgm:pt modelId="{42A5D98D-9EE2-4B55-9AE9-726E7285DE3A}" type="parTrans" cxnId="{DB270623-F572-4ADB-9A8D-974CEDD18C8A}">
      <dgm:prSet/>
      <dgm:spPr/>
      <dgm:t>
        <a:bodyPr/>
        <a:lstStyle/>
        <a:p>
          <a:endParaRPr lang="en-US"/>
        </a:p>
      </dgm:t>
    </dgm:pt>
    <dgm:pt modelId="{C7791B5B-8E86-4CB4-982B-14F47836271C}" type="sibTrans" cxnId="{DB270623-F572-4ADB-9A8D-974CEDD18C8A}">
      <dgm:prSet/>
      <dgm:spPr/>
      <dgm:t>
        <a:bodyPr/>
        <a:lstStyle/>
        <a:p>
          <a:endParaRPr lang="en-US"/>
        </a:p>
      </dgm:t>
    </dgm:pt>
    <dgm:pt modelId="{22B36633-0F10-4CAC-BF19-A71E79CEAEC1}" type="pres">
      <dgm:prSet presAssocID="{8EFC7468-73C5-42C7-9C1A-1FEC40B139A0}" presName="root" presStyleCnt="0">
        <dgm:presLayoutVars>
          <dgm:dir/>
          <dgm:resizeHandles val="exact"/>
        </dgm:presLayoutVars>
      </dgm:prSet>
      <dgm:spPr/>
    </dgm:pt>
    <dgm:pt modelId="{A0E4C5B4-7864-453E-A0FC-5D82CB1ACE5F}" type="pres">
      <dgm:prSet presAssocID="{F2E4B0F7-4F91-42FC-9AD2-BB98A3972E8F}" presName="compNode" presStyleCnt="0"/>
      <dgm:spPr/>
    </dgm:pt>
    <dgm:pt modelId="{C4B5F743-3E00-4BCA-9E86-8536A54B91C0}" type="pres">
      <dgm:prSet presAssocID="{F2E4B0F7-4F91-42FC-9AD2-BB98A3972E8F}" presName="bgRect" presStyleLbl="bgShp" presStyleIdx="0" presStyleCnt="4"/>
      <dgm:spPr>
        <a:ln>
          <a:solidFill>
            <a:schemeClr val="tx1"/>
          </a:solidFill>
        </a:ln>
      </dgm:spPr>
    </dgm:pt>
    <dgm:pt modelId="{95AB3D37-82DC-481C-BB56-CFC964974907}" type="pres">
      <dgm:prSet presAssocID="{F2E4B0F7-4F91-42FC-9AD2-BB98A3972E8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ramide con livelli con riempimento a tinta unita"/>
        </a:ext>
      </dgm:extLst>
    </dgm:pt>
    <dgm:pt modelId="{94989BD3-9AEC-40BF-8EDB-630F378B79E0}" type="pres">
      <dgm:prSet presAssocID="{F2E4B0F7-4F91-42FC-9AD2-BB98A3972E8F}" presName="spaceRect" presStyleCnt="0"/>
      <dgm:spPr/>
    </dgm:pt>
    <dgm:pt modelId="{C18F5570-910C-4DC5-8EE2-6EC01F527F43}" type="pres">
      <dgm:prSet presAssocID="{F2E4B0F7-4F91-42FC-9AD2-BB98A3972E8F}" presName="parTx" presStyleLbl="revTx" presStyleIdx="0" presStyleCnt="8">
        <dgm:presLayoutVars>
          <dgm:chMax val="0"/>
          <dgm:chPref val="0"/>
        </dgm:presLayoutVars>
      </dgm:prSet>
      <dgm:spPr/>
    </dgm:pt>
    <dgm:pt modelId="{C0DAEE2F-5296-4F6B-BDC2-FC005E824AAB}" type="pres">
      <dgm:prSet presAssocID="{F2E4B0F7-4F91-42FC-9AD2-BB98A3972E8F}" presName="desTx" presStyleLbl="revTx" presStyleIdx="1" presStyleCnt="8">
        <dgm:presLayoutVars/>
      </dgm:prSet>
      <dgm:spPr/>
    </dgm:pt>
    <dgm:pt modelId="{A636A293-B7A9-432C-AC8F-4A07ECC892AF}" type="pres">
      <dgm:prSet presAssocID="{5053ECA4-C4A3-4D2F-B95B-4DA91437D4B3}" presName="sibTrans" presStyleCnt="0"/>
      <dgm:spPr/>
    </dgm:pt>
    <dgm:pt modelId="{1784ED12-BA8E-4E9D-9D69-0086B09FCAD5}" type="pres">
      <dgm:prSet presAssocID="{8B6CBAF4-F579-4D82-BDFC-47835B963631}" presName="compNode" presStyleCnt="0"/>
      <dgm:spPr/>
    </dgm:pt>
    <dgm:pt modelId="{ECB0DD95-94E9-41D1-81F1-D250C093D945}" type="pres">
      <dgm:prSet presAssocID="{8B6CBAF4-F579-4D82-BDFC-47835B963631}" presName="bgRect" presStyleLbl="bgShp" presStyleIdx="1" presStyleCnt="4"/>
      <dgm:spPr>
        <a:ln>
          <a:solidFill>
            <a:schemeClr val="tx1"/>
          </a:solidFill>
        </a:ln>
      </dgm:spPr>
    </dgm:pt>
    <dgm:pt modelId="{70B19B34-B2FB-4FEF-9613-E1A478414798}" type="pres">
      <dgm:prSet presAssocID="{8B6CBAF4-F579-4D82-BDFC-47835B96363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rarchia con riempimento a tinta unita"/>
        </a:ext>
      </dgm:extLst>
    </dgm:pt>
    <dgm:pt modelId="{8E56A609-2D80-4298-A67E-6A1E988BF2D4}" type="pres">
      <dgm:prSet presAssocID="{8B6CBAF4-F579-4D82-BDFC-47835B963631}" presName="spaceRect" presStyleCnt="0"/>
      <dgm:spPr/>
    </dgm:pt>
    <dgm:pt modelId="{10BCDE89-F195-4C9D-A142-077DE747CC1B}" type="pres">
      <dgm:prSet presAssocID="{8B6CBAF4-F579-4D82-BDFC-47835B963631}" presName="parTx" presStyleLbl="revTx" presStyleIdx="2" presStyleCnt="8">
        <dgm:presLayoutVars>
          <dgm:chMax val="0"/>
          <dgm:chPref val="0"/>
        </dgm:presLayoutVars>
      </dgm:prSet>
      <dgm:spPr/>
    </dgm:pt>
    <dgm:pt modelId="{ACFF2BA1-8CFD-42FB-8E47-10FC32B686F1}" type="pres">
      <dgm:prSet presAssocID="{8B6CBAF4-F579-4D82-BDFC-47835B963631}" presName="desTx" presStyleLbl="revTx" presStyleIdx="3" presStyleCnt="8">
        <dgm:presLayoutVars/>
      </dgm:prSet>
      <dgm:spPr/>
    </dgm:pt>
    <dgm:pt modelId="{C91DCE5D-13D3-407F-BB97-8B587905814B}" type="pres">
      <dgm:prSet presAssocID="{4D565952-0981-4A21-B531-A6D2F3BC76FD}" presName="sibTrans" presStyleCnt="0"/>
      <dgm:spPr/>
    </dgm:pt>
    <dgm:pt modelId="{E0938CEF-E98F-43C4-BD44-189C5868939D}" type="pres">
      <dgm:prSet presAssocID="{F2A9588B-CC0D-439F-8E0C-D4FC2859C8EE}" presName="compNode" presStyleCnt="0"/>
      <dgm:spPr/>
    </dgm:pt>
    <dgm:pt modelId="{C46562E7-2D07-44A6-A404-F1EE0E1F803B}" type="pres">
      <dgm:prSet presAssocID="{F2A9588B-CC0D-439F-8E0C-D4FC2859C8EE}" presName="bgRect" presStyleLbl="bgShp" presStyleIdx="2" presStyleCnt="4"/>
      <dgm:spPr>
        <a:ln>
          <a:solidFill>
            <a:schemeClr val="tx1"/>
          </a:solidFill>
        </a:ln>
      </dgm:spPr>
    </dgm:pt>
    <dgm:pt modelId="{81EFFB27-33E5-48F4-9C0D-A4037B965A16}" type="pres">
      <dgm:prSet presAssocID="{F2A9588B-CC0D-439F-8E0C-D4FC2859C8E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stione con riempimento a tinta unita"/>
        </a:ext>
      </dgm:extLst>
    </dgm:pt>
    <dgm:pt modelId="{2A874305-0386-4C68-A221-15CFCA1C9D3F}" type="pres">
      <dgm:prSet presAssocID="{F2A9588B-CC0D-439F-8E0C-D4FC2859C8EE}" presName="spaceRect" presStyleCnt="0"/>
      <dgm:spPr/>
    </dgm:pt>
    <dgm:pt modelId="{44A5FD87-C083-4E4F-B1CE-78D377DB4B2B}" type="pres">
      <dgm:prSet presAssocID="{F2A9588B-CC0D-439F-8E0C-D4FC2859C8EE}" presName="parTx" presStyleLbl="revTx" presStyleIdx="4" presStyleCnt="8">
        <dgm:presLayoutVars>
          <dgm:chMax val="0"/>
          <dgm:chPref val="0"/>
        </dgm:presLayoutVars>
      </dgm:prSet>
      <dgm:spPr/>
    </dgm:pt>
    <dgm:pt modelId="{3B5588BB-7C04-4ED6-8FBC-5BDF1B05D155}" type="pres">
      <dgm:prSet presAssocID="{F2A9588B-CC0D-439F-8E0C-D4FC2859C8EE}" presName="desTx" presStyleLbl="revTx" presStyleIdx="5" presStyleCnt="8">
        <dgm:presLayoutVars/>
      </dgm:prSet>
      <dgm:spPr/>
    </dgm:pt>
    <dgm:pt modelId="{EAAE4978-0CB0-4F95-9303-48DD29750BDB}" type="pres">
      <dgm:prSet presAssocID="{5FEFDEBC-A644-47F6-BAD2-272EC6EDBDCE}" presName="sibTrans" presStyleCnt="0"/>
      <dgm:spPr/>
    </dgm:pt>
    <dgm:pt modelId="{D7AD1180-3BCC-4C4C-8F2F-E4F18B24228D}" type="pres">
      <dgm:prSet presAssocID="{A934F1D4-B8D3-46E7-9451-475861FB66FD}" presName="compNode" presStyleCnt="0"/>
      <dgm:spPr/>
    </dgm:pt>
    <dgm:pt modelId="{8801989E-0B18-4186-BE24-52A97EB28E1E}" type="pres">
      <dgm:prSet presAssocID="{A934F1D4-B8D3-46E7-9451-475861FB66FD}" presName="bgRect" presStyleLbl="bgShp" presStyleIdx="3" presStyleCnt="4" custLinFactNeighborX="13507" custLinFactNeighborY="30261"/>
      <dgm:spPr>
        <a:ln>
          <a:solidFill>
            <a:schemeClr val="tx1"/>
          </a:solidFill>
        </a:ln>
      </dgm:spPr>
    </dgm:pt>
    <dgm:pt modelId="{1FBCA971-B9F0-4C5E-BB04-0C84B3096BED}" type="pres">
      <dgm:prSet presAssocID="{A934F1D4-B8D3-46E7-9451-475861FB66F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nventario con riempimento a tinta unita"/>
        </a:ext>
      </dgm:extLst>
    </dgm:pt>
    <dgm:pt modelId="{9350E8A8-9C96-4FAF-84E7-9B80A51C50FB}" type="pres">
      <dgm:prSet presAssocID="{A934F1D4-B8D3-46E7-9451-475861FB66FD}" presName="spaceRect" presStyleCnt="0"/>
      <dgm:spPr/>
    </dgm:pt>
    <dgm:pt modelId="{486D77C9-6072-4335-81BF-F2BF002C63C0}" type="pres">
      <dgm:prSet presAssocID="{A934F1D4-B8D3-46E7-9451-475861FB66FD}" presName="parTx" presStyleLbl="revTx" presStyleIdx="6" presStyleCnt="8">
        <dgm:presLayoutVars>
          <dgm:chMax val="0"/>
          <dgm:chPref val="0"/>
        </dgm:presLayoutVars>
      </dgm:prSet>
      <dgm:spPr/>
    </dgm:pt>
    <dgm:pt modelId="{68788B67-40F1-4E1B-8F8F-80318A0A7514}" type="pres">
      <dgm:prSet presAssocID="{A934F1D4-B8D3-46E7-9451-475861FB66FD}" presName="desTx" presStyleLbl="revTx" presStyleIdx="7" presStyleCnt="8">
        <dgm:presLayoutVars/>
      </dgm:prSet>
      <dgm:spPr/>
    </dgm:pt>
  </dgm:ptLst>
  <dgm:cxnLst>
    <dgm:cxn modelId="{BA0D0805-8A87-4F42-A02C-AC4B2646CD50}" srcId="{8EFC7468-73C5-42C7-9C1A-1FEC40B139A0}" destId="{F2A9588B-CC0D-439F-8E0C-D4FC2859C8EE}" srcOrd="2" destOrd="0" parTransId="{9E14E06D-0144-4E4D-AC20-C140524075B5}" sibTransId="{5FEFDEBC-A644-47F6-BAD2-272EC6EDBDCE}"/>
    <dgm:cxn modelId="{8892550F-915A-43B9-B992-794FB1F84D4E}" type="presOf" srcId="{18970C75-3A96-4FD1-A240-1487834413DF}" destId="{C0DAEE2F-5296-4F6B-BDC2-FC005E824AAB}" srcOrd="0" destOrd="1" presId="urn:microsoft.com/office/officeart/2018/2/layout/IconVerticalSolidList"/>
    <dgm:cxn modelId="{BC82B420-D926-4975-ADE2-D72DF00CBA91}" type="presOf" srcId="{6A2C93B3-3FA5-4D7D-B1E1-FE4C28A92965}" destId="{ACFF2BA1-8CFD-42FB-8E47-10FC32B686F1}" srcOrd="0" destOrd="0" presId="urn:microsoft.com/office/officeart/2018/2/layout/IconVerticalSolidList"/>
    <dgm:cxn modelId="{DB270623-F572-4ADB-9A8D-974CEDD18C8A}" srcId="{A934F1D4-B8D3-46E7-9451-475861FB66FD}" destId="{8C2B6D9F-C579-44E5-9DE5-4D22FC707065}" srcOrd="2" destOrd="0" parTransId="{42A5D98D-9EE2-4B55-9AE9-726E7285DE3A}" sibTransId="{C7791B5B-8E86-4CB4-982B-14F47836271C}"/>
    <dgm:cxn modelId="{97AF4D33-90EF-48A0-B9F7-1589AD30E63E}" srcId="{8B6CBAF4-F579-4D82-BDFC-47835B963631}" destId="{48ECB0FB-DCBC-4BAC-9B9B-626BEC2D2CC8}" srcOrd="1" destOrd="0" parTransId="{A2148904-B5D5-41EF-A4F2-EA245BC4A76E}" sibTransId="{A695CB86-CB3C-4D88-85CA-A6D207097844}"/>
    <dgm:cxn modelId="{E6595535-FDF0-4917-8F08-A66AE5FBB0E1}" srcId="{F2A9588B-CC0D-439F-8E0C-D4FC2859C8EE}" destId="{BC573DBE-47A8-4A20-8163-55961A77F842}" srcOrd="0" destOrd="0" parTransId="{8EDD45DF-7446-4FDE-9CEC-1B9ED3C118C4}" sibTransId="{57DCAEBB-B250-458E-8F6D-F4B948E81CFE}"/>
    <dgm:cxn modelId="{3CA3D139-9F5F-4F7A-B338-207207A744C3}" srcId="{8EFC7468-73C5-42C7-9C1A-1FEC40B139A0}" destId="{A934F1D4-B8D3-46E7-9451-475861FB66FD}" srcOrd="3" destOrd="0" parTransId="{D6048269-EB4D-4859-A521-B1252EA566BF}" sibTransId="{5858422A-B765-4703-BA91-FF79AE1ED71C}"/>
    <dgm:cxn modelId="{1BC9E139-9894-42E3-A070-F6CD19B083BC}" srcId="{F2E4B0F7-4F91-42FC-9AD2-BB98A3972E8F}" destId="{18970C75-3A96-4FD1-A240-1487834413DF}" srcOrd="1" destOrd="0" parTransId="{82B32FFA-3764-4601-A4A1-D721F87C8055}" sibTransId="{D9A261AF-FF66-4200-8E7A-2F8B5F2AB9C4}"/>
    <dgm:cxn modelId="{7D185F65-402C-4925-B9CA-B8BC6BD9A2A1}" type="presOf" srcId="{F2E4B0F7-4F91-42FC-9AD2-BB98A3972E8F}" destId="{C18F5570-910C-4DC5-8EE2-6EC01F527F43}" srcOrd="0" destOrd="0" presId="urn:microsoft.com/office/officeart/2018/2/layout/IconVerticalSolidList"/>
    <dgm:cxn modelId="{4BD2E747-3E49-4F9F-A545-2C641A7C5015}" srcId="{A934F1D4-B8D3-46E7-9451-475861FB66FD}" destId="{E9A97DE3-DEAE-4DCB-B52C-B053BA55E942}" srcOrd="0" destOrd="0" parTransId="{571AF811-9776-429B-9876-47B8A7553509}" sibTransId="{FFED6970-B00E-4253-AE43-6343067607E4}"/>
    <dgm:cxn modelId="{1FBB6151-7CF6-447E-A4A3-6DD972E4E33C}" type="presOf" srcId="{187E238D-4724-459E-887E-7B83920A9400}" destId="{3B5588BB-7C04-4ED6-8FBC-5BDF1B05D155}" srcOrd="0" destOrd="1" presId="urn:microsoft.com/office/officeart/2018/2/layout/IconVerticalSolidList"/>
    <dgm:cxn modelId="{E7CA1252-4A4D-4BB5-B444-B31FDD868539}" srcId="{8EFC7468-73C5-42C7-9C1A-1FEC40B139A0}" destId="{F2E4B0F7-4F91-42FC-9AD2-BB98A3972E8F}" srcOrd="0" destOrd="0" parTransId="{239502F1-F1B4-4136-908D-45D1FF327877}" sibTransId="{5053ECA4-C4A3-4D2F-B95B-4DA91437D4B3}"/>
    <dgm:cxn modelId="{E9D87E56-2868-4BC6-991F-852A0E60C3CC}" type="presOf" srcId="{806651B5-DD76-4AF0-A68C-1602C6CABBE3}" destId="{C0DAEE2F-5296-4F6B-BDC2-FC005E824AAB}" srcOrd="0" destOrd="0" presId="urn:microsoft.com/office/officeart/2018/2/layout/IconVerticalSolidList"/>
    <dgm:cxn modelId="{3ACA6A81-CA07-4FF8-84BF-2425D22E8E6C}" type="presOf" srcId="{8B6CBAF4-F579-4D82-BDFC-47835B963631}" destId="{10BCDE89-F195-4C9D-A142-077DE747CC1B}" srcOrd="0" destOrd="0" presId="urn:microsoft.com/office/officeart/2018/2/layout/IconVerticalSolidList"/>
    <dgm:cxn modelId="{9B64A883-15FF-4AB0-903B-F9ABCB5FD6FE}" type="presOf" srcId="{E9A97DE3-DEAE-4DCB-B52C-B053BA55E942}" destId="{68788B67-40F1-4E1B-8F8F-80318A0A7514}" srcOrd="0" destOrd="0" presId="urn:microsoft.com/office/officeart/2018/2/layout/IconVerticalSolidList"/>
    <dgm:cxn modelId="{45FB188C-0331-4415-AFBA-95560333533B}" type="presOf" srcId="{BC573DBE-47A8-4A20-8163-55961A77F842}" destId="{3B5588BB-7C04-4ED6-8FBC-5BDF1B05D155}" srcOrd="0" destOrd="0" presId="urn:microsoft.com/office/officeart/2018/2/layout/IconVerticalSolidList"/>
    <dgm:cxn modelId="{4B35B59B-0F04-4629-A7CB-E657B1BAF2D9}" srcId="{8B6CBAF4-F579-4D82-BDFC-47835B963631}" destId="{6A2C93B3-3FA5-4D7D-B1E1-FE4C28A92965}" srcOrd="0" destOrd="0" parTransId="{227C448F-8AB5-4149-ADEF-1F92E66E3B36}" sibTransId="{EC1F0EC9-BA0C-4B29-8FC0-A834FB864F20}"/>
    <dgm:cxn modelId="{66B761A9-2594-42A7-A1FB-ECB226201896}" type="presOf" srcId="{8C2B6D9F-C579-44E5-9DE5-4D22FC707065}" destId="{68788B67-40F1-4E1B-8F8F-80318A0A7514}" srcOrd="0" destOrd="2" presId="urn:microsoft.com/office/officeart/2018/2/layout/IconVerticalSolidList"/>
    <dgm:cxn modelId="{EAEAF4B1-B609-4FDA-9E68-59235B30A5E0}" srcId="{8B6CBAF4-F579-4D82-BDFC-47835B963631}" destId="{ED03B611-DC3F-45D9-B995-D80E4F9DCBBB}" srcOrd="2" destOrd="0" parTransId="{3C43ACD8-5635-4E4C-A465-3CEBCEB3FC6E}" sibTransId="{7FFA2833-B586-4A1C-BA10-7855E1D7E619}"/>
    <dgm:cxn modelId="{F41E20BE-0B7A-40E1-8E3A-59AB15E4BFAF}" type="presOf" srcId="{F2A9588B-CC0D-439F-8E0C-D4FC2859C8EE}" destId="{44A5FD87-C083-4E4F-B1CE-78D377DB4B2B}" srcOrd="0" destOrd="0" presId="urn:microsoft.com/office/officeart/2018/2/layout/IconVerticalSolidList"/>
    <dgm:cxn modelId="{E8CB9EC7-2775-4E43-9F56-AC4144820AF3}" type="presOf" srcId="{73CAAD82-1356-4528-BFB7-F4801A048C95}" destId="{68788B67-40F1-4E1B-8F8F-80318A0A7514}" srcOrd="0" destOrd="1" presId="urn:microsoft.com/office/officeart/2018/2/layout/IconVerticalSolidList"/>
    <dgm:cxn modelId="{77D655CE-0FB2-4502-9448-5B81BBEFDFCA}" srcId="{F2A9588B-CC0D-439F-8E0C-D4FC2859C8EE}" destId="{187E238D-4724-459E-887E-7B83920A9400}" srcOrd="1" destOrd="0" parTransId="{F398B1F1-1094-4A6C-9AE9-745EDDAE89FC}" sibTransId="{832117F3-E421-4CA6-9E3A-C955EEABC85A}"/>
    <dgm:cxn modelId="{C4AA6BDB-8BD0-4D51-AF2E-5EC349956D3D}" srcId="{8EFC7468-73C5-42C7-9C1A-1FEC40B139A0}" destId="{8B6CBAF4-F579-4D82-BDFC-47835B963631}" srcOrd="1" destOrd="0" parTransId="{7E23051E-EA61-484E-A8BE-D85BF22032C9}" sibTransId="{4D565952-0981-4A21-B531-A6D2F3BC76FD}"/>
    <dgm:cxn modelId="{2FC779DE-C418-4164-A757-C947A023D58B}" type="presOf" srcId="{8EFC7468-73C5-42C7-9C1A-1FEC40B139A0}" destId="{22B36633-0F10-4CAC-BF19-A71E79CEAEC1}" srcOrd="0" destOrd="0" presId="urn:microsoft.com/office/officeart/2018/2/layout/IconVerticalSolidList"/>
    <dgm:cxn modelId="{6F325ADE-C70B-4934-BC05-930B7EC6EC28}" type="presOf" srcId="{48ECB0FB-DCBC-4BAC-9B9B-626BEC2D2CC8}" destId="{ACFF2BA1-8CFD-42FB-8E47-10FC32B686F1}" srcOrd="0" destOrd="1" presId="urn:microsoft.com/office/officeart/2018/2/layout/IconVerticalSolidList"/>
    <dgm:cxn modelId="{EA97ACE3-2118-40E8-ACE2-FA551D84C36D}" srcId="{F2E4B0F7-4F91-42FC-9AD2-BB98A3972E8F}" destId="{806651B5-DD76-4AF0-A68C-1602C6CABBE3}" srcOrd="0" destOrd="0" parTransId="{56FB2136-8E7C-4D55-AAA2-CCF62DF5D5FB}" sibTransId="{9B52D0E6-5D85-4E64-9AEE-829390168981}"/>
    <dgm:cxn modelId="{37801AEB-19A1-4EBC-82D2-CDBCE1EF21A1}" type="presOf" srcId="{A934F1D4-B8D3-46E7-9451-475861FB66FD}" destId="{486D77C9-6072-4335-81BF-F2BF002C63C0}" srcOrd="0" destOrd="0" presId="urn:microsoft.com/office/officeart/2018/2/layout/IconVerticalSolidList"/>
    <dgm:cxn modelId="{F9583FF8-0C11-42E9-8509-5332E94F0D69}" srcId="{A934F1D4-B8D3-46E7-9451-475861FB66FD}" destId="{73CAAD82-1356-4528-BFB7-F4801A048C95}" srcOrd="1" destOrd="0" parTransId="{32382B09-393E-4D1D-A12C-56662991B975}" sibTransId="{901E1506-D303-4431-A8BE-2EBD50BD4249}"/>
    <dgm:cxn modelId="{7958C5FF-7536-4592-8A6A-592E1305A220}" type="presOf" srcId="{ED03B611-DC3F-45D9-B995-D80E4F9DCBBB}" destId="{ACFF2BA1-8CFD-42FB-8E47-10FC32B686F1}" srcOrd="0" destOrd="2" presId="urn:microsoft.com/office/officeart/2018/2/layout/IconVerticalSolidList"/>
    <dgm:cxn modelId="{82D232E2-365B-476A-A219-87108946CAEA}" type="presParOf" srcId="{22B36633-0F10-4CAC-BF19-A71E79CEAEC1}" destId="{A0E4C5B4-7864-453E-A0FC-5D82CB1ACE5F}" srcOrd="0" destOrd="0" presId="urn:microsoft.com/office/officeart/2018/2/layout/IconVerticalSolidList"/>
    <dgm:cxn modelId="{69B0A2CB-BD01-4F87-849D-301620D9FDD6}" type="presParOf" srcId="{A0E4C5B4-7864-453E-A0FC-5D82CB1ACE5F}" destId="{C4B5F743-3E00-4BCA-9E86-8536A54B91C0}" srcOrd="0" destOrd="0" presId="urn:microsoft.com/office/officeart/2018/2/layout/IconVerticalSolidList"/>
    <dgm:cxn modelId="{B2AB125A-4ACA-49FD-9C8A-5BFF0320D677}" type="presParOf" srcId="{A0E4C5B4-7864-453E-A0FC-5D82CB1ACE5F}" destId="{95AB3D37-82DC-481C-BB56-CFC964974907}" srcOrd="1" destOrd="0" presId="urn:microsoft.com/office/officeart/2018/2/layout/IconVerticalSolidList"/>
    <dgm:cxn modelId="{A59E37D7-A594-46E8-9BEB-4B65C9EE7B7B}" type="presParOf" srcId="{A0E4C5B4-7864-453E-A0FC-5D82CB1ACE5F}" destId="{94989BD3-9AEC-40BF-8EDB-630F378B79E0}" srcOrd="2" destOrd="0" presId="urn:microsoft.com/office/officeart/2018/2/layout/IconVerticalSolidList"/>
    <dgm:cxn modelId="{B94D7F49-103C-49BF-8A9A-3273D8A2BDCA}" type="presParOf" srcId="{A0E4C5B4-7864-453E-A0FC-5D82CB1ACE5F}" destId="{C18F5570-910C-4DC5-8EE2-6EC01F527F43}" srcOrd="3" destOrd="0" presId="urn:microsoft.com/office/officeart/2018/2/layout/IconVerticalSolidList"/>
    <dgm:cxn modelId="{4407B247-9ED5-4D81-B975-2204EC703CB7}" type="presParOf" srcId="{A0E4C5B4-7864-453E-A0FC-5D82CB1ACE5F}" destId="{C0DAEE2F-5296-4F6B-BDC2-FC005E824AAB}" srcOrd="4" destOrd="0" presId="urn:microsoft.com/office/officeart/2018/2/layout/IconVerticalSolidList"/>
    <dgm:cxn modelId="{B05E8B7C-4BEC-463C-B22C-22FAE2758B33}" type="presParOf" srcId="{22B36633-0F10-4CAC-BF19-A71E79CEAEC1}" destId="{A636A293-B7A9-432C-AC8F-4A07ECC892AF}" srcOrd="1" destOrd="0" presId="urn:microsoft.com/office/officeart/2018/2/layout/IconVerticalSolidList"/>
    <dgm:cxn modelId="{0E81F5EC-DF55-42DB-A4CC-12E33BF03851}" type="presParOf" srcId="{22B36633-0F10-4CAC-BF19-A71E79CEAEC1}" destId="{1784ED12-BA8E-4E9D-9D69-0086B09FCAD5}" srcOrd="2" destOrd="0" presId="urn:microsoft.com/office/officeart/2018/2/layout/IconVerticalSolidList"/>
    <dgm:cxn modelId="{3EDC07B6-44A4-4CDF-B93D-CCFE801AF42B}" type="presParOf" srcId="{1784ED12-BA8E-4E9D-9D69-0086B09FCAD5}" destId="{ECB0DD95-94E9-41D1-81F1-D250C093D945}" srcOrd="0" destOrd="0" presId="urn:microsoft.com/office/officeart/2018/2/layout/IconVerticalSolidList"/>
    <dgm:cxn modelId="{20B6010C-BE4F-4BF3-B7F6-37F48A2A7D19}" type="presParOf" srcId="{1784ED12-BA8E-4E9D-9D69-0086B09FCAD5}" destId="{70B19B34-B2FB-4FEF-9613-E1A478414798}" srcOrd="1" destOrd="0" presId="urn:microsoft.com/office/officeart/2018/2/layout/IconVerticalSolidList"/>
    <dgm:cxn modelId="{1A774174-ECE9-4721-8B27-1FD877A7DC5C}" type="presParOf" srcId="{1784ED12-BA8E-4E9D-9D69-0086B09FCAD5}" destId="{8E56A609-2D80-4298-A67E-6A1E988BF2D4}" srcOrd="2" destOrd="0" presId="urn:microsoft.com/office/officeart/2018/2/layout/IconVerticalSolidList"/>
    <dgm:cxn modelId="{6A1F42E5-0B7C-4CC7-A021-CC249B424977}" type="presParOf" srcId="{1784ED12-BA8E-4E9D-9D69-0086B09FCAD5}" destId="{10BCDE89-F195-4C9D-A142-077DE747CC1B}" srcOrd="3" destOrd="0" presId="urn:microsoft.com/office/officeart/2018/2/layout/IconVerticalSolidList"/>
    <dgm:cxn modelId="{F186EECE-D649-46EB-B3E9-C1669A0847EB}" type="presParOf" srcId="{1784ED12-BA8E-4E9D-9D69-0086B09FCAD5}" destId="{ACFF2BA1-8CFD-42FB-8E47-10FC32B686F1}" srcOrd="4" destOrd="0" presId="urn:microsoft.com/office/officeart/2018/2/layout/IconVerticalSolidList"/>
    <dgm:cxn modelId="{B8739BD7-D1C0-4B41-BAA2-B1E480BE6DB2}" type="presParOf" srcId="{22B36633-0F10-4CAC-BF19-A71E79CEAEC1}" destId="{C91DCE5D-13D3-407F-BB97-8B587905814B}" srcOrd="3" destOrd="0" presId="urn:microsoft.com/office/officeart/2018/2/layout/IconVerticalSolidList"/>
    <dgm:cxn modelId="{33CE8610-2237-46EC-971C-BE6C159ACCF2}" type="presParOf" srcId="{22B36633-0F10-4CAC-BF19-A71E79CEAEC1}" destId="{E0938CEF-E98F-43C4-BD44-189C5868939D}" srcOrd="4" destOrd="0" presId="urn:microsoft.com/office/officeart/2018/2/layout/IconVerticalSolidList"/>
    <dgm:cxn modelId="{282F9F16-E3AC-4812-8F4B-6A8838AC1C4F}" type="presParOf" srcId="{E0938CEF-E98F-43C4-BD44-189C5868939D}" destId="{C46562E7-2D07-44A6-A404-F1EE0E1F803B}" srcOrd="0" destOrd="0" presId="urn:microsoft.com/office/officeart/2018/2/layout/IconVerticalSolidList"/>
    <dgm:cxn modelId="{E0382FD7-A4AD-434B-94B2-AFB3C2948E54}" type="presParOf" srcId="{E0938CEF-E98F-43C4-BD44-189C5868939D}" destId="{81EFFB27-33E5-48F4-9C0D-A4037B965A16}" srcOrd="1" destOrd="0" presId="urn:microsoft.com/office/officeart/2018/2/layout/IconVerticalSolidList"/>
    <dgm:cxn modelId="{B1FF1F14-A099-4C99-98B8-0728D159FB67}" type="presParOf" srcId="{E0938CEF-E98F-43C4-BD44-189C5868939D}" destId="{2A874305-0386-4C68-A221-15CFCA1C9D3F}" srcOrd="2" destOrd="0" presId="urn:microsoft.com/office/officeart/2018/2/layout/IconVerticalSolidList"/>
    <dgm:cxn modelId="{D854CF62-2588-4CFE-A2FE-558535D93F4E}" type="presParOf" srcId="{E0938CEF-E98F-43C4-BD44-189C5868939D}" destId="{44A5FD87-C083-4E4F-B1CE-78D377DB4B2B}" srcOrd="3" destOrd="0" presId="urn:microsoft.com/office/officeart/2018/2/layout/IconVerticalSolidList"/>
    <dgm:cxn modelId="{3147EF11-C3B6-4B49-89C2-40410939AD1E}" type="presParOf" srcId="{E0938CEF-E98F-43C4-BD44-189C5868939D}" destId="{3B5588BB-7C04-4ED6-8FBC-5BDF1B05D155}" srcOrd="4" destOrd="0" presId="urn:microsoft.com/office/officeart/2018/2/layout/IconVerticalSolidList"/>
    <dgm:cxn modelId="{A5C41E57-F362-479B-8DD1-D44DE4CFE366}" type="presParOf" srcId="{22B36633-0F10-4CAC-BF19-A71E79CEAEC1}" destId="{EAAE4978-0CB0-4F95-9303-48DD29750BDB}" srcOrd="5" destOrd="0" presId="urn:microsoft.com/office/officeart/2018/2/layout/IconVerticalSolidList"/>
    <dgm:cxn modelId="{EA7E91D8-EC6C-4F1C-B199-2A2656016D95}" type="presParOf" srcId="{22B36633-0F10-4CAC-BF19-A71E79CEAEC1}" destId="{D7AD1180-3BCC-4C4C-8F2F-E4F18B24228D}" srcOrd="6" destOrd="0" presId="urn:microsoft.com/office/officeart/2018/2/layout/IconVerticalSolidList"/>
    <dgm:cxn modelId="{64C47B50-FD3C-4D2E-AD3B-0C14F10D4016}" type="presParOf" srcId="{D7AD1180-3BCC-4C4C-8F2F-E4F18B24228D}" destId="{8801989E-0B18-4186-BE24-52A97EB28E1E}" srcOrd="0" destOrd="0" presId="urn:microsoft.com/office/officeart/2018/2/layout/IconVerticalSolidList"/>
    <dgm:cxn modelId="{1699A5B7-B6DE-46E8-B51B-AFC921970AF2}" type="presParOf" srcId="{D7AD1180-3BCC-4C4C-8F2F-E4F18B24228D}" destId="{1FBCA971-B9F0-4C5E-BB04-0C84B3096BED}" srcOrd="1" destOrd="0" presId="urn:microsoft.com/office/officeart/2018/2/layout/IconVerticalSolidList"/>
    <dgm:cxn modelId="{65A505EB-3C1A-444F-95BF-60A2E043F7E0}" type="presParOf" srcId="{D7AD1180-3BCC-4C4C-8F2F-E4F18B24228D}" destId="{9350E8A8-9C96-4FAF-84E7-9B80A51C50FB}" srcOrd="2" destOrd="0" presId="urn:microsoft.com/office/officeart/2018/2/layout/IconVerticalSolidList"/>
    <dgm:cxn modelId="{21EDF333-09AF-43E9-9852-A7E55A4C843A}" type="presParOf" srcId="{D7AD1180-3BCC-4C4C-8F2F-E4F18B24228D}" destId="{486D77C9-6072-4335-81BF-F2BF002C63C0}" srcOrd="3" destOrd="0" presId="urn:microsoft.com/office/officeart/2018/2/layout/IconVerticalSolidList"/>
    <dgm:cxn modelId="{A5BB2F09-0C22-4B21-9A4D-EA3DF1B728B9}" type="presParOf" srcId="{D7AD1180-3BCC-4C4C-8F2F-E4F18B24228D}" destId="{68788B67-40F1-4E1B-8F8F-80318A0A7514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BCF9E97-31C3-4B4C-8BB1-8E185C1DC620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87172A3-B2DB-4034-A138-09BAF60E9C0B}">
      <dgm:prSet/>
      <dgm:spPr/>
      <dgm:t>
        <a:bodyPr/>
        <a:lstStyle/>
        <a:p>
          <a:r>
            <a:rPr lang="it-IT" dirty="0"/>
            <a:t>SICUREZZA ADOTTATA</a:t>
          </a:r>
          <a:endParaRPr lang="en-US" dirty="0"/>
        </a:p>
      </dgm:t>
    </dgm:pt>
    <dgm:pt modelId="{DB98B86C-4723-4D6B-AABC-674A363757A2}" type="parTrans" cxnId="{E78E807A-65A0-46CB-8ABE-BA977646C15B}">
      <dgm:prSet/>
      <dgm:spPr/>
      <dgm:t>
        <a:bodyPr/>
        <a:lstStyle/>
        <a:p>
          <a:endParaRPr lang="en-US"/>
        </a:p>
      </dgm:t>
    </dgm:pt>
    <dgm:pt modelId="{80385F83-9D3E-4531-945D-2D88B2060A59}" type="sibTrans" cxnId="{E78E807A-65A0-46CB-8ABE-BA977646C15B}">
      <dgm:prSet/>
      <dgm:spPr/>
      <dgm:t>
        <a:bodyPr/>
        <a:lstStyle/>
        <a:p>
          <a:endParaRPr lang="en-US"/>
        </a:p>
      </dgm:t>
    </dgm:pt>
    <dgm:pt modelId="{FA662B36-5851-4C4D-AB16-FF4D654B2C21}">
      <dgm:prSet/>
      <dgm:spPr/>
      <dgm:t>
        <a:bodyPr/>
        <a:lstStyle/>
        <a:p>
          <a:r>
            <a:rPr lang="it-IT"/>
            <a:t>🔑 Autenticazione tramite username e password</a:t>
          </a:r>
          <a:endParaRPr lang="en-US"/>
        </a:p>
      </dgm:t>
    </dgm:pt>
    <dgm:pt modelId="{48CCB2C4-29E0-48E1-8CE3-BBC9BAC2DED7}" type="parTrans" cxnId="{867EE4B6-63EF-496C-8BF9-73B5AEDE7F7D}">
      <dgm:prSet/>
      <dgm:spPr/>
      <dgm:t>
        <a:bodyPr/>
        <a:lstStyle/>
        <a:p>
          <a:endParaRPr lang="en-US"/>
        </a:p>
      </dgm:t>
    </dgm:pt>
    <dgm:pt modelId="{598D659D-B2BB-4F8B-866D-A935E83AE983}" type="sibTrans" cxnId="{867EE4B6-63EF-496C-8BF9-73B5AEDE7F7D}">
      <dgm:prSet/>
      <dgm:spPr/>
      <dgm:t>
        <a:bodyPr/>
        <a:lstStyle/>
        <a:p>
          <a:endParaRPr lang="en-US"/>
        </a:p>
      </dgm:t>
    </dgm:pt>
    <dgm:pt modelId="{C8F608A7-C1D3-418C-ABC8-AC77CAE5EF02}">
      <dgm:prSet/>
      <dgm:spPr/>
      <dgm:t>
        <a:bodyPr/>
        <a:lstStyle/>
        <a:p>
          <a:r>
            <a:rPr lang="it-IT"/>
            <a:t>🆔 Identificazione univoca utenti tramite UUID</a:t>
          </a:r>
          <a:endParaRPr lang="en-US"/>
        </a:p>
      </dgm:t>
    </dgm:pt>
    <dgm:pt modelId="{F8781D9D-BDED-45D9-98E0-7D5D4DA149A4}" type="parTrans" cxnId="{68C6C35A-324F-4528-B35F-326526C76E5D}">
      <dgm:prSet/>
      <dgm:spPr/>
      <dgm:t>
        <a:bodyPr/>
        <a:lstStyle/>
        <a:p>
          <a:endParaRPr lang="en-US"/>
        </a:p>
      </dgm:t>
    </dgm:pt>
    <dgm:pt modelId="{0D429CF8-477D-462F-915F-A44E21153818}" type="sibTrans" cxnId="{68C6C35A-324F-4528-B35F-326526C76E5D}">
      <dgm:prSet/>
      <dgm:spPr/>
      <dgm:t>
        <a:bodyPr/>
        <a:lstStyle/>
        <a:p>
          <a:endParaRPr lang="en-US"/>
        </a:p>
      </dgm:t>
    </dgm:pt>
    <dgm:pt modelId="{F1C3B170-DA17-49A5-A3CE-FE48F8B3A05A}">
      <dgm:prSet/>
      <dgm:spPr/>
      <dgm:t>
        <a:bodyPr/>
        <a:lstStyle/>
        <a:p>
          <a:r>
            <a:rPr lang="it-IT"/>
            <a:t>🚫 Impossibilità di creare utenti duplicati</a:t>
          </a:r>
          <a:endParaRPr lang="en-US"/>
        </a:p>
      </dgm:t>
    </dgm:pt>
    <dgm:pt modelId="{FFFA6B9E-608D-4ABB-AD9A-4CD4334AFC0E}" type="parTrans" cxnId="{0954265B-B6CD-4518-A81D-E7171D2662F4}">
      <dgm:prSet/>
      <dgm:spPr/>
      <dgm:t>
        <a:bodyPr/>
        <a:lstStyle/>
        <a:p>
          <a:endParaRPr lang="en-US"/>
        </a:p>
      </dgm:t>
    </dgm:pt>
    <dgm:pt modelId="{DED3F59E-E099-48A8-A5DE-43E9527BB409}" type="sibTrans" cxnId="{0954265B-B6CD-4518-A81D-E7171D2662F4}">
      <dgm:prSet/>
      <dgm:spPr/>
      <dgm:t>
        <a:bodyPr/>
        <a:lstStyle/>
        <a:p>
          <a:endParaRPr lang="en-US"/>
        </a:p>
      </dgm:t>
    </dgm:pt>
    <dgm:pt modelId="{B02D4913-C9E4-4C70-A391-6BB76BA8C527}">
      <dgm:prSet/>
      <dgm:spPr/>
      <dgm:t>
        <a:bodyPr/>
        <a:lstStyle/>
        <a:p>
          <a:r>
            <a:rPr lang="it-IT"/>
            <a:t>🔒 Password salvate con hashing BCrypt (mai in chiaro)</a:t>
          </a:r>
          <a:endParaRPr lang="en-US"/>
        </a:p>
      </dgm:t>
    </dgm:pt>
    <dgm:pt modelId="{CB0B85DB-1FFC-4F03-8E0B-7E6D9B187F9A}" type="parTrans" cxnId="{7E0D4EA3-4AE0-4913-8397-3FB8969A0058}">
      <dgm:prSet/>
      <dgm:spPr/>
      <dgm:t>
        <a:bodyPr/>
        <a:lstStyle/>
        <a:p>
          <a:endParaRPr lang="en-US"/>
        </a:p>
      </dgm:t>
    </dgm:pt>
    <dgm:pt modelId="{6906E183-DB93-4B6C-8ABE-0F4FF5424B4C}" type="sibTrans" cxnId="{7E0D4EA3-4AE0-4913-8397-3FB8969A0058}">
      <dgm:prSet/>
      <dgm:spPr/>
      <dgm:t>
        <a:bodyPr/>
        <a:lstStyle/>
        <a:p>
          <a:endParaRPr lang="en-US"/>
        </a:p>
      </dgm:t>
    </dgm:pt>
    <dgm:pt modelId="{387E6B00-B4ED-4AC8-B286-CD0B6BB15EA6}">
      <dgm:prSet/>
      <dgm:spPr/>
      <dgm:t>
        <a:bodyPr/>
        <a:lstStyle/>
        <a:p>
          <a:r>
            <a:rPr lang="it-IT"/>
            <a:t>🛡 Controllo accessi tramite livelli (AccessLevel)</a:t>
          </a:r>
          <a:endParaRPr lang="en-US"/>
        </a:p>
      </dgm:t>
    </dgm:pt>
    <dgm:pt modelId="{507A4916-7297-4ADB-8B77-C5518878E76E}" type="parTrans" cxnId="{97225E3E-7FEA-4CE0-B23B-6F40CB20D16D}">
      <dgm:prSet/>
      <dgm:spPr/>
      <dgm:t>
        <a:bodyPr/>
        <a:lstStyle/>
        <a:p>
          <a:endParaRPr lang="en-US"/>
        </a:p>
      </dgm:t>
    </dgm:pt>
    <dgm:pt modelId="{8C5A19EB-8FC3-4AF3-A5D2-36BCE1E05DCE}" type="sibTrans" cxnId="{97225E3E-7FEA-4CE0-B23B-6F40CB20D16D}">
      <dgm:prSet/>
      <dgm:spPr/>
      <dgm:t>
        <a:bodyPr/>
        <a:lstStyle/>
        <a:p>
          <a:endParaRPr lang="en-US"/>
        </a:p>
      </dgm:t>
    </dgm:pt>
    <dgm:pt modelId="{76FF99C5-F11D-40E1-8254-D0FF9D133161}">
      <dgm:prSet/>
      <dgm:spPr/>
      <dgm:t>
        <a:bodyPr/>
        <a:lstStyle/>
        <a:p>
          <a:r>
            <a:rPr lang="it-IT"/>
            <a:t>👑 Root unico con privilegi massimi</a:t>
          </a:r>
          <a:endParaRPr lang="en-US"/>
        </a:p>
      </dgm:t>
    </dgm:pt>
    <dgm:pt modelId="{166BD337-E240-499A-84E6-7240C646715C}" type="parTrans" cxnId="{82119C50-DBEA-409C-9885-915337EAE7E0}">
      <dgm:prSet/>
      <dgm:spPr/>
      <dgm:t>
        <a:bodyPr/>
        <a:lstStyle/>
        <a:p>
          <a:endParaRPr lang="en-US"/>
        </a:p>
      </dgm:t>
    </dgm:pt>
    <dgm:pt modelId="{7006B333-9C30-43E1-8B26-8F3C3799854C}" type="sibTrans" cxnId="{82119C50-DBEA-409C-9885-915337EAE7E0}">
      <dgm:prSet/>
      <dgm:spPr/>
      <dgm:t>
        <a:bodyPr/>
        <a:lstStyle/>
        <a:p>
          <a:endParaRPr lang="en-US"/>
        </a:p>
      </dgm:t>
    </dgm:pt>
    <dgm:pt modelId="{22F260FF-B82B-44AF-9AF3-5BBFB92CEB8A}">
      <dgm:prSet/>
      <dgm:spPr/>
      <dgm:t>
        <a:bodyPr/>
        <a:lstStyle/>
        <a:p>
          <a:r>
            <a:rPr lang="it-IT"/>
            <a:t>🧍 Gestione sessione centralizzata (una sola sessione attiva)</a:t>
          </a:r>
          <a:endParaRPr lang="en-US"/>
        </a:p>
      </dgm:t>
    </dgm:pt>
    <dgm:pt modelId="{E0147DFF-72C3-429B-8F45-C91BFAD52C7F}" type="parTrans" cxnId="{2449050C-A5E2-4754-BC73-42E3E07002B6}">
      <dgm:prSet/>
      <dgm:spPr/>
      <dgm:t>
        <a:bodyPr/>
        <a:lstStyle/>
        <a:p>
          <a:endParaRPr lang="en-US"/>
        </a:p>
      </dgm:t>
    </dgm:pt>
    <dgm:pt modelId="{4D90EFE9-2896-422C-8CCA-06FDFD49FB13}" type="sibTrans" cxnId="{2449050C-A5E2-4754-BC73-42E3E07002B6}">
      <dgm:prSet/>
      <dgm:spPr/>
      <dgm:t>
        <a:bodyPr/>
        <a:lstStyle/>
        <a:p>
          <a:endParaRPr lang="en-US"/>
        </a:p>
      </dgm:t>
    </dgm:pt>
    <dgm:pt modelId="{01DECEB9-A683-4914-BCEE-5C74F4F023BD}">
      <dgm:prSet/>
      <dgm:spPr/>
      <dgm:t>
        <a:bodyPr/>
        <a:lstStyle/>
        <a:p>
          <a:r>
            <a:rPr lang="it-IT"/>
            <a:t>⚠ Validazione input tramite classe Validators</a:t>
          </a:r>
          <a:endParaRPr lang="en-US"/>
        </a:p>
      </dgm:t>
    </dgm:pt>
    <dgm:pt modelId="{C34EBD45-92CD-41C2-80D0-E09196575AFC}" type="parTrans" cxnId="{45E7E056-387B-449F-9C8C-60A3A9964CC8}">
      <dgm:prSet/>
      <dgm:spPr/>
      <dgm:t>
        <a:bodyPr/>
        <a:lstStyle/>
        <a:p>
          <a:endParaRPr lang="en-US"/>
        </a:p>
      </dgm:t>
    </dgm:pt>
    <dgm:pt modelId="{5306728A-62F9-4680-A15C-57B8418E1BFD}" type="sibTrans" cxnId="{45E7E056-387B-449F-9C8C-60A3A9964CC8}">
      <dgm:prSet/>
      <dgm:spPr/>
      <dgm:t>
        <a:bodyPr/>
        <a:lstStyle/>
        <a:p>
          <a:endParaRPr lang="en-US"/>
        </a:p>
      </dgm:t>
    </dgm:pt>
    <dgm:pt modelId="{C57D6655-1912-4D41-84D5-04CE70F10734}">
      <dgm:prSet/>
      <dgm:spPr/>
      <dgm:t>
        <a:bodyPr/>
        <a:lstStyle/>
        <a:p>
          <a:r>
            <a:rPr lang="it-IT"/>
            <a:t>💾 Persistenza sicura su database (JPA + H2)</a:t>
          </a:r>
          <a:endParaRPr lang="en-US"/>
        </a:p>
      </dgm:t>
    </dgm:pt>
    <dgm:pt modelId="{8F17537F-5A68-4229-8433-DE7C77F13878}" type="parTrans" cxnId="{10815807-487F-4E7B-8A72-7F839B72A08B}">
      <dgm:prSet/>
      <dgm:spPr/>
      <dgm:t>
        <a:bodyPr/>
        <a:lstStyle/>
        <a:p>
          <a:endParaRPr lang="en-US"/>
        </a:p>
      </dgm:t>
    </dgm:pt>
    <dgm:pt modelId="{DB2DAE38-F9DA-4ED2-94AC-B90B7B8D97E6}" type="sibTrans" cxnId="{10815807-487F-4E7B-8A72-7F839B72A08B}">
      <dgm:prSet/>
      <dgm:spPr/>
      <dgm:t>
        <a:bodyPr/>
        <a:lstStyle/>
        <a:p>
          <a:endParaRPr lang="en-US"/>
        </a:p>
      </dgm:t>
    </dgm:pt>
    <dgm:pt modelId="{BF753201-90EC-462F-9115-D6E6D99715DA}" type="pres">
      <dgm:prSet presAssocID="{9BCF9E97-31C3-4B4C-8BB1-8E185C1DC620}" presName="vert0" presStyleCnt="0">
        <dgm:presLayoutVars>
          <dgm:dir/>
          <dgm:animOne val="branch"/>
          <dgm:animLvl val="lvl"/>
        </dgm:presLayoutVars>
      </dgm:prSet>
      <dgm:spPr/>
    </dgm:pt>
    <dgm:pt modelId="{E079341A-96AD-4071-8F34-2BB8B2A08B02}" type="pres">
      <dgm:prSet presAssocID="{C87172A3-B2DB-4034-A138-09BAF60E9C0B}" presName="thickLine" presStyleLbl="alignNode1" presStyleIdx="0" presStyleCnt="1"/>
      <dgm:spPr/>
    </dgm:pt>
    <dgm:pt modelId="{71FFB22C-BCA7-4BFD-8833-D89E8D6A2B3F}" type="pres">
      <dgm:prSet presAssocID="{C87172A3-B2DB-4034-A138-09BAF60E9C0B}" presName="horz1" presStyleCnt="0"/>
      <dgm:spPr/>
    </dgm:pt>
    <dgm:pt modelId="{DA2ABBF3-D26A-45B4-8A60-0BC4DFCD94BA}" type="pres">
      <dgm:prSet presAssocID="{C87172A3-B2DB-4034-A138-09BAF60E9C0B}" presName="tx1" presStyleLbl="revTx" presStyleIdx="0" presStyleCnt="10"/>
      <dgm:spPr/>
    </dgm:pt>
    <dgm:pt modelId="{A61118EE-C6F6-4435-ADF8-9A36A57472B9}" type="pres">
      <dgm:prSet presAssocID="{C87172A3-B2DB-4034-A138-09BAF60E9C0B}" presName="vert1" presStyleCnt="0"/>
      <dgm:spPr/>
    </dgm:pt>
    <dgm:pt modelId="{7CB2B2A0-E8D0-453B-A8D3-D752991D0AF9}" type="pres">
      <dgm:prSet presAssocID="{FA662B36-5851-4C4D-AB16-FF4D654B2C21}" presName="vertSpace2a" presStyleCnt="0"/>
      <dgm:spPr/>
    </dgm:pt>
    <dgm:pt modelId="{A8E3B96D-BF28-47CA-8A8C-B126A9DC7185}" type="pres">
      <dgm:prSet presAssocID="{FA662B36-5851-4C4D-AB16-FF4D654B2C21}" presName="horz2" presStyleCnt="0"/>
      <dgm:spPr/>
    </dgm:pt>
    <dgm:pt modelId="{66904C03-02B1-4FF7-9B5E-AA024082DECC}" type="pres">
      <dgm:prSet presAssocID="{FA662B36-5851-4C4D-AB16-FF4D654B2C21}" presName="horzSpace2" presStyleCnt="0"/>
      <dgm:spPr/>
    </dgm:pt>
    <dgm:pt modelId="{8AA9DBA3-8D6E-4E4F-814D-60694D8E7E0D}" type="pres">
      <dgm:prSet presAssocID="{FA662B36-5851-4C4D-AB16-FF4D654B2C21}" presName="tx2" presStyleLbl="revTx" presStyleIdx="1" presStyleCnt="10"/>
      <dgm:spPr/>
    </dgm:pt>
    <dgm:pt modelId="{5CA1D031-EDF3-4436-9B9A-7DFF7EDA80B0}" type="pres">
      <dgm:prSet presAssocID="{FA662B36-5851-4C4D-AB16-FF4D654B2C21}" presName="vert2" presStyleCnt="0"/>
      <dgm:spPr/>
    </dgm:pt>
    <dgm:pt modelId="{07501E9B-E80E-4574-BFE0-B9209523C656}" type="pres">
      <dgm:prSet presAssocID="{FA662B36-5851-4C4D-AB16-FF4D654B2C21}" presName="thinLine2b" presStyleLbl="callout" presStyleIdx="0" presStyleCnt="9"/>
      <dgm:spPr/>
    </dgm:pt>
    <dgm:pt modelId="{A291DBA5-E9CA-495F-BB91-1BF72ED02B0B}" type="pres">
      <dgm:prSet presAssocID="{FA662B36-5851-4C4D-AB16-FF4D654B2C21}" presName="vertSpace2b" presStyleCnt="0"/>
      <dgm:spPr/>
    </dgm:pt>
    <dgm:pt modelId="{63ECFDFA-7236-4B46-92C9-3B2C2504BBA1}" type="pres">
      <dgm:prSet presAssocID="{C8F608A7-C1D3-418C-ABC8-AC77CAE5EF02}" presName="horz2" presStyleCnt="0"/>
      <dgm:spPr/>
    </dgm:pt>
    <dgm:pt modelId="{2F96B00F-1E74-4BAE-AD73-C90A1D372FF4}" type="pres">
      <dgm:prSet presAssocID="{C8F608A7-C1D3-418C-ABC8-AC77CAE5EF02}" presName="horzSpace2" presStyleCnt="0"/>
      <dgm:spPr/>
    </dgm:pt>
    <dgm:pt modelId="{88DD40CE-24C5-4E4D-B27C-3A50C75B8627}" type="pres">
      <dgm:prSet presAssocID="{C8F608A7-C1D3-418C-ABC8-AC77CAE5EF02}" presName="tx2" presStyleLbl="revTx" presStyleIdx="2" presStyleCnt="10"/>
      <dgm:spPr/>
    </dgm:pt>
    <dgm:pt modelId="{E4A2E1F1-E380-4F8D-A8FB-DC1D45C7DAE0}" type="pres">
      <dgm:prSet presAssocID="{C8F608A7-C1D3-418C-ABC8-AC77CAE5EF02}" presName="vert2" presStyleCnt="0"/>
      <dgm:spPr/>
    </dgm:pt>
    <dgm:pt modelId="{5CF2233A-9001-459B-8669-E7587B241244}" type="pres">
      <dgm:prSet presAssocID="{C8F608A7-C1D3-418C-ABC8-AC77CAE5EF02}" presName="thinLine2b" presStyleLbl="callout" presStyleIdx="1" presStyleCnt="9"/>
      <dgm:spPr/>
    </dgm:pt>
    <dgm:pt modelId="{8B1AA478-979D-4F30-8A31-94043B79A280}" type="pres">
      <dgm:prSet presAssocID="{C8F608A7-C1D3-418C-ABC8-AC77CAE5EF02}" presName="vertSpace2b" presStyleCnt="0"/>
      <dgm:spPr/>
    </dgm:pt>
    <dgm:pt modelId="{9404EFB9-647C-400A-B5CC-865746B67608}" type="pres">
      <dgm:prSet presAssocID="{F1C3B170-DA17-49A5-A3CE-FE48F8B3A05A}" presName="horz2" presStyleCnt="0"/>
      <dgm:spPr/>
    </dgm:pt>
    <dgm:pt modelId="{E6E377A7-D4FA-4F1E-94C3-9386B11E172A}" type="pres">
      <dgm:prSet presAssocID="{F1C3B170-DA17-49A5-A3CE-FE48F8B3A05A}" presName="horzSpace2" presStyleCnt="0"/>
      <dgm:spPr/>
    </dgm:pt>
    <dgm:pt modelId="{D302FC2F-71C8-43FB-898B-FFBFE19F4027}" type="pres">
      <dgm:prSet presAssocID="{F1C3B170-DA17-49A5-A3CE-FE48F8B3A05A}" presName="tx2" presStyleLbl="revTx" presStyleIdx="3" presStyleCnt="10"/>
      <dgm:spPr/>
    </dgm:pt>
    <dgm:pt modelId="{8BD1EC94-0642-4E86-AC00-2CE3628361E7}" type="pres">
      <dgm:prSet presAssocID="{F1C3B170-DA17-49A5-A3CE-FE48F8B3A05A}" presName="vert2" presStyleCnt="0"/>
      <dgm:spPr/>
    </dgm:pt>
    <dgm:pt modelId="{6B0F1482-501C-4E69-B5B0-313A0B2ED623}" type="pres">
      <dgm:prSet presAssocID="{F1C3B170-DA17-49A5-A3CE-FE48F8B3A05A}" presName="thinLine2b" presStyleLbl="callout" presStyleIdx="2" presStyleCnt="9"/>
      <dgm:spPr/>
    </dgm:pt>
    <dgm:pt modelId="{4BAA4C51-7EBD-4D9E-844A-9851D1B01A92}" type="pres">
      <dgm:prSet presAssocID="{F1C3B170-DA17-49A5-A3CE-FE48F8B3A05A}" presName="vertSpace2b" presStyleCnt="0"/>
      <dgm:spPr/>
    </dgm:pt>
    <dgm:pt modelId="{1680B7E4-E1A5-4C99-8C19-37D791B295CF}" type="pres">
      <dgm:prSet presAssocID="{B02D4913-C9E4-4C70-A391-6BB76BA8C527}" presName="horz2" presStyleCnt="0"/>
      <dgm:spPr/>
    </dgm:pt>
    <dgm:pt modelId="{B192CDD3-EC34-44FF-8D19-75CFCD04FCBC}" type="pres">
      <dgm:prSet presAssocID="{B02D4913-C9E4-4C70-A391-6BB76BA8C527}" presName="horzSpace2" presStyleCnt="0"/>
      <dgm:spPr/>
    </dgm:pt>
    <dgm:pt modelId="{0C65F74C-7E99-4755-8889-D25C351494C1}" type="pres">
      <dgm:prSet presAssocID="{B02D4913-C9E4-4C70-A391-6BB76BA8C527}" presName="tx2" presStyleLbl="revTx" presStyleIdx="4" presStyleCnt="10"/>
      <dgm:spPr/>
    </dgm:pt>
    <dgm:pt modelId="{EC4122DB-9BEC-4387-8143-D7F037CF0B65}" type="pres">
      <dgm:prSet presAssocID="{B02D4913-C9E4-4C70-A391-6BB76BA8C527}" presName="vert2" presStyleCnt="0"/>
      <dgm:spPr/>
    </dgm:pt>
    <dgm:pt modelId="{85569E6C-97B7-4FB5-AFDB-3DBE5BB7F64C}" type="pres">
      <dgm:prSet presAssocID="{B02D4913-C9E4-4C70-A391-6BB76BA8C527}" presName="thinLine2b" presStyleLbl="callout" presStyleIdx="3" presStyleCnt="9"/>
      <dgm:spPr/>
    </dgm:pt>
    <dgm:pt modelId="{F1A7FA2C-D6AC-4733-8652-B9EEA1C59DCE}" type="pres">
      <dgm:prSet presAssocID="{B02D4913-C9E4-4C70-A391-6BB76BA8C527}" presName="vertSpace2b" presStyleCnt="0"/>
      <dgm:spPr/>
    </dgm:pt>
    <dgm:pt modelId="{BAE6C93F-7F57-44ED-AB6A-639D8D325EF0}" type="pres">
      <dgm:prSet presAssocID="{387E6B00-B4ED-4AC8-B286-CD0B6BB15EA6}" presName="horz2" presStyleCnt="0"/>
      <dgm:spPr/>
    </dgm:pt>
    <dgm:pt modelId="{AB68DF6E-4329-4D25-BDF6-933CF0481C0D}" type="pres">
      <dgm:prSet presAssocID="{387E6B00-B4ED-4AC8-B286-CD0B6BB15EA6}" presName="horzSpace2" presStyleCnt="0"/>
      <dgm:spPr/>
    </dgm:pt>
    <dgm:pt modelId="{FB1140BB-67D6-42F1-A01A-A0AE26F45BD7}" type="pres">
      <dgm:prSet presAssocID="{387E6B00-B4ED-4AC8-B286-CD0B6BB15EA6}" presName="tx2" presStyleLbl="revTx" presStyleIdx="5" presStyleCnt="10"/>
      <dgm:spPr/>
    </dgm:pt>
    <dgm:pt modelId="{59A5143C-79F0-4E10-B7A7-7036D956DB10}" type="pres">
      <dgm:prSet presAssocID="{387E6B00-B4ED-4AC8-B286-CD0B6BB15EA6}" presName="vert2" presStyleCnt="0"/>
      <dgm:spPr/>
    </dgm:pt>
    <dgm:pt modelId="{EFB4528A-430D-46BA-A429-14853785852A}" type="pres">
      <dgm:prSet presAssocID="{387E6B00-B4ED-4AC8-B286-CD0B6BB15EA6}" presName="thinLine2b" presStyleLbl="callout" presStyleIdx="4" presStyleCnt="9"/>
      <dgm:spPr/>
    </dgm:pt>
    <dgm:pt modelId="{910AD85F-1F87-4DBF-8A04-3F6EADC620AE}" type="pres">
      <dgm:prSet presAssocID="{387E6B00-B4ED-4AC8-B286-CD0B6BB15EA6}" presName="vertSpace2b" presStyleCnt="0"/>
      <dgm:spPr/>
    </dgm:pt>
    <dgm:pt modelId="{AB9709A2-9F0A-429D-AE13-D69C38A7CDF1}" type="pres">
      <dgm:prSet presAssocID="{76FF99C5-F11D-40E1-8254-D0FF9D133161}" presName="horz2" presStyleCnt="0"/>
      <dgm:spPr/>
    </dgm:pt>
    <dgm:pt modelId="{CE52B750-9CD3-41A9-B200-D49E1EEB952D}" type="pres">
      <dgm:prSet presAssocID="{76FF99C5-F11D-40E1-8254-D0FF9D133161}" presName="horzSpace2" presStyleCnt="0"/>
      <dgm:spPr/>
    </dgm:pt>
    <dgm:pt modelId="{83D98AB5-4BAD-48FA-8F55-8B5C410838CB}" type="pres">
      <dgm:prSet presAssocID="{76FF99C5-F11D-40E1-8254-D0FF9D133161}" presName="tx2" presStyleLbl="revTx" presStyleIdx="6" presStyleCnt="10"/>
      <dgm:spPr/>
    </dgm:pt>
    <dgm:pt modelId="{D5B56E12-4BA3-4B9C-AE9E-207CB99EF093}" type="pres">
      <dgm:prSet presAssocID="{76FF99C5-F11D-40E1-8254-D0FF9D133161}" presName="vert2" presStyleCnt="0"/>
      <dgm:spPr/>
    </dgm:pt>
    <dgm:pt modelId="{D24C2C0D-828F-4A3C-81D8-7FF3D2C6C647}" type="pres">
      <dgm:prSet presAssocID="{76FF99C5-F11D-40E1-8254-D0FF9D133161}" presName="thinLine2b" presStyleLbl="callout" presStyleIdx="5" presStyleCnt="9"/>
      <dgm:spPr/>
    </dgm:pt>
    <dgm:pt modelId="{70E02CAB-DD96-42F5-AD11-DD73404DF697}" type="pres">
      <dgm:prSet presAssocID="{76FF99C5-F11D-40E1-8254-D0FF9D133161}" presName="vertSpace2b" presStyleCnt="0"/>
      <dgm:spPr/>
    </dgm:pt>
    <dgm:pt modelId="{0FB408C8-FC93-4173-99A7-170A949DF5B6}" type="pres">
      <dgm:prSet presAssocID="{22F260FF-B82B-44AF-9AF3-5BBFB92CEB8A}" presName="horz2" presStyleCnt="0"/>
      <dgm:spPr/>
    </dgm:pt>
    <dgm:pt modelId="{BEA9B229-D082-4EC7-AEC4-101C59D3948C}" type="pres">
      <dgm:prSet presAssocID="{22F260FF-B82B-44AF-9AF3-5BBFB92CEB8A}" presName="horzSpace2" presStyleCnt="0"/>
      <dgm:spPr/>
    </dgm:pt>
    <dgm:pt modelId="{69E9C8B3-E2F4-4092-8E6C-8A2684896E4A}" type="pres">
      <dgm:prSet presAssocID="{22F260FF-B82B-44AF-9AF3-5BBFB92CEB8A}" presName="tx2" presStyleLbl="revTx" presStyleIdx="7" presStyleCnt="10"/>
      <dgm:spPr/>
    </dgm:pt>
    <dgm:pt modelId="{8950A11E-68DB-4ABD-923A-500A212A818F}" type="pres">
      <dgm:prSet presAssocID="{22F260FF-B82B-44AF-9AF3-5BBFB92CEB8A}" presName="vert2" presStyleCnt="0"/>
      <dgm:spPr/>
    </dgm:pt>
    <dgm:pt modelId="{B50C9E2C-E9A3-4954-99BD-579AEB95E15A}" type="pres">
      <dgm:prSet presAssocID="{22F260FF-B82B-44AF-9AF3-5BBFB92CEB8A}" presName="thinLine2b" presStyleLbl="callout" presStyleIdx="6" presStyleCnt="9"/>
      <dgm:spPr/>
    </dgm:pt>
    <dgm:pt modelId="{0A98F534-D6A4-475F-B63B-C066FE4A3B3C}" type="pres">
      <dgm:prSet presAssocID="{22F260FF-B82B-44AF-9AF3-5BBFB92CEB8A}" presName="vertSpace2b" presStyleCnt="0"/>
      <dgm:spPr/>
    </dgm:pt>
    <dgm:pt modelId="{6C0C1AC4-B648-4FE0-B2FB-096295ABB1AB}" type="pres">
      <dgm:prSet presAssocID="{01DECEB9-A683-4914-BCEE-5C74F4F023BD}" presName="horz2" presStyleCnt="0"/>
      <dgm:spPr/>
    </dgm:pt>
    <dgm:pt modelId="{060835F7-484D-423A-8221-DEACE1B91000}" type="pres">
      <dgm:prSet presAssocID="{01DECEB9-A683-4914-BCEE-5C74F4F023BD}" presName="horzSpace2" presStyleCnt="0"/>
      <dgm:spPr/>
    </dgm:pt>
    <dgm:pt modelId="{EFE09199-B8A4-48AA-A03F-C771EA45147B}" type="pres">
      <dgm:prSet presAssocID="{01DECEB9-A683-4914-BCEE-5C74F4F023BD}" presName="tx2" presStyleLbl="revTx" presStyleIdx="8" presStyleCnt="10"/>
      <dgm:spPr/>
    </dgm:pt>
    <dgm:pt modelId="{992CB240-4AA1-47B5-9A61-59802AA0A772}" type="pres">
      <dgm:prSet presAssocID="{01DECEB9-A683-4914-BCEE-5C74F4F023BD}" presName="vert2" presStyleCnt="0"/>
      <dgm:spPr/>
    </dgm:pt>
    <dgm:pt modelId="{BEB5B97F-47B4-43EA-98F3-7813D187E47C}" type="pres">
      <dgm:prSet presAssocID="{01DECEB9-A683-4914-BCEE-5C74F4F023BD}" presName="thinLine2b" presStyleLbl="callout" presStyleIdx="7" presStyleCnt="9"/>
      <dgm:spPr/>
    </dgm:pt>
    <dgm:pt modelId="{5B69B361-D243-4F33-86C8-B03E46631237}" type="pres">
      <dgm:prSet presAssocID="{01DECEB9-A683-4914-BCEE-5C74F4F023BD}" presName="vertSpace2b" presStyleCnt="0"/>
      <dgm:spPr/>
    </dgm:pt>
    <dgm:pt modelId="{9E53FB39-7407-4560-8716-FBEB534FDC1C}" type="pres">
      <dgm:prSet presAssocID="{C57D6655-1912-4D41-84D5-04CE70F10734}" presName="horz2" presStyleCnt="0"/>
      <dgm:spPr/>
    </dgm:pt>
    <dgm:pt modelId="{B44D8B48-D318-4EF9-BAB1-320A16944C9D}" type="pres">
      <dgm:prSet presAssocID="{C57D6655-1912-4D41-84D5-04CE70F10734}" presName="horzSpace2" presStyleCnt="0"/>
      <dgm:spPr/>
    </dgm:pt>
    <dgm:pt modelId="{E5F2B51A-510E-4796-A09B-309C901CAC1E}" type="pres">
      <dgm:prSet presAssocID="{C57D6655-1912-4D41-84D5-04CE70F10734}" presName="tx2" presStyleLbl="revTx" presStyleIdx="9" presStyleCnt="10"/>
      <dgm:spPr/>
    </dgm:pt>
    <dgm:pt modelId="{C80506AD-CE50-4CA9-B1D8-08525793DC8B}" type="pres">
      <dgm:prSet presAssocID="{C57D6655-1912-4D41-84D5-04CE70F10734}" presName="vert2" presStyleCnt="0"/>
      <dgm:spPr/>
    </dgm:pt>
    <dgm:pt modelId="{305C3EDC-520B-4E8C-A1AB-87977570FE05}" type="pres">
      <dgm:prSet presAssocID="{C57D6655-1912-4D41-84D5-04CE70F10734}" presName="thinLine2b" presStyleLbl="callout" presStyleIdx="8" presStyleCnt="9"/>
      <dgm:spPr/>
    </dgm:pt>
    <dgm:pt modelId="{9C0FB0E9-9EA9-4696-B94C-5ED0CB04D498}" type="pres">
      <dgm:prSet presAssocID="{C57D6655-1912-4D41-84D5-04CE70F10734}" presName="vertSpace2b" presStyleCnt="0"/>
      <dgm:spPr/>
    </dgm:pt>
  </dgm:ptLst>
  <dgm:cxnLst>
    <dgm:cxn modelId="{2FBC8705-CF9D-4EAF-9931-09F06CF95BC0}" type="presOf" srcId="{387E6B00-B4ED-4AC8-B286-CD0B6BB15EA6}" destId="{FB1140BB-67D6-42F1-A01A-A0AE26F45BD7}" srcOrd="0" destOrd="0" presId="urn:microsoft.com/office/officeart/2008/layout/LinedList"/>
    <dgm:cxn modelId="{10815807-487F-4E7B-8A72-7F839B72A08B}" srcId="{C87172A3-B2DB-4034-A138-09BAF60E9C0B}" destId="{C57D6655-1912-4D41-84D5-04CE70F10734}" srcOrd="8" destOrd="0" parTransId="{8F17537F-5A68-4229-8433-DE7C77F13878}" sibTransId="{DB2DAE38-F9DA-4ED2-94AC-B90B7B8D97E6}"/>
    <dgm:cxn modelId="{8196EB08-4031-4157-8A9B-9C9851D44C96}" type="presOf" srcId="{01DECEB9-A683-4914-BCEE-5C74F4F023BD}" destId="{EFE09199-B8A4-48AA-A03F-C771EA45147B}" srcOrd="0" destOrd="0" presId="urn:microsoft.com/office/officeart/2008/layout/LinedList"/>
    <dgm:cxn modelId="{2449050C-A5E2-4754-BC73-42E3E07002B6}" srcId="{C87172A3-B2DB-4034-A138-09BAF60E9C0B}" destId="{22F260FF-B82B-44AF-9AF3-5BBFB92CEB8A}" srcOrd="6" destOrd="0" parTransId="{E0147DFF-72C3-429B-8F45-C91BFAD52C7F}" sibTransId="{4D90EFE9-2896-422C-8CCA-06FDFD49FB13}"/>
    <dgm:cxn modelId="{97DB0031-FDAE-4FBF-8E0A-54241D049F72}" type="presOf" srcId="{9BCF9E97-31C3-4B4C-8BB1-8E185C1DC620}" destId="{BF753201-90EC-462F-9115-D6E6D99715DA}" srcOrd="0" destOrd="0" presId="urn:microsoft.com/office/officeart/2008/layout/LinedList"/>
    <dgm:cxn modelId="{3D183735-6907-44A8-B792-F0D9158F3B3A}" type="presOf" srcId="{76FF99C5-F11D-40E1-8254-D0FF9D133161}" destId="{83D98AB5-4BAD-48FA-8F55-8B5C410838CB}" srcOrd="0" destOrd="0" presId="urn:microsoft.com/office/officeart/2008/layout/LinedList"/>
    <dgm:cxn modelId="{97225E3E-7FEA-4CE0-B23B-6F40CB20D16D}" srcId="{C87172A3-B2DB-4034-A138-09BAF60E9C0B}" destId="{387E6B00-B4ED-4AC8-B286-CD0B6BB15EA6}" srcOrd="4" destOrd="0" parTransId="{507A4916-7297-4ADB-8B77-C5518878E76E}" sibTransId="{8C5A19EB-8FC3-4AF3-A5D2-36BCE1E05DCE}"/>
    <dgm:cxn modelId="{0FEACE3F-C028-4068-935E-7302322EF69F}" type="presOf" srcId="{F1C3B170-DA17-49A5-A3CE-FE48F8B3A05A}" destId="{D302FC2F-71C8-43FB-898B-FFBFE19F4027}" srcOrd="0" destOrd="0" presId="urn:microsoft.com/office/officeart/2008/layout/LinedList"/>
    <dgm:cxn modelId="{0954265B-B6CD-4518-A81D-E7171D2662F4}" srcId="{C87172A3-B2DB-4034-A138-09BAF60E9C0B}" destId="{F1C3B170-DA17-49A5-A3CE-FE48F8B3A05A}" srcOrd="2" destOrd="0" parTransId="{FFFA6B9E-608D-4ABB-AD9A-4CD4334AFC0E}" sibTransId="{DED3F59E-E099-48A8-A5DE-43E9527BB409}"/>
    <dgm:cxn modelId="{82119C50-DBEA-409C-9885-915337EAE7E0}" srcId="{C87172A3-B2DB-4034-A138-09BAF60E9C0B}" destId="{76FF99C5-F11D-40E1-8254-D0FF9D133161}" srcOrd="5" destOrd="0" parTransId="{166BD337-E240-499A-84E6-7240C646715C}" sibTransId="{7006B333-9C30-43E1-8B26-8F3C3799854C}"/>
    <dgm:cxn modelId="{A91F4556-C86E-44F4-9DE7-B21AB479366E}" type="presOf" srcId="{C8F608A7-C1D3-418C-ABC8-AC77CAE5EF02}" destId="{88DD40CE-24C5-4E4D-B27C-3A50C75B8627}" srcOrd="0" destOrd="0" presId="urn:microsoft.com/office/officeart/2008/layout/LinedList"/>
    <dgm:cxn modelId="{45E7E056-387B-449F-9C8C-60A3A9964CC8}" srcId="{C87172A3-B2DB-4034-A138-09BAF60E9C0B}" destId="{01DECEB9-A683-4914-BCEE-5C74F4F023BD}" srcOrd="7" destOrd="0" parTransId="{C34EBD45-92CD-41C2-80D0-E09196575AFC}" sibTransId="{5306728A-62F9-4680-A15C-57B8418E1BFD}"/>
    <dgm:cxn modelId="{E78E807A-65A0-46CB-8ABE-BA977646C15B}" srcId="{9BCF9E97-31C3-4B4C-8BB1-8E185C1DC620}" destId="{C87172A3-B2DB-4034-A138-09BAF60E9C0B}" srcOrd="0" destOrd="0" parTransId="{DB98B86C-4723-4D6B-AABC-674A363757A2}" sibTransId="{80385F83-9D3E-4531-945D-2D88B2060A59}"/>
    <dgm:cxn modelId="{68C6C35A-324F-4528-B35F-326526C76E5D}" srcId="{C87172A3-B2DB-4034-A138-09BAF60E9C0B}" destId="{C8F608A7-C1D3-418C-ABC8-AC77CAE5EF02}" srcOrd="1" destOrd="0" parTransId="{F8781D9D-BDED-45D9-98E0-7D5D4DA149A4}" sibTransId="{0D429CF8-477D-462F-915F-A44E21153818}"/>
    <dgm:cxn modelId="{3B456197-0ADB-4617-9F1F-2CD156F17587}" type="presOf" srcId="{22F260FF-B82B-44AF-9AF3-5BBFB92CEB8A}" destId="{69E9C8B3-E2F4-4092-8E6C-8A2684896E4A}" srcOrd="0" destOrd="0" presId="urn:microsoft.com/office/officeart/2008/layout/LinedList"/>
    <dgm:cxn modelId="{7E0D4EA3-4AE0-4913-8397-3FB8969A0058}" srcId="{C87172A3-B2DB-4034-A138-09BAF60E9C0B}" destId="{B02D4913-C9E4-4C70-A391-6BB76BA8C527}" srcOrd="3" destOrd="0" parTransId="{CB0B85DB-1FFC-4F03-8E0B-7E6D9B187F9A}" sibTransId="{6906E183-DB93-4B6C-8ABE-0F4FF5424B4C}"/>
    <dgm:cxn modelId="{DA0D2BB1-BE3E-4137-B19C-CDCC824F8E98}" type="presOf" srcId="{C57D6655-1912-4D41-84D5-04CE70F10734}" destId="{E5F2B51A-510E-4796-A09B-309C901CAC1E}" srcOrd="0" destOrd="0" presId="urn:microsoft.com/office/officeart/2008/layout/LinedList"/>
    <dgm:cxn modelId="{5BF5A2B2-83AC-4288-B16C-3833E4A3520A}" type="presOf" srcId="{B02D4913-C9E4-4C70-A391-6BB76BA8C527}" destId="{0C65F74C-7E99-4755-8889-D25C351494C1}" srcOrd="0" destOrd="0" presId="urn:microsoft.com/office/officeart/2008/layout/LinedList"/>
    <dgm:cxn modelId="{867EE4B6-63EF-496C-8BF9-73B5AEDE7F7D}" srcId="{C87172A3-B2DB-4034-A138-09BAF60E9C0B}" destId="{FA662B36-5851-4C4D-AB16-FF4D654B2C21}" srcOrd="0" destOrd="0" parTransId="{48CCB2C4-29E0-48E1-8CE3-BBC9BAC2DED7}" sibTransId="{598D659D-B2BB-4F8B-866D-A935E83AE983}"/>
    <dgm:cxn modelId="{716E98C9-9898-4BFE-8725-AEED1261B2CA}" type="presOf" srcId="{C87172A3-B2DB-4034-A138-09BAF60E9C0B}" destId="{DA2ABBF3-D26A-45B4-8A60-0BC4DFCD94BA}" srcOrd="0" destOrd="0" presId="urn:microsoft.com/office/officeart/2008/layout/LinedList"/>
    <dgm:cxn modelId="{ED0B05DD-4045-4ED4-A018-CE13E1B5546E}" type="presOf" srcId="{FA662B36-5851-4C4D-AB16-FF4D654B2C21}" destId="{8AA9DBA3-8D6E-4E4F-814D-60694D8E7E0D}" srcOrd="0" destOrd="0" presId="urn:microsoft.com/office/officeart/2008/layout/LinedList"/>
    <dgm:cxn modelId="{130ED7F1-262A-4561-90E2-C88C5715EAEA}" type="presParOf" srcId="{BF753201-90EC-462F-9115-D6E6D99715DA}" destId="{E079341A-96AD-4071-8F34-2BB8B2A08B02}" srcOrd="0" destOrd="0" presId="urn:microsoft.com/office/officeart/2008/layout/LinedList"/>
    <dgm:cxn modelId="{E9CD7D7D-A74A-4C09-97D6-090600AEDC19}" type="presParOf" srcId="{BF753201-90EC-462F-9115-D6E6D99715DA}" destId="{71FFB22C-BCA7-4BFD-8833-D89E8D6A2B3F}" srcOrd="1" destOrd="0" presId="urn:microsoft.com/office/officeart/2008/layout/LinedList"/>
    <dgm:cxn modelId="{9F4D32DE-9892-48F2-903C-5D3A0713A213}" type="presParOf" srcId="{71FFB22C-BCA7-4BFD-8833-D89E8D6A2B3F}" destId="{DA2ABBF3-D26A-45B4-8A60-0BC4DFCD94BA}" srcOrd="0" destOrd="0" presId="urn:microsoft.com/office/officeart/2008/layout/LinedList"/>
    <dgm:cxn modelId="{5DF5C584-6BF4-42F6-A747-01093C72CFBF}" type="presParOf" srcId="{71FFB22C-BCA7-4BFD-8833-D89E8D6A2B3F}" destId="{A61118EE-C6F6-4435-ADF8-9A36A57472B9}" srcOrd="1" destOrd="0" presId="urn:microsoft.com/office/officeart/2008/layout/LinedList"/>
    <dgm:cxn modelId="{B22F40FA-ADF0-40C3-A455-49079F39D312}" type="presParOf" srcId="{A61118EE-C6F6-4435-ADF8-9A36A57472B9}" destId="{7CB2B2A0-E8D0-453B-A8D3-D752991D0AF9}" srcOrd="0" destOrd="0" presId="urn:microsoft.com/office/officeart/2008/layout/LinedList"/>
    <dgm:cxn modelId="{B9249BEB-E23B-4DFA-980D-C9C4E15A2292}" type="presParOf" srcId="{A61118EE-C6F6-4435-ADF8-9A36A57472B9}" destId="{A8E3B96D-BF28-47CA-8A8C-B126A9DC7185}" srcOrd="1" destOrd="0" presId="urn:microsoft.com/office/officeart/2008/layout/LinedList"/>
    <dgm:cxn modelId="{AE8CC540-1E07-453B-90C7-DB5333AE4820}" type="presParOf" srcId="{A8E3B96D-BF28-47CA-8A8C-B126A9DC7185}" destId="{66904C03-02B1-4FF7-9B5E-AA024082DECC}" srcOrd="0" destOrd="0" presId="urn:microsoft.com/office/officeart/2008/layout/LinedList"/>
    <dgm:cxn modelId="{EA20A98D-1E21-4DE8-BF06-B295A79EEDE8}" type="presParOf" srcId="{A8E3B96D-BF28-47CA-8A8C-B126A9DC7185}" destId="{8AA9DBA3-8D6E-4E4F-814D-60694D8E7E0D}" srcOrd="1" destOrd="0" presId="urn:microsoft.com/office/officeart/2008/layout/LinedList"/>
    <dgm:cxn modelId="{FCA95383-78BB-4A02-B463-C18FD66266DD}" type="presParOf" srcId="{A8E3B96D-BF28-47CA-8A8C-B126A9DC7185}" destId="{5CA1D031-EDF3-4436-9B9A-7DFF7EDA80B0}" srcOrd="2" destOrd="0" presId="urn:microsoft.com/office/officeart/2008/layout/LinedList"/>
    <dgm:cxn modelId="{6A4B9412-C076-4A49-AAF7-373F66C6078B}" type="presParOf" srcId="{A61118EE-C6F6-4435-ADF8-9A36A57472B9}" destId="{07501E9B-E80E-4574-BFE0-B9209523C656}" srcOrd="2" destOrd="0" presId="urn:microsoft.com/office/officeart/2008/layout/LinedList"/>
    <dgm:cxn modelId="{CAC7486C-13A9-4CA2-B5C9-C378D7B470E2}" type="presParOf" srcId="{A61118EE-C6F6-4435-ADF8-9A36A57472B9}" destId="{A291DBA5-E9CA-495F-BB91-1BF72ED02B0B}" srcOrd="3" destOrd="0" presId="urn:microsoft.com/office/officeart/2008/layout/LinedList"/>
    <dgm:cxn modelId="{685385A6-96BE-4815-8686-077A3B5AFCD3}" type="presParOf" srcId="{A61118EE-C6F6-4435-ADF8-9A36A57472B9}" destId="{63ECFDFA-7236-4B46-92C9-3B2C2504BBA1}" srcOrd="4" destOrd="0" presId="urn:microsoft.com/office/officeart/2008/layout/LinedList"/>
    <dgm:cxn modelId="{87AE02F3-7849-4358-A8E0-C2D31E9D582E}" type="presParOf" srcId="{63ECFDFA-7236-4B46-92C9-3B2C2504BBA1}" destId="{2F96B00F-1E74-4BAE-AD73-C90A1D372FF4}" srcOrd="0" destOrd="0" presId="urn:microsoft.com/office/officeart/2008/layout/LinedList"/>
    <dgm:cxn modelId="{EDAC0D15-44A1-48DC-8EB5-0D9D61BCD7CD}" type="presParOf" srcId="{63ECFDFA-7236-4B46-92C9-3B2C2504BBA1}" destId="{88DD40CE-24C5-4E4D-B27C-3A50C75B8627}" srcOrd="1" destOrd="0" presId="urn:microsoft.com/office/officeart/2008/layout/LinedList"/>
    <dgm:cxn modelId="{69677C89-E0F4-4CC2-A9F3-735814CDAC43}" type="presParOf" srcId="{63ECFDFA-7236-4B46-92C9-3B2C2504BBA1}" destId="{E4A2E1F1-E380-4F8D-A8FB-DC1D45C7DAE0}" srcOrd="2" destOrd="0" presId="urn:microsoft.com/office/officeart/2008/layout/LinedList"/>
    <dgm:cxn modelId="{87312FD7-7E52-49C0-9BD5-C3F27D39333F}" type="presParOf" srcId="{A61118EE-C6F6-4435-ADF8-9A36A57472B9}" destId="{5CF2233A-9001-459B-8669-E7587B241244}" srcOrd="5" destOrd="0" presId="urn:microsoft.com/office/officeart/2008/layout/LinedList"/>
    <dgm:cxn modelId="{9171BCBE-EAA9-4430-8267-8E6274DC5075}" type="presParOf" srcId="{A61118EE-C6F6-4435-ADF8-9A36A57472B9}" destId="{8B1AA478-979D-4F30-8A31-94043B79A280}" srcOrd="6" destOrd="0" presId="urn:microsoft.com/office/officeart/2008/layout/LinedList"/>
    <dgm:cxn modelId="{569B7580-8FFB-41D3-A08D-2F59EC04363F}" type="presParOf" srcId="{A61118EE-C6F6-4435-ADF8-9A36A57472B9}" destId="{9404EFB9-647C-400A-B5CC-865746B67608}" srcOrd="7" destOrd="0" presId="urn:microsoft.com/office/officeart/2008/layout/LinedList"/>
    <dgm:cxn modelId="{644E01B5-06AE-41AB-B80C-569B8076847A}" type="presParOf" srcId="{9404EFB9-647C-400A-B5CC-865746B67608}" destId="{E6E377A7-D4FA-4F1E-94C3-9386B11E172A}" srcOrd="0" destOrd="0" presId="urn:microsoft.com/office/officeart/2008/layout/LinedList"/>
    <dgm:cxn modelId="{98803362-DA18-43BE-8D39-A0CF413D7518}" type="presParOf" srcId="{9404EFB9-647C-400A-B5CC-865746B67608}" destId="{D302FC2F-71C8-43FB-898B-FFBFE19F4027}" srcOrd="1" destOrd="0" presId="urn:microsoft.com/office/officeart/2008/layout/LinedList"/>
    <dgm:cxn modelId="{88315B22-25FE-4923-AC9B-BA495EF93084}" type="presParOf" srcId="{9404EFB9-647C-400A-B5CC-865746B67608}" destId="{8BD1EC94-0642-4E86-AC00-2CE3628361E7}" srcOrd="2" destOrd="0" presId="urn:microsoft.com/office/officeart/2008/layout/LinedList"/>
    <dgm:cxn modelId="{2653D769-8E90-47BA-9EB4-1F309725D1A9}" type="presParOf" srcId="{A61118EE-C6F6-4435-ADF8-9A36A57472B9}" destId="{6B0F1482-501C-4E69-B5B0-313A0B2ED623}" srcOrd="8" destOrd="0" presId="urn:microsoft.com/office/officeart/2008/layout/LinedList"/>
    <dgm:cxn modelId="{33DEDBA5-AB3B-46AA-A883-641E1D6727E6}" type="presParOf" srcId="{A61118EE-C6F6-4435-ADF8-9A36A57472B9}" destId="{4BAA4C51-7EBD-4D9E-844A-9851D1B01A92}" srcOrd="9" destOrd="0" presId="urn:microsoft.com/office/officeart/2008/layout/LinedList"/>
    <dgm:cxn modelId="{C68C7846-1550-4B74-9C38-EB28260BA465}" type="presParOf" srcId="{A61118EE-C6F6-4435-ADF8-9A36A57472B9}" destId="{1680B7E4-E1A5-4C99-8C19-37D791B295CF}" srcOrd="10" destOrd="0" presId="urn:microsoft.com/office/officeart/2008/layout/LinedList"/>
    <dgm:cxn modelId="{2F00E4FA-67C9-4F69-8193-DCDC89445327}" type="presParOf" srcId="{1680B7E4-E1A5-4C99-8C19-37D791B295CF}" destId="{B192CDD3-EC34-44FF-8D19-75CFCD04FCBC}" srcOrd="0" destOrd="0" presId="urn:microsoft.com/office/officeart/2008/layout/LinedList"/>
    <dgm:cxn modelId="{8B6F112A-1662-4E4F-9C49-8E423E23BAC2}" type="presParOf" srcId="{1680B7E4-E1A5-4C99-8C19-37D791B295CF}" destId="{0C65F74C-7E99-4755-8889-D25C351494C1}" srcOrd="1" destOrd="0" presId="urn:microsoft.com/office/officeart/2008/layout/LinedList"/>
    <dgm:cxn modelId="{B149B0E7-F8F9-48D0-B59C-DA94BDC885A6}" type="presParOf" srcId="{1680B7E4-E1A5-4C99-8C19-37D791B295CF}" destId="{EC4122DB-9BEC-4387-8143-D7F037CF0B65}" srcOrd="2" destOrd="0" presId="urn:microsoft.com/office/officeart/2008/layout/LinedList"/>
    <dgm:cxn modelId="{2BDA287E-407D-4768-A4AB-EAFCB6842B72}" type="presParOf" srcId="{A61118EE-C6F6-4435-ADF8-9A36A57472B9}" destId="{85569E6C-97B7-4FB5-AFDB-3DBE5BB7F64C}" srcOrd="11" destOrd="0" presId="urn:microsoft.com/office/officeart/2008/layout/LinedList"/>
    <dgm:cxn modelId="{B9A04DEA-9E7D-40DC-9CAA-3C57539E5B31}" type="presParOf" srcId="{A61118EE-C6F6-4435-ADF8-9A36A57472B9}" destId="{F1A7FA2C-D6AC-4733-8652-B9EEA1C59DCE}" srcOrd="12" destOrd="0" presId="urn:microsoft.com/office/officeart/2008/layout/LinedList"/>
    <dgm:cxn modelId="{E6FD9EEB-C580-4213-8F32-0093845DA245}" type="presParOf" srcId="{A61118EE-C6F6-4435-ADF8-9A36A57472B9}" destId="{BAE6C93F-7F57-44ED-AB6A-639D8D325EF0}" srcOrd="13" destOrd="0" presId="urn:microsoft.com/office/officeart/2008/layout/LinedList"/>
    <dgm:cxn modelId="{1943791A-D3F2-434A-9D10-E1007867E625}" type="presParOf" srcId="{BAE6C93F-7F57-44ED-AB6A-639D8D325EF0}" destId="{AB68DF6E-4329-4D25-BDF6-933CF0481C0D}" srcOrd="0" destOrd="0" presId="urn:microsoft.com/office/officeart/2008/layout/LinedList"/>
    <dgm:cxn modelId="{B5303E86-3C44-4B70-B737-20D77BF1FA8B}" type="presParOf" srcId="{BAE6C93F-7F57-44ED-AB6A-639D8D325EF0}" destId="{FB1140BB-67D6-42F1-A01A-A0AE26F45BD7}" srcOrd="1" destOrd="0" presId="urn:microsoft.com/office/officeart/2008/layout/LinedList"/>
    <dgm:cxn modelId="{8FA82D03-84A8-498B-85E3-AD00EBCAF246}" type="presParOf" srcId="{BAE6C93F-7F57-44ED-AB6A-639D8D325EF0}" destId="{59A5143C-79F0-4E10-B7A7-7036D956DB10}" srcOrd="2" destOrd="0" presId="urn:microsoft.com/office/officeart/2008/layout/LinedList"/>
    <dgm:cxn modelId="{556EA5BB-7710-474A-8A21-EF3C6593F080}" type="presParOf" srcId="{A61118EE-C6F6-4435-ADF8-9A36A57472B9}" destId="{EFB4528A-430D-46BA-A429-14853785852A}" srcOrd="14" destOrd="0" presId="urn:microsoft.com/office/officeart/2008/layout/LinedList"/>
    <dgm:cxn modelId="{BC7E4458-1671-459E-B85D-CE7988D38C40}" type="presParOf" srcId="{A61118EE-C6F6-4435-ADF8-9A36A57472B9}" destId="{910AD85F-1F87-4DBF-8A04-3F6EADC620AE}" srcOrd="15" destOrd="0" presId="urn:microsoft.com/office/officeart/2008/layout/LinedList"/>
    <dgm:cxn modelId="{B8624C42-BC6D-4D99-BCB7-FE0AE8009625}" type="presParOf" srcId="{A61118EE-C6F6-4435-ADF8-9A36A57472B9}" destId="{AB9709A2-9F0A-429D-AE13-D69C38A7CDF1}" srcOrd="16" destOrd="0" presId="urn:microsoft.com/office/officeart/2008/layout/LinedList"/>
    <dgm:cxn modelId="{B1B9232C-BC15-4E16-B315-86C61E0F457D}" type="presParOf" srcId="{AB9709A2-9F0A-429D-AE13-D69C38A7CDF1}" destId="{CE52B750-9CD3-41A9-B200-D49E1EEB952D}" srcOrd="0" destOrd="0" presId="urn:microsoft.com/office/officeart/2008/layout/LinedList"/>
    <dgm:cxn modelId="{C01EE75D-CC12-4509-8723-C51173678840}" type="presParOf" srcId="{AB9709A2-9F0A-429D-AE13-D69C38A7CDF1}" destId="{83D98AB5-4BAD-48FA-8F55-8B5C410838CB}" srcOrd="1" destOrd="0" presId="urn:microsoft.com/office/officeart/2008/layout/LinedList"/>
    <dgm:cxn modelId="{179C37B4-E654-448D-BC2A-DEF896302B44}" type="presParOf" srcId="{AB9709A2-9F0A-429D-AE13-D69C38A7CDF1}" destId="{D5B56E12-4BA3-4B9C-AE9E-207CB99EF093}" srcOrd="2" destOrd="0" presId="urn:microsoft.com/office/officeart/2008/layout/LinedList"/>
    <dgm:cxn modelId="{06EEE57D-9596-426C-BA42-1F896D43A924}" type="presParOf" srcId="{A61118EE-C6F6-4435-ADF8-9A36A57472B9}" destId="{D24C2C0D-828F-4A3C-81D8-7FF3D2C6C647}" srcOrd="17" destOrd="0" presId="urn:microsoft.com/office/officeart/2008/layout/LinedList"/>
    <dgm:cxn modelId="{69281BA9-16D5-49C2-942F-31787646C837}" type="presParOf" srcId="{A61118EE-C6F6-4435-ADF8-9A36A57472B9}" destId="{70E02CAB-DD96-42F5-AD11-DD73404DF697}" srcOrd="18" destOrd="0" presId="urn:microsoft.com/office/officeart/2008/layout/LinedList"/>
    <dgm:cxn modelId="{EE958FC9-4477-4B36-B8F4-B381F2D989DF}" type="presParOf" srcId="{A61118EE-C6F6-4435-ADF8-9A36A57472B9}" destId="{0FB408C8-FC93-4173-99A7-170A949DF5B6}" srcOrd="19" destOrd="0" presId="urn:microsoft.com/office/officeart/2008/layout/LinedList"/>
    <dgm:cxn modelId="{40643935-3F86-459C-BF4A-5DAADD9F6585}" type="presParOf" srcId="{0FB408C8-FC93-4173-99A7-170A949DF5B6}" destId="{BEA9B229-D082-4EC7-AEC4-101C59D3948C}" srcOrd="0" destOrd="0" presId="urn:microsoft.com/office/officeart/2008/layout/LinedList"/>
    <dgm:cxn modelId="{3815420B-B70D-4550-9B28-E81F1539CD10}" type="presParOf" srcId="{0FB408C8-FC93-4173-99A7-170A949DF5B6}" destId="{69E9C8B3-E2F4-4092-8E6C-8A2684896E4A}" srcOrd="1" destOrd="0" presId="urn:microsoft.com/office/officeart/2008/layout/LinedList"/>
    <dgm:cxn modelId="{7689AF32-D2E9-49D2-8325-1EA459C8DF6B}" type="presParOf" srcId="{0FB408C8-FC93-4173-99A7-170A949DF5B6}" destId="{8950A11E-68DB-4ABD-923A-500A212A818F}" srcOrd="2" destOrd="0" presId="urn:microsoft.com/office/officeart/2008/layout/LinedList"/>
    <dgm:cxn modelId="{F4FA41DA-18BD-4C5A-A0D2-BEA7AEAAF704}" type="presParOf" srcId="{A61118EE-C6F6-4435-ADF8-9A36A57472B9}" destId="{B50C9E2C-E9A3-4954-99BD-579AEB95E15A}" srcOrd="20" destOrd="0" presId="urn:microsoft.com/office/officeart/2008/layout/LinedList"/>
    <dgm:cxn modelId="{3986A686-10E3-47FB-B139-66E729EFADFB}" type="presParOf" srcId="{A61118EE-C6F6-4435-ADF8-9A36A57472B9}" destId="{0A98F534-D6A4-475F-B63B-C066FE4A3B3C}" srcOrd="21" destOrd="0" presId="urn:microsoft.com/office/officeart/2008/layout/LinedList"/>
    <dgm:cxn modelId="{46D57469-6E6D-4983-8FEA-C744A8725D73}" type="presParOf" srcId="{A61118EE-C6F6-4435-ADF8-9A36A57472B9}" destId="{6C0C1AC4-B648-4FE0-B2FB-096295ABB1AB}" srcOrd="22" destOrd="0" presId="urn:microsoft.com/office/officeart/2008/layout/LinedList"/>
    <dgm:cxn modelId="{09747B78-7894-4DEB-8ECF-6C75827B1875}" type="presParOf" srcId="{6C0C1AC4-B648-4FE0-B2FB-096295ABB1AB}" destId="{060835F7-484D-423A-8221-DEACE1B91000}" srcOrd="0" destOrd="0" presId="urn:microsoft.com/office/officeart/2008/layout/LinedList"/>
    <dgm:cxn modelId="{E5F84B4A-BD8B-41DD-8856-DBCF054E5739}" type="presParOf" srcId="{6C0C1AC4-B648-4FE0-B2FB-096295ABB1AB}" destId="{EFE09199-B8A4-48AA-A03F-C771EA45147B}" srcOrd="1" destOrd="0" presId="urn:microsoft.com/office/officeart/2008/layout/LinedList"/>
    <dgm:cxn modelId="{3375DB91-79BB-460E-B9C9-CDA72158BB6F}" type="presParOf" srcId="{6C0C1AC4-B648-4FE0-B2FB-096295ABB1AB}" destId="{992CB240-4AA1-47B5-9A61-59802AA0A772}" srcOrd="2" destOrd="0" presId="urn:microsoft.com/office/officeart/2008/layout/LinedList"/>
    <dgm:cxn modelId="{2D0DB6C1-0C41-4E86-A707-448DB9FC1B59}" type="presParOf" srcId="{A61118EE-C6F6-4435-ADF8-9A36A57472B9}" destId="{BEB5B97F-47B4-43EA-98F3-7813D187E47C}" srcOrd="23" destOrd="0" presId="urn:microsoft.com/office/officeart/2008/layout/LinedList"/>
    <dgm:cxn modelId="{2F9CCAD9-9207-4348-85E6-A403A7302FD2}" type="presParOf" srcId="{A61118EE-C6F6-4435-ADF8-9A36A57472B9}" destId="{5B69B361-D243-4F33-86C8-B03E46631237}" srcOrd="24" destOrd="0" presId="urn:microsoft.com/office/officeart/2008/layout/LinedList"/>
    <dgm:cxn modelId="{3014DBFD-3C30-4589-BAB4-9B3D64EC4670}" type="presParOf" srcId="{A61118EE-C6F6-4435-ADF8-9A36A57472B9}" destId="{9E53FB39-7407-4560-8716-FBEB534FDC1C}" srcOrd="25" destOrd="0" presId="urn:microsoft.com/office/officeart/2008/layout/LinedList"/>
    <dgm:cxn modelId="{D1E505C5-67E2-4B0A-A347-59AE748CC06C}" type="presParOf" srcId="{9E53FB39-7407-4560-8716-FBEB534FDC1C}" destId="{B44D8B48-D318-4EF9-BAB1-320A16944C9D}" srcOrd="0" destOrd="0" presId="urn:microsoft.com/office/officeart/2008/layout/LinedList"/>
    <dgm:cxn modelId="{FC381E25-0B94-4451-AFB8-F1EDC97B7B4C}" type="presParOf" srcId="{9E53FB39-7407-4560-8716-FBEB534FDC1C}" destId="{E5F2B51A-510E-4796-A09B-309C901CAC1E}" srcOrd="1" destOrd="0" presId="urn:microsoft.com/office/officeart/2008/layout/LinedList"/>
    <dgm:cxn modelId="{CE009292-2E7B-4BA1-B35E-356FCCC10E15}" type="presParOf" srcId="{9E53FB39-7407-4560-8716-FBEB534FDC1C}" destId="{C80506AD-CE50-4CA9-B1D8-08525793DC8B}" srcOrd="2" destOrd="0" presId="urn:microsoft.com/office/officeart/2008/layout/LinedList"/>
    <dgm:cxn modelId="{02706348-4FF6-4324-9FB3-95CDD2784D45}" type="presParOf" srcId="{A61118EE-C6F6-4435-ADF8-9A36A57472B9}" destId="{305C3EDC-520B-4E8C-A1AB-87977570FE05}" srcOrd="26" destOrd="0" presId="urn:microsoft.com/office/officeart/2008/layout/LinedList"/>
    <dgm:cxn modelId="{7351AFD0-1FD1-4561-BD89-48223A636F89}" type="presParOf" srcId="{A61118EE-C6F6-4435-ADF8-9A36A57472B9}" destId="{9C0FB0E9-9EA9-4696-B94C-5ED0CB04D498}" srcOrd="27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713D582F-D72E-4569-AD4F-E914945D8844}" type="doc">
      <dgm:prSet loTypeId="urn:microsoft.com/office/officeart/2018/5/layout/CenteredIconLabelDescriptionList" loCatId="icon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9A480C59-3202-4EC5-B0DB-36C762D165C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/>
            <a:t>✔ Gestione utenti</a:t>
          </a:r>
          <a:endParaRPr lang="en-US"/>
        </a:p>
      </dgm:t>
    </dgm:pt>
    <dgm:pt modelId="{CAE10E8A-4304-4958-98E5-60D06EF3298B}" type="parTrans" cxnId="{83206958-A174-4917-B13B-A164D7E62FA0}">
      <dgm:prSet/>
      <dgm:spPr/>
      <dgm:t>
        <a:bodyPr/>
        <a:lstStyle/>
        <a:p>
          <a:endParaRPr lang="en-US"/>
        </a:p>
      </dgm:t>
    </dgm:pt>
    <dgm:pt modelId="{C2CEBC92-97CF-4ED3-859A-1A5CA7377129}" type="sibTrans" cxnId="{83206958-A174-4917-B13B-A164D7E62FA0}">
      <dgm:prSet/>
      <dgm:spPr/>
      <dgm:t>
        <a:bodyPr/>
        <a:lstStyle/>
        <a:p>
          <a:endParaRPr lang="en-US"/>
        </a:p>
      </dgm:t>
    </dgm:pt>
    <dgm:pt modelId="{13836C16-E3AA-46D8-B7D0-74DD7878CFA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1"/>
            <a:t>Creazione / Eliminazione</a:t>
          </a:r>
          <a:endParaRPr lang="en-US"/>
        </a:p>
      </dgm:t>
    </dgm:pt>
    <dgm:pt modelId="{60CCF1D6-6A13-4369-B2C1-7FB804A750F1}" type="parTrans" cxnId="{E4208DEB-2E8B-42CA-8705-34A0B5198FAB}">
      <dgm:prSet/>
      <dgm:spPr/>
      <dgm:t>
        <a:bodyPr/>
        <a:lstStyle/>
        <a:p>
          <a:endParaRPr lang="en-US"/>
        </a:p>
      </dgm:t>
    </dgm:pt>
    <dgm:pt modelId="{4BFE4E5A-1830-4471-A99D-597D58E04BFF}" type="sibTrans" cxnId="{E4208DEB-2E8B-42CA-8705-34A0B5198FAB}">
      <dgm:prSet/>
      <dgm:spPr/>
      <dgm:t>
        <a:bodyPr/>
        <a:lstStyle/>
        <a:p>
          <a:endParaRPr lang="en-US"/>
        </a:p>
      </dgm:t>
    </dgm:pt>
    <dgm:pt modelId="{BD285CBE-647C-4D54-ADAB-1A6014E8C75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1"/>
            <a:t>Cambio password</a:t>
          </a:r>
          <a:endParaRPr lang="en-US"/>
        </a:p>
      </dgm:t>
    </dgm:pt>
    <dgm:pt modelId="{28298853-9B9F-438A-9D3A-5B0F839CF059}" type="parTrans" cxnId="{033CB767-8ACF-4AE8-B502-519C87809FEB}">
      <dgm:prSet/>
      <dgm:spPr/>
      <dgm:t>
        <a:bodyPr/>
        <a:lstStyle/>
        <a:p>
          <a:endParaRPr lang="en-US"/>
        </a:p>
      </dgm:t>
    </dgm:pt>
    <dgm:pt modelId="{DE1D902E-F580-438A-9266-329E6A556449}" type="sibTrans" cxnId="{033CB767-8ACF-4AE8-B502-519C87809FEB}">
      <dgm:prSet/>
      <dgm:spPr/>
      <dgm:t>
        <a:bodyPr/>
        <a:lstStyle/>
        <a:p>
          <a:endParaRPr lang="en-US"/>
        </a:p>
      </dgm:t>
    </dgm:pt>
    <dgm:pt modelId="{B25ADE75-0301-4F7B-BB69-88DD799D51C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1"/>
            <a:t>Cambio access level</a:t>
          </a:r>
          <a:endParaRPr lang="en-US"/>
        </a:p>
      </dgm:t>
    </dgm:pt>
    <dgm:pt modelId="{287BC0EA-F9F1-47B5-AB1F-546A8E45DFC5}" type="parTrans" cxnId="{F29E60E0-580B-42A7-B48D-4974B785581A}">
      <dgm:prSet/>
      <dgm:spPr/>
      <dgm:t>
        <a:bodyPr/>
        <a:lstStyle/>
        <a:p>
          <a:endParaRPr lang="en-US"/>
        </a:p>
      </dgm:t>
    </dgm:pt>
    <dgm:pt modelId="{0F5CB85A-A948-4CC6-A2CB-71B4D8ED461D}" type="sibTrans" cxnId="{F29E60E0-580B-42A7-B48D-4974B785581A}">
      <dgm:prSet/>
      <dgm:spPr/>
      <dgm:t>
        <a:bodyPr/>
        <a:lstStyle/>
        <a:p>
          <a:endParaRPr lang="en-US"/>
        </a:p>
      </dgm:t>
    </dgm:pt>
    <dgm:pt modelId="{38CCC415-5F6B-447E-A147-C806CA2117E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1"/>
            <a:t>Root unico</a:t>
          </a:r>
          <a:endParaRPr lang="en-US"/>
        </a:p>
      </dgm:t>
    </dgm:pt>
    <dgm:pt modelId="{382A605D-65DF-4A31-AA34-1ABC33C79D11}" type="parTrans" cxnId="{3A2E9358-797A-4537-8241-900DBB147142}">
      <dgm:prSet/>
      <dgm:spPr/>
      <dgm:t>
        <a:bodyPr/>
        <a:lstStyle/>
        <a:p>
          <a:endParaRPr lang="en-US"/>
        </a:p>
      </dgm:t>
    </dgm:pt>
    <dgm:pt modelId="{709328A2-7852-4DC8-B2CB-363342D49908}" type="sibTrans" cxnId="{3A2E9358-797A-4537-8241-900DBB147142}">
      <dgm:prSet/>
      <dgm:spPr/>
      <dgm:t>
        <a:bodyPr/>
        <a:lstStyle/>
        <a:p>
          <a:endParaRPr lang="en-US"/>
        </a:p>
      </dgm:t>
    </dgm:pt>
    <dgm:pt modelId="{A7E70E97-2E21-4F35-9E1D-F15AB97D55F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/>
            <a:t>✔ Login + Sessione</a:t>
          </a:r>
          <a:endParaRPr lang="en-US"/>
        </a:p>
      </dgm:t>
    </dgm:pt>
    <dgm:pt modelId="{481E99C9-95F8-4F03-838F-6E53F7199190}" type="parTrans" cxnId="{50D00F1F-AA8F-4CC8-A78E-E67EC5169F8F}">
      <dgm:prSet/>
      <dgm:spPr/>
      <dgm:t>
        <a:bodyPr/>
        <a:lstStyle/>
        <a:p>
          <a:endParaRPr lang="en-US"/>
        </a:p>
      </dgm:t>
    </dgm:pt>
    <dgm:pt modelId="{A0BB59E3-41F3-4254-BAAC-9C855A3E510E}" type="sibTrans" cxnId="{50D00F1F-AA8F-4CC8-A78E-E67EC5169F8F}">
      <dgm:prSet/>
      <dgm:spPr/>
      <dgm:t>
        <a:bodyPr/>
        <a:lstStyle/>
        <a:p>
          <a:endParaRPr lang="en-US"/>
        </a:p>
      </dgm:t>
    </dgm:pt>
    <dgm:pt modelId="{052614A0-71C7-41CB-BB1D-1B64ECF93E6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1"/>
            <a:t>SessionManager + controllo privilegi</a:t>
          </a:r>
          <a:endParaRPr lang="en-US"/>
        </a:p>
      </dgm:t>
    </dgm:pt>
    <dgm:pt modelId="{08377F9C-069E-4679-923A-796A57BAC0F8}" type="parTrans" cxnId="{ACBFD197-6404-4F18-BBD3-DF9B89FD01BE}">
      <dgm:prSet/>
      <dgm:spPr/>
      <dgm:t>
        <a:bodyPr/>
        <a:lstStyle/>
        <a:p>
          <a:endParaRPr lang="en-US"/>
        </a:p>
      </dgm:t>
    </dgm:pt>
    <dgm:pt modelId="{44F5A1FC-BD6D-4260-A38C-828F7DD2D18B}" type="sibTrans" cxnId="{ACBFD197-6404-4F18-BBD3-DF9B89FD01BE}">
      <dgm:prSet/>
      <dgm:spPr/>
      <dgm:t>
        <a:bodyPr/>
        <a:lstStyle/>
        <a:p>
          <a:endParaRPr lang="en-US"/>
        </a:p>
      </dgm:t>
    </dgm:pt>
    <dgm:pt modelId="{74907D7D-20C5-4A06-9A73-F7044BFEFA99}" type="pres">
      <dgm:prSet presAssocID="{713D582F-D72E-4569-AD4F-E914945D8844}" presName="root" presStyleCnt="0">
        <dgm:presLayoutVars>
          <dgm:dir/>
          <dgm:resizeHandles val="exact"/>
        </dgm:presLayoutVars>
      </dgm:prSet>
      <dgm:spPr/>
    </dgm:pt>
    <dgm:pt modelId="{CF3D30CF-C0EF-47E9-8AEE-881B26A47CA1}" type="pres">
      <dgm:prSet presAssocID="{9A480C59-3202-4EC5-B0DB-36C762D165C9}" presName="compNode" presStyleCnt="0"/>
      <dgm:spPr/>
    </dgm:pt>
    <dgm:pt modelId="{BF161C9A-982D-4104-829A-A2E196AA77E0}" type="pres">
      <dgm:prSet presAssocID="{9A480C59-3202-4EC5-B0DB-36C762D165C9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locca"/>
        </a:ext>
      </dgm:extLst>
    </dgm:pt>
    <dgm:pt modelId="{154F90F0-3848-499E-8BCA-8026E46B359E}" type="pres">
      <dgm:prSet presAssocID="{9A480C59-3202-4EC5-B0DB-36C762D165C9}" presName="iconSpace" presStyleCnt="0"/>
      <dgm:spPr/>
    </dgm:pt>
    <dgm:pt modelId="{8830A097-0ED4-4180-96DC-5471529A0516}" type="pres">
      <dgm:prSet presAssocID="{9A480C59-3202-4EC5-B0DB-36C762D165C9}" presName="parTx" presStyleLbl="revTx" presStyleIdx="0" presStyleCnt="4">
        <dgm:presLayoutVars>
          <dgm:chMax val="0"/>
          <dgm:chPref val="0"/>
        </dgm:presLayoutVars>
      </dgm:prSet>
      <dgm:spPr/>
    </dgm:pt>
    <dgm:pt modelId="{0581B5AE-1326-429A-8322-F945F6953414}" type="pres">
      <dgm:prSet presAssocID="{9A480C59-3202-4EC5-B0DB-36C762D165C9}" presName="txSpace" presStyleCnt="0"/>
      <dgm:spPr/>
    </dgm:pt>
    <dgm:pt modelId="{6B880F62-4725-4E5D-8745-127BAEB9B78C}" type="pres">
      <dgm:prSet presAssocID="{9A480C59-3202-4EC5-B0DB-36C762D165C9}" presName="desTx" presStyleLbl="revTx" presStyleIdx="1" presStyleCnt="4">
        <dgm:presLayoutVars/>
      </dgm:prSet>
      <dgm:spPr/>
    </dgm:pt>
    <dgm:pt modelId="{F4CEAB70-C656-4DFA-9CD4-A6AE632643C2}" type="pres">
      <dgm:prSet presAssocID="{C2CEBC92-97CF-4ED3-859A-1A5CA7377129}" presName="sibTrans" presStyleCnt="0"/>
      <dgm:spPr/>
    </dgm:pt>
    <dgm:pt modelId="{D6F3C110-0FB2-4419-B630-CD1387DD994A}" type="pres">
      <dgm:prSet presAssocID="{A7E70E97-2E21-4F35-9E1D-F15AB97D55FC}" presName="compNode" presStyleCnt="0"/>
      <dgm:spPr/>
    </dgm:pt>
    <dgm:pt modelId="{E7D6DE39-1234-459C-8122-BC0E69CC65A7}" type="pres">
      <dgm:prSet presAssocID="{A7E70E97-2E21-4F35-9E1D-F15AB97D55FC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tente"/>
        </a:ext>
      </dgm:extLst>
    </dgm:pt>
    <dgm:pt modelId="{45D1A23B-4113-404D-B3B5-80DBD83A3AB6}" type="pres">
      <dgm:prSet presAssocID="{A7E70E97-2E21-4F35-9E1D-F15AB97D55FC}" presName="iconSpace" presStyleCnt="0"/>
      <dgm:spPr/>
    </dgm:pt>
    <dgm:pt modelId="{B74509B9-F55E-45C4-9ED8-CE85A9E7FA02}" type="pres">
      <dgm:prSet presAssocID="{A7E70E97-2E21-4F35-9E1D-F15AB97D55FC}" presName="parTx" presStyleLbl="revTx" presStyleIdx="2" presStyleCnt="4">
        <dgm:presLayoutVars>
          <dgm:chMax val="0"/>
          <dgm:chPref val="0"/>
        </dgm:presLayoutVars>
      </dgm:prSet>
      <dgm:spPr/>
    </dgm:pt>
    <dgm:pt modelId="{5C7F5A86-268F-4E6D-BF39-BE7D37BAD22B}" type="pres">
      <dgm:prSet presAssocID="{A7E70E97-2E21-4F35-9E1D-F15AB97D55FC}" presName="txSpace" presStyleCnt="0"/>
      <dgm:spPr/>
    </dgm:pt>
    <dgm:pt modelId="{6AD74E50-3A36-46D3-A433-DDCC59C108E5}" type="pres">
      <dgm:prSet presAssocID="{A7E70E97-2E21-4F35-9E1D-F15AB97D55FC}" presName="desTx" presStyleLbl="revTx" presStyleIdx="3" presStyleCnt="4">
        <dgm:presLayoutVars/>
      </dgm:prSet>
      <dgm:spPr/>
    </dgm:pt>
  </dgm:ptLst>
  <dgm:cxnLst>
    <dgm:cxn modelId="{50D00F1F-AA8F-4CC8-A78E-E67EC5169F8F}" srcId="{713D582F-D72E-4569-AD4F-E914945D8844}" destId="{A7E70E97-2E21-4F35-9E1D-F15AB97D55FC}" srcOrd="1" destOrd="0" parTransId="{481E99C9-95F8-4F03-838F-6E53F7199190}" sibTransId="{A0BB59E3-41F3-4254-BAAC-9C855A3E510E}"/>
    <dgm:cxn modelId="{BE162623-3983-46FB-8686-8BBE540FDF48}" type="presOf" srcId="{052614A0-71C7-41CB-BB1D-1B64ECF93E68}" destId="{6AD74E50-3A36-46D3-A433-DDCC59C108E5}" srcOrd="0" destOrd="0" presId="urn:microsoft.com/office/officeart/2018/5/layout/CenteredIconLabelDescriptionList"/>
    <dgm:cxn modelId="{975E4A24-A7BB-4B60-ABA2-DD2898440217}" type="presOf" srcId="{B25ADE75-0301-4F7B-BB69-88DD799D51C2}" destId="{6B880F62-4725-4E5D-8745-127BAEB9B78C}" srcOrd="0" destOrd="2" presId="urn:microsoft.com/office/officeart/2018/5/layout/CenteredIconLabelDescriptionList"/>
    <dgm:cxn modelId="{A517AE24-77B4-4815-AF6B-38040A46C9EA}" type="presOf" srcId="{713D582F-D72E-4569-AD4F-E914945D8844}" destId="{74907D7D-20C5-4A06-9A73-F7044BFEFA99}" srcOrd="0" destOrd="0" presId="urn:microsoft.com/office/officeart/2018/5/layout/CenteredIconLabelDescriptionList"/>
    <dgm:cxn modelId="{3164A939-B0D4-4425-A894-2EF0820F66FE}" type="presOf" srcId="{13836C16-E3AA-46D8-B7D0-74DD7878CFAF}" destId="{6B880F62-4725-4E5D-8745-127BAEB9B78C}" srcOrd="0" destOrd="0" presId="urn:microsoft.com/office/officeart/2018/5/layout/CenteredIconLabelDescriptionList"/>
    <dgm:cxn modelId="{14E1CA41-9F13-4969-A557-24AC9C34FC3B}" type="presOf" srcId="{38CCC415-5F6B-447E-A147-C806CA2117ED}" destId="{6B880F62-4725-4E5D-8745-127BAEB9B78C}" srcOrd="0" destOrd="3" presId="urn:microsoft.com/office/officeart/2018/5/layout/CenteredIconLabelDescriptionList"/>
    <dgm:cxn modelId="{033CB767-8ACF-4AE8-B502-519C87809FEB}" srcId="{9A480C59-3202-4EC5-B0DB-36C762D165C9}" destId="{BD285CBE-647C-4D54-ADAB-1A6014E8C75B}" srcOrd="1" destOrd="0" parTransId="{28298853-9B9F-438A-9D3A-5B0F839CF059}" sibTransId="{DE1D902E-F580-438A-9266-329E6A556449}"/>
    <dgm:cxn modelId="{83206958-A174-4917-B13B-A164D7E62FA0}" srcId="{713D582F-D72E-4569-AD4F-E914945D8844}" destId="{9A480C59-3202-4EC5-B0DB-36C762D165C9}" srcOrd="0" destOrd="0" parTransId="{CAE10E8A-4304-4958-98E5-60D06EF3298B}" sibTransId="{C2CEBC92-97CF-4ED3-859A-1A5CA7377129}"/>
    <dgm:cxn modelId="{3A2E9358-797A-4537-8241-900DBB147142}" srcId="{9A480C59-3202-4EC5-B0DB-36C762D165C9}" destId="{38CCC415-5F6B-447E-A147-C806CA2117ED}" srcOrd="3" destOrd="0" parTransId="{382A605D-65DF-4A31-AA34-1ABC33C79D11}" sibTransId="{709328A2-7852-4DC8-B2CB-363342D49908}"/>
    <dgm:cxn modelId="{ACBFD197-6404-4F18-BBD3-DF9B89FD01BE}" srcId="{A7E70E97-2E21-4F35-9E1D-F15AB97D55FC}" destId="{052614A0-71C7-41CB-BB1D-1B64ECF93E68}" srcOrd="0" destOrd="0" parTransId="{08377F9C-069E-4679-923A-796A57BAC0F8}" sibTransId="{44F5A1FC-BD6D-4260-A38C-828F7DD2D18B}"/>
    <dgm:cxn modelId="{18D15AA8-728B-416C-A16E-0D350AB6DD99}" type="presOf" srcId="{BD285CBE-647C-4D54-ADAB-1A6014E8C75B}" destId="{6B880F62-4725-4E5D-8745-127BAEB9B78C}" srcOrd="0" destOrd="1" presId="urn:microsoft.com/office/officeart/2018/5/layout/CenteredIconLabelDescriptionList"/>
    <dgm:cxn modelId="{4581D1C4-F502-4264-AFA9-6FB622BB483F}" type="presOf" srcId="{9A480C59-3202-4EC5-B0DB-36C762D165C9}" destId="{8830A097-0ED4-4180-96DC-5471529A0516}" srcOrd="0" destOrd="0" presId="urn:microsoft.com/office/officeart/2018/5/layout/CenteredIconLabelDescriptionList"/>
    <dgm:cxn modelId="{F29E60E0-580B-42A7-B48D-4974B785581A}" srcId="{9A480C59-3202-4EC5-B0DB-36C762D165C9}" destId="{B25ADE75-0301-4F7B-BB69-88DD799D51C2}" srcOrd="2" destOrd="0" parTransId="{287BC0EA-F9F1-47B5-AB1F-546A8E45DFC5}" sibTransId="{0F5CB85A-A948-4CC6-A2CB-71B4D8ED461D}"/>
    <dgm:cxn modelId="{E4208DEB-2E8B-42CA-8705-34A0B5198FAB}" srcId="{9A480C59-3202-4EC5-B0DB-36C762D165C9}" destId="{13836C16-E3AA-46D8-B7D0-74DD7878CFAF}" srcOrd="0" destOrd="0" parTransId="{60CCF1D6-6A13-4369-B2C1-7FB804A750F1}" sibTransId="{4BFE4E5A-1830-4471-A99D-597D58E04BFF}"/>
    <dgm:cxn modelId="{83A0BDFD-3534-4246-8868-0D6928AD64CE}" type="presOf" srcId="{A7E70E97-2E21-4F35-9E1D-F15AB97D55FC}" destId="{B74509B9-F55E-45C4-9ED8-CE85A9E7FA02}" srcOrd="0" destOrd="0" presId="urn:microsoft.com/office/officeart/2018/5/layout/CenteredIconLabelDescriptionList"/>
    <dgm:cxn modelId="{8EFD4097-C958-4905-B314-ED8DA42406C2}" type="presParOf" srcId="{74907D7D-20C5-4A06-9A73-F7044BFEFA99}" destId="{CF3D30CF-C0EF-47E9-8AEE-881B26A47CA1}" srcOrd="0" destOrd="0" presId="urn:microsoft.com/office/officeart/2018/5/layout/CenteredIconLabelDescriptionList"/>
    <dgm:cxn modelId="{079FFA3F-3B71-4608-90CD-B9A18C21423A}" type="presParOf" srcId="{CF3D30CF-C0EF-47E9-8AEE-881B26A47CA1}" destId="{BF161C9A-982D-4104-829A-A2E196AA77E0}" srcOrd="0" destOrd="0" presId="urn:microsoft.com/office/officeart/2018/5/layout/CenteredIconLabelDescriptionList"/>
    <dgm:cxn modelId="{9C643340-AE27-488B-8C2B-95D8A2C8CE38}" type="presParOf" srcId="{CF3D30CF-C0EF-47E9-8AEE-881B26A47CA1}" destId="{154F90F0-3848-499E-8BCA-8026E46B359E}" srcOrd="1" destOrd="0" presId="urn:microsoft.com/office/officeart/2018/5/layout/CenteredIconLabelDescriptionList"/>
    <dgm:cxn modelId="{37B7A7C7-C211-4825-BCDD-601972CF9919}" type="presParOf" srcId="{CF3D30CF-C0EF-47E9-8AEE-881B26A47CA1}" destId="{8830A097-0ED4-4180-96DC-5471529A0516}" srcOrd="2" destOrd="0" presId="urn:microsoft.com/office/officeart/2018/5/layout/CenteredIconLabelDescriptionList"/>
    <dgm:cxn modelId="{D3857C53-3E81-45A3-8664-CE613C14074D}" type="presParOf" srcId="{CF3D30CF-C0EF-47E9-8AEE-881B26A47CA1}" destId="{0581B5AE-1326-429A-8322-F945F6953414}" srcOrd="3" destOrd="0" presId="urn:microsoft.com/office/officeart/2018/5/layout/CenteredIconLabelDescriptionList"/>
    <dgm:cxn modelId="{A6BC4868-D354-4100-A76E-8873E2AD422D}" type="presParOf" srcId="{CF3D30CF-C0EF-47E9-8AEE-881B26A47CA1}" destId="{6B880F62-4725-4E5D-8745-127BAEB9B78C}" srcOrd="4" destOrd="0" presId="urn:microsoft.com/office/officeart/2018/5/layout/CenteredIconLabelDescriptionList"/>
    <dgm:cxn modelId="{C7DFC683-4AD5-4D99-AE6C-05F4D60BC47B}" type="presParOf" srcId="{74907D7D-20C5-4A06-9A73-F7044BFEFA99}" destId="{F4CEAB70-C656-4DFA-9CD4-A6AE632643C2}" srcOrd="1" destOrd="0" presId="urn:microsoft.com/office/officeart/2018/5/layout/CenteredIconLabelDescriptionList"/>
    <dgm:cxn modelId="{ACBC93F2-79FE-4206-A17A-C05AAA1AB10F}" type="presParOf" srcId="{74907D7D-20C5-4A06-9A73-F7044BFEFA99}" destId="{D6F3C110-0FB2-4419-B630-CD1387DD994A}" srcOrd="2" destOrd="0" presId="urn:microsoft.com/office/officeart/2018/5/layout/CenteredIconLabelDescriptionList"/>
    <dgm:cxn modelId="{FCBB421F-782A-4DBE-9580-09FAB1492D1A}" type="presParOf" srcId="{D6F3C110-0FB2-4419-B630-CD1387DD994A}" destId="{E7D6DE39-1234-459C-8122-BC0E69CC65A7}" srcOrd="0" destOrd="0" presId="urn:microsoft.com/office/officeart/2018/5/layout/CenteredIconLabelDescriptionList"/>
    <dgm:cxn modelId="{3CE787A9-6BF1-4FF6-AD83-88444F9D03BA}" type="presParOf" srcId="{D6F3C110-0FB2-4419-B630-CD1387DD994A}" destId="{45D1A23B-4113-404D-B3B5-80DBD83A3AB6}" srcOrd="1" destOrd="0" presId="urn:microsoft.com/office/officeart/2018/5/layout/CenteredIconLabelDescriptionList"/>
    <dgm:cxn modelId="{6A3CACB1-B678-49F2-BDC3-F79C77A894E8}" type="presParOf" srcId="{D6F3C110-0FB2-4419-B630-CD1387DD994A}" destId="{B74509B9-F55E-45C4-9ED8-CE85A9E7FA02}" srcOrd="2" destOrd="0" presId="urn:microsoft.com/office/officeart/2018/5/layout/CenteredIconLabelDescriptionList"/>
    <dgm:cxn modelId="{9BA2113C-D3BE-4512-995A-AB544CDE594C}" type="presParOf" srcId="{D6F3C110-0FB2-4419-B630-CD1387DD994A}" destId="{5C7F5A86-268F-4E6D-BF39-BE7D37BAD22B}" srcOrd="3" destOrd="0" presId="urn:microsoft.com/office/officeart/2018/5/layout/CenteredIconLabelDescriptionList"/>
    <dgm:cxn modelId="{E9FDB0CA-2776-476D-A1E2-1AF54C931E06}" type="presParOf" srcId="{D6F3C110-0FB2-4419-B630-CD1387DD994A}" destId="{6AD74E50-3A36-46D3-A433-DDCC59C108E5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5F161AD1-31CB-4F6A-97B0-2BF4EAA16885}" type="doc">
      <dgm:prSet loTypeId="urn:microsoft.com/office/officeart/2018/5/layout/CenteredIconLabelDescriptionList" loCatId="icon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96058884-3410-42F8-B490-F9CB6240095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it-IT" b="1"/>
            <a:t>✔ Gestione CSV</a:t>
          </a:r>
          <a:endParaRPr lang="en-US"/>
        </a:p>
      </dgm:t>
    </dgm:pt>
    <dgm:pt modelId="{E56B26C0-AB3C-460F-866C-FED11D82C24E}" type="parTrans" cxnId="{6E870E03-7E1F-4A31-9294-75E15561DF65}">
      <dgm:prSet/>
      <dgm:spPr/>
      <dgm:t>
        <a:bodyPr/>
        <a:lstStyle/>
        <a:p>
          <a:endParaRPr lang="en-US"/>
        </a:p>
      </dgm:t>
    </dgm:pt>
    <dgm:pt modelId="{295CE725-4C75-410E-B5E5-F3AC67D515CC}" type="sibTrans" cxnId="{6E870E03-7E1F-4A31-9294-75E15561DF65}">
      <dgm:prSet/>
      <dgm:spPr/>
      <dgm:t>
        <a:bodyPr/>
        <a:lstStyle/>
        <a:p>
          <a:endParaRPr lang="en-US"/>
        </a:p>
      </dgm:t>
    </dgm:pt>
    <dgm:pt modelId="{EF4EA46C-4691-4E89-8D46-5E640EFE655F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i="1"/>
            <a:t>Creazione / Lettura / Modifica</a:t>
          </a:r>
          <a:endParaRPr lang="en-US"/>
        </a:p>
      </dgm:t>
    </dgm:pt>
    <dgm:pt modelId="{34F14C35-F559-4552-94CC-F087C2EB4E42}" type="parTrans" cxnId="{C13F65B8-61E7-4026-98D2-06F817892BF0}">
      <dgm:prSet/>
      <dgm:spPr/>
      <dgm:t>
        <a:bodyPr/>
        <a:lstStyle/>
        <a:p>
          <a:endParaRPr lang="en-US"/>
        </a:p>
      </dgm:t>
    </dgm:pt>
    <dgm:pt modelId="{F1D1784C-8AAD-4AD2-B9D9-9CB3AF1E7447}" type="sibTrans" cxnId="{C13F65B8-61E7-4026-98D2-06F817892BF0}">
      <dgm:prSet/>
      <dgm:spPr/>
      <dgm:t>
        <a:bodyPr/>
        <a:lstStyle/>
        <a:p>
          <a:endParaRPr lang="en-US"/>
        </a:p>
      </dgm:t>
    </dgm:pt>
    <dgm:pt modelId="{4F095604-1C77-4BF7-9E74-DFEB2C9D9136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i="1"/>
            <a:t>Ricerca</a:t>
          </a:r>
          <a:endParaRPr lang="en-US"/>
        </a:p>
      </dgm:t>
    </dgm:pt>
    <dgm:pt modelId="{2EE17765-DF09-4BEC-8C32-C4866190E462}" type="parTrans" cxnId="{9497D1B7-4A94-474E-B241-02495015BF41}">
      <dgm:prSet/>
      <dgm:spPr/>
      <dgm:t>
        <a:bodyPr/>
        <a:lstStyle/>
        <a:p>
          <a:endParaRPr lang="en-US"/>
        </a:p>
      </dgm:t>
    </dgm:pt>
    <dgm:pt modelId="{2825E0B1-B91A-41F3-B78D-2197995284E5}" type="sibTrans" cxnId="{9497D1B7-4A94-474E-B241-02495015BF41}">
      <dgm:prSet/>
      <dgm:spPr/>
      <dgm:t>
        <a:bodyPr/>
        <a:lstStyle/>
        <a:p>
          <a:endParaRPr lang="en-US"/>
        </a:p>
      </dgm:t>
    </dgm:pt>
    <dgm:pt modelId="{EF221B46-8260-45D4-8A2F-2A5D876FE75E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i="1"/>
            <a:t>Salvataggio su DB</a:t>
          </a:r>
          <a:endParaRPr lang="en-US"/>
        </a:p>
      </dgm:t>
    </dgm:pt>
    <dgm:pt modelId="{80BFBBDE-1FDC-46CB-A09E-E8C83902D7F2}" type="parTrans" cxnId="{B8353498-A671-41D6-A671-FB1BDDC0D19E}">
      <dgm:prSet/>
      <dgm:spPr/>
      <dgm:t>
        <a:bodyPr/>
        <a:lstStyle/>
        <a:p>
          <a:endParaRPr lang="en-US"/>
        </a:p>
      </dgm:t>
    </dgm:pt>
    <dgm:pt modelId="{1AF4617F-10E1-41CD-93AD-81BA5A4162FA}" type="sibTrans" cxnId="{B8353498-A671-41D6-A671-FB1BDDC0D19E}">
      <dgm:prSet/>
      <dgm:spPr/>
      <dgm:t>
        <a:bodyPr/>
        <a:lstStyle/>
        <a:p>
          <a:endParaRPr lang="en-US"/>
        </a:p>
      </dgm:t>
    </dgm:pt>
    <dgm:pt modelId="{4280A6E6-BA4D-4777-8F66-2A9178FEE95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it-IT" b="1"/>
            <a:t>✔ Persistenza</a:t>
          </a:r>
          <a:endParaRPr lang="en-US"/>
        </a:p>
      </dgm:t>
    </dgm:pt>
    <dgm:pt modelId="{CB919B5A-3D66-4B59-822B-A0B6820B319F}" type="parTrans" cxnId="{4AB22358-F5EA-4596-A024-D538A49884B3}">
      <dgm:prSet/>
      <dgm:spPr/>
      <dgm:t>
        <a:bodyPr/>
        <a:lstStyle/>
        <a:p>
          <a:endParaRPr lang="en-US"/>
        </a:p>
      </dgm:t>
    </dgm:pt>
    <dgm:pt modelId="{E182109F-E089-4535-8A08-746B1976E8AC}" type="sibTrans" cxnId="{4AB22358-F5EA-4596-A024-D538A49884B3}">
      <dgm:prSet/>
      <dgm:spPr/>
      <dgm:t>
        <a:bodyPr/>
        <a:lstStyle/>
        <a:p>
          <a:endParaRPr lang="en-US"/>
        </a:p>
      </dgm:t>
    </dgm:pt>
    <dgm:pt modelId="{212CC2B5-0568-45C0-A9D5-FDBA9F19BEC5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i="1"/>
            <a:t>H2 + JPA (Spring Data)</a:t>
          </a:r>
          <a:endParaRPr lang="en-US"/>
        </a:p>
      </dgm:t>
    </dgm:pt>
    <dgm:pt modelId="{4C25B656-922E-4857-8BAE-0FD2B562547E}" type="parTrans" cxnId="{0C2371AA-6621-4D19-A902-A96009502155}">
      <dgm:prSet/>
      <dgm:spPr/>
      <dgm:t>
        <a:bodyPr/>
        <a:lstStyle/>
        <a:p>
          <a:endParaRPr lang="en-US"/>
        </a:p>
      </dgm:t>
    </dgm:pt>
    <dgm:pt modelId="{467BA65E-2B60-4B55-906B-25BC8B8009F3}" type="sibTrans" cxnId="{0C2371AA-6621-4D19-A902-A96009502155}">
      <dgm:prSet/>
      <dgm:spPr/>
      <dgm:t>
        <a:bodyPr/>
        <a:lstStyle/>
        <a:p>
          <a:endParaRPr lang="en-US"/>
        </a:p>
      </dgm:t>
    </dgm:pt>
    <dgm:pt modelId="{687FC55B-07F1-473D-8B8B-40263BECAA1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it-IT" b="1"/>
            <a:t>✔ Interfacce</a:t>
          </a:r>
          <a:endParaRPr lang="en-US"/>
        </a:p>
      </dgm:t>
    </dgm:pt>
    <dgm:pt modelId="{7A88D7E2-47B3-4B48-80A4-DFFC67CB0EE1}" type="parTrans" cxnId="{C1965E21-6EF9-4899-86DE-FCE169E0F3B4}">
      <dgm:prSet/>
      <dgm:spPr/>
      <dgm:t>
        <a:bodyPr/>
        <a:lstStyle/>
        <a:p>
          <a:endParaRPr lang="en-US"/>
        </a:p>
      </dgm:t>
    </dgm:pt>
    <dgm:pt modelId="{F9937ECB-C75D-477A-A15F-23682B215237}" type="sibTrans" cxnId="{C1965E21-6EF9-4899-86DE-FCE169E0F3B4}">
      <dgm:prSet/>
      <dgm:spPr/>
      <dgm:t>
        <a:bodyPr/>
        <a:lstStyle/>
        <a:p>
          <a:endParaRPr lang="en-US"/>
        </a:p>
      </dgm:t>
    </dgm:pt>
    <dgm:pt modelId="{1CBDD119-D711-4DE8-AD6C-3D196A222F16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i="1"/>
            <a:t>CLI completa + GUI (MVC + Bridge)</a:t>
          </a:r>
          <a:endParaRPr lang="en-US"/>
        </a:p>
      </dgm:t>
    </dgm:pt>
    <dgm:pt modelId="{E81B2659-675B-433A-8E37-C19E04B65ACB}" type="parTrans" cxnId="{4758B1E8-6D2E-4F85-BF4E-767CD910CA96}">
      <dgm:prSet/>
      <dgm:spPr/>
      <dgm:t>
        <a:bodyPr/>
        <a:lstStyle/>
        <a:p>
          <a:endParaRPr lang="en-US"/>
        </a:p>
      </dgm:t>
    </dgm:pt>
    <dgm:pt modelId="{6BA9584C-83E1-4ADA-B6CC-856F3031EC04}" type="sibTrans" cxnId="{4758B1E8-6D2E-4F85-BF4E-767CD910CA96}">
      <dgm:prSet/>
      <dgm:spPr/>
      <dgm:t>
        <a:bodyPr/>
        <a:lstStyle/>
        <a:p>
          <a:endParaRPr lang="en-US"/>
        </a:p>
      </dgm:t>
    </dgm:pt>
    <dgm:pt modelId="{1B728B01-712C-417E-899F-78D586ED7357}" type="pres">
      <dgm:prSet presAssocID="{5F161AD1-31CB-4F6A-97B0-2BF4EAA16885}" presName="root" presStyleCnt="0">
        <dgm:presLayoutVars>
          <dgm:dir/>
          <dgm:resizeHandles val="exact"/>
        </dgm:presLayoutVars>
      </dgm:prSet>
      <dgm:spPr/>
    </dgm:pt>
    <dgm:pt modelId="{24D5A9DB-9D3D-40BB-97CB-F9C8BECBFBEF}" type="pres">
      <dgm:prSet presAssocID="{96058884-3410-42F8-B490-F9CB62400959}" presName="compNode" presStyleCnt="0"/>
      <dgm:spPr/>
    </dgm:pt>
    <dgm:pt modelId="{B704FB4A-AFA5-4CEC-BDA6-8FB2F2971906}" type="pres">
      <dgm:prSet presAssocID="{96058884-3410-42F8-B490-F9CB6240095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bella con riempimento a tinta unita"/>
        </a:ext>
      </dgm:extLst>
    </dgm:pt>
    <dgm:pt modelId="{3CC64C55-4BFF-4E5F-A2D1-7F706189B91D}" type="pres">
      <dgm:prSet presAssocID="{96058884-3410-42F8-B490-F9CB62400959}" presName="iconSpace" presStyleCnt="0"/>
      <dgm:spPr/>
    </dgm:pt>
    <dgm:pt modelId="{F7B3E633-52F8-4BB8-8326-EEAEEADDB876}" type="pres">
      <dgm:prSet presAssocID="{96058884-3410-42F8-B490-F9CB62400959}" presName="parTx" presStyleLbl="revTx" presStyleIdx="0" presStyleCnt="6">
        <dgm:presLayoutVars>
          <dgm:chMax val="0"/>
          <dgm:chPref val="0"/>
        </dgm:presLayoutVars>
      </dgm:prSet>
      <dgm:spPr/>
    </dgm:pt>
    <dgm:pt modelId="{6DC3637D-99A6-4948-9277-6DC0417EEBB2}" type="pres">
      <dgm:prSet presAssocID="{96058884-3410-42F8-B490-F9CB62400959}" presName="txSpace" presStyleCnt="0"/>
      <dgm:spPr/>
    </dgm:pt>
    <dgm:pt modelId="{55B24D19-B10E-440C-B108-1B57E4488EF5}" type="pres">
      <dgm:prSet presAssocID="{96058884-3410-42F8-B490-F9CB62400959}" presName="desTx" presStyleLbl="revTx" presStyleIdx="1" presStyleCnt="6">
        <dgm:presLayoutVars/>
      </dgm:prSet>
      <dgm:spPr/>
    </dgm:pt>
    <dgm:pt modelId="{B9007371-2130-418F-AD66-B486093D3A07}" type="pres">
      <dgm:prSet presAssocID="{295CE725-4C75-410E-B5E5-F3AC67D515CC}" presName="sibTrans" presStyleCnt="0"/>
      <dgm:spPr/>
    </dgm:pt>
    <dgm:pt modelId="{B8045BAB-DC0E-4D21-90E3-553DEFBAE865}" type="pres">
      <dgm:prSet presAssocID="{4280A6E6-BA4D-4777-8F66-2A9178FEE950}" presName="compNode" presStyleCnt="0"/>
      <dgm:spPr/>
    </dgm:pt>
    <dgm:pt modelId="{68D7AC23-AF76-4E02-9719-CB0E0CA4479D}" type="pres">
      <dgm:prSet presAssocID="{4280A6E6-BA4D-4777-8F66-2A9178FEE95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 con riempimento a tinta unita"/>
        </a:ext>
      </dgm:extLst>
    </dgm:pt>
    <dgm:pt modelId="{2EA28A34-0732-4456-AF62-9902DA90ECE1}" type="pres">
      <dgm:prSet presAssocID="{4280A6E6-BA4D-4777-8F66-2A9178FEE950}" presName="iconSpace" presStyleCnt="0"/>
      <dgm:spPr/>
    </dgm:pt>
    <dgm:pt modelId="{C0201269-6906-4A3F-87EF-A387D5A6B8EF}" type="pres">
      <dgm:prSet presAssocID="{4280A6E6-BA4D-4777-8F66-2A9178FEE950}" presName="parTx" presStyleLbl="revTx" presStyleIdx="2" presStyleCnt="6">
        <dgm:presLayoutVars>
          <dgm:chMax val="0"/>
          <dgm:chPref val="0"/>
        </dgm:presLayoutVars>
      </dgm:prSet>
      <dgm:spPr/>
    </dgm:pt>
    <dgm:pt modelId="{A55D157B-35EA-46AA-960E-19511E561D76}" type="pres">
      <dgm:prSet presAssocID="{4280A6E6-BA4D-4777-8F66-2A9178FEE950}" presName="txSpace" presStyleCnt="0"/>
      <dgm:spPr/>
    </dgm:pt>
    <dgm:pt modelId="{87C7798C-9491-47FB-96AF-447D1F8AA46C}" type="pres">
      <dgm:prSet presAssocID="{4280A6E6-BA4D-4777-8F66-2A9178FEE950}" presName="desTx" presStyleLbl="revTx" presStyleIdx="3" presStyleCnt="6">
        <dgm:presLayoutVars/>
      </dgm:prSet>
      <dgm:spPr/>
    </dgm:pt>
    <dgm:pt modelId="{07400341-6348-415C-A368-02B3A3395A8D}" type="pres">
      <dgm:prSet presAssocID="{E182109F-E089-4535-8A08-746B1976E8AC}" presName="sibTrans" presStyleCnt="0"/>
      <dgm:spPr/>
    </dgm:pt>
    <dgm:pt modelId="{BA16539C-EA15-4D50-9FAA-B2A00AB9AC28}" type="pres">
      <dgm:prSet presAssocID="{687FC55B-07F1-473D-8B8B-40263BECAA12}" presName="compNode" presStyleCnt="0"/>
      <dgm:spPr/>
    </dgm:pt>
    <dgm:pt modelId="{51CB2870-06C8-4736-B2CD-EF24D41CE52B}" type="pres">
      <dgm:prSet presAssocID="{687FC55B-07F1-473D-8B8B-40263BECAA1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39DC7E89-A00F-41C0-BBE3-22FBA3526286}" type="pres">
      <dgm:prSet presAssocID="{687FC55B-07F1-473D-8B8B-40263BECAA12}" presName="iconSpace" presStyleCnt="0"/>
      <dgm:spPr/>
    </dgm:pt>
    <dgm:pt modelId="{4062D238-A4CA-4BF2-AB56-BA338741CC08}" type="pres">
      <dgm:prSet presAssocID="{687FC55B-07F1-473D-8B8B-40263BECAA12}" presName="parTx" presStyleLbl="revTx" presStyleIdx="4" presStyleCnt="6">
        <dgm:presLayoutVars>
          <dgm:chMax val="0"/>
          <dgm:chPref val="0"/>
        </dgm:presLayoutVars>
      </dgm:prSet>
      <dgm:spPr/>
    </dgm:pt>
    <dgm:pt modelId="{07585DBC-484A-45A2-A301-91529ADE2FEC}" type="pres">
      <dgm:prSet presAssocID="{687FC55B-07F1-473D-8B8B-40263BECAA12}" presName="txSpace" presStyleCnt="0"/>
      <dgm:spPr/>
    </dgm:pt>
    <dgm:pt modelId="{28D4599C-4634-4740-B83F-611D76725276}" type="pres">
      <dgm:prSet presAssocID="{687FC55B-07F1-473D-8B8B-40263BECAA12}" presName="desTx" presStyleLbl="revTx" presStyleIdx="5" presStyleCnt="6">
        <dgm:presLayoutVars/>
      </dgm:prSet>
      <dgm:spPr/>
    </dgm:pt>
  </dgm:ptLst>
  <dgm:cxnLst>
    <dgm:cxn modelId="{6E870E03-7E1F-4A31-9294-75E15561DF65}" srcId="{5F161AD1-31CB-4F6A-97B0-2BF4EAA16885}" destId="{96058884-3410-42F8-B490-F9CB62400959}" srcOrd="0" destOrd="0" parTransId="{E56B26C0-AB3C-460F-866C-FED11D82C24E}" sibTransId="{295CE725-4C75-410E-B5E5-F3AC67D515CC}"/>
    <dgm:cxn modelId="{8965A90D-A520-4003-A25F-4C71608884BA}" type="presOf" srcId="{5F161AD1-31CB-4F6A-97B0-2BF4EAA16885}" destId="{1B728B01-712C-417E-899F-78D586ED7357}" srcOrd="0" destOrd="0" presId="urn:microsoft.com/office/officeart/2018/5/layout/CenteredIconLabelDescriptionList"/>
    <dgm:cxn modelId="{B1C5F00E-6AB0-461D-B95D-204A3DFED9A5}" type="presOf" srcId="{212CC2B5-0568-45C0-A9D5-FDBA9F19BEC5}" destId="{87C7798C-9491-47FB-96AF-447D1F8AA46C}" srcOrd="0" destOrd="0" presId="urn:microsoft.com/office/officeart/2018/5/layout/CenteredIconLabelDescriptionList"/>
    <dgm:cxn modelId="{EA7CE519-4CF8-4DD3-8D0A-6FD1975C8DB7}" type="presOf" srcId="{4F095604-1C77-4BF7-9E74-DFEB2C9D9136}" destId="{55B24D19-B10E-440C-B108-1B57E4488EF5}" srcOrd="0" destOrd="1" presId="urn:microsoft.com/office/officeart/2018/5/layout/CenteredIconLabelDescriptionList"/>
    <dgm:cxn modelId="{C1965E21-6EF9-4899-86DE-FCE169E0F3B4}" srcId="{5F161AD1-31CB-4F6A-97B0-2BF4EAA16885}" destId="{687FC55B-07F1-473D-8B8B-40263BECAA12}" srcOrd="2" destOrd="0" parTransId="{7A88D7E2-47B3-4B48-80A4-DFFC67CB0EE1}" sibTransId="{F9937ECB-C75D-477A-A15F-23682B215237}"/>
    <dgm:cxn modelId="{9FF04073-5C17-47BA-8E3F-9D4BAF346BF0}" type="presOf" srcId="{EF221B46-8260-45D4-8A2F-2A5D876FE75E}" destId="{55B24D19-B10E-440C-B108-1B57E4488EF5}" srcOrd="0" destOrd="2" presId="urn:microsoft.com/office/officeart/2018/5/layout/CenteredIconLabelDescriptionList"/>
    <dgm:cxn modelId="{C79C0A75-5777-4CBE-B1A6-FA4D1C9866F6}" type="presOf" srcId="{4280A6E6-BA4D-4777-8F66-2A9178FEE950}" destId="{C0201269-6906-4A3F-87EF-A387D5A6B8EF}" srcOrd="0" destOrd="0" presId="urn:microsoft.com/office/officeart/2018/5/layout/CenteredIconLabelDescriptionList"/>
    <dgm:cxn modelId="{4AB22358-F5EA-4596-A024-D538A49884B3}" srcId="{5F161AD1-31CB-4F6A-97B0-2BF4EAA16885}" destId="{4280A6E6-BA4D-4777-8F66-2A9178FEE950}" srcOrd="1" destOrd="0" parTransId="{CB919B5A-3D66-4B59-822B-A0B6820B319F}" sibTransId="{E182109F-E089-4535-8A08-746B1976E8AC}"/>
    <dgm:cxn modelId="{B8353498-A671-41D6-A671-FB1BDDC0D19E}" srcId="{96058884-3410-42F8-B490-F9CB62400959}" destId="{EF221B46-8260-45D4-8A2F-2A5D876FE75E}" srcOrd="2" destOrd="0" parTransId="{80BFBBDE-1FDC-46CB-A09E-E8C83902D7F2}" sibTransId="{1AF4617F-10E1-41CD-93AD-81BA5A4162FA}"/>
    <dgm:cxn modelId="{5B9E68A6-85B3-42E7-B2DC-EDB3D7DD61F7}" type="presOf" srcId="{EF4EA46C-4691-4E89-8D46-5E640EFE655F}" destId="{55B24D19-B10E-440C-B108-1B57E4488EF5}" srcOrd="0" destOrd="0" presId="urn:microsoft.com/office/officeart/2018/5/layout/CenteredIconLabelDescriptionList"/>
    <dgm:cxn modelId="{0C2371AA-6621-4D19-A902-A96009502155}" srcId="{4280A6E6-BA4D-4777-8F66-2A9178FEE950}" destId="{212CC2B5-0568-45C0-A9D5-FDBA9F19BEC5}" srcOrd="0" destOrd="0" parTransId="{4C25B656-922E-4857-8BAE-0FD2B562547E}" sibTransId="{467BA65E-2B60-4B55-906B-25BC8B8009F3}"/>
    <dgm:cxn modelId="{9497D1B7-4A94-474E-B241-02495015BF41}" srcId="{96058884-3410-42F8-B490-F9CB62400959}" destId="{4F095604-1C77-4BF7-9E74-DFEB2C9D9136}" srcOrd="1" destOrd="0" parTransId="{2EE17765-DF09-4BEC-8C32-C4866190E462}" sibTransId="{2825E0B1-B91A-41F3-B78D-2197995284E5}"/>
    <dgm:cxn modelId="{C13F65B8-61E7-4026-98D2-06F817892BF0}" srcId="{96058884-3410-42F8-B490-F9CB62400959}" destId="{EF4EA46C-4691-4E89-8D46-5E640EFE655F}" srcOrd="0" destOrd="0" parTransId="{34F14C35-F559-4552-94CC-F087C2EB4E42}" sibTransId="{F1D1784C-8AAD-4AD2-B9D9-9CB3AF1E7447}"/>
    <dgm:cxn modelId="{85FFB7DF-E3F6-4B45-A437-57E00368CBAE}" type="presOf" srcId="{1CBDD119-D711-4DE8-AD6C-3D196A222F16}" destId="{28D4599C-4634-4740-B83F-611D76725276}" srcOrd="0" destOrd="0" presId="urn:microsoft.com/office/officeart/2018/5/layout/CenteredIconLabelDescriptionList"/>
    <dgm:cxn modelId="{4758B1E8-6D2E-4F85-BF4E-767CD910CA96}" srcId="{687FC55B-07F1-473D-8B8B-40263BECAA12}" destId="{1CBDD119-D711-4DE8-AD6C-3D196A222F16}" srcOrd="0" destOrd="0" parTransId="{E81B2659-675B-433A-8E37-C19E04B65ACB}" sibTransId="{6BA9584C-83E1-4ADA-B6CC-856F3031EC04}"/>
    <dgm:cxn modelId="{F73417F3-0997-4029-87FD-33C5D9ABB77B}" type="presOf" srcId="{687FC55B-07F1-473D-8B8B-40263BECAA12}" destId="{4062D238-A4CA-4BF2-AB56-BA338741CC08}" srcOrd="0" destOrd="0" presId="urn:microsoft.com/office/officeart/2018/5/layout/CenteredIconLabelDescriptionList"/>
    <dgm:cxn modelId="{86B9F6FB-F597-4EB6-9AE0-082B3AEF7942}" type="presOf" srcId="{96058884-3410-42F8-B490-F9CB62400959}" destId="{F7B3E633-52F8-4BB8-8326-EEAEEADDB876}" srcOrd="0" destOrd="0" presId="urn:microsoft.com/office/officeart/2018/5/layout/CenteredIconLabelDescriptionList"/>
    <dgm:cxn modelId="{1A81085B-F7C9-4F79-8FFE-145414556FBC}" type="presParOf" srcId="{1B728B01-712C-417E-899F-78D586ED7357}" destId="{24D5A9DB-9D3D-40BB-97CB-F9C8BECBFBEF}" srcOrd="0" destOrd="0" presId="urn:microsoft.com/office/officeart/2018/5/layout/CenteredIconLabelDescriptionList"/>
    <dgm:cxn modelId="{E0D87FD8-6578-44EA-A130-BDC65972C849}" type="presParOf" srcId="{24D5A9DB-9D3D-40BB-97CB-F9C8BECBFBEF}" destId="{B704FB4A-AFA5-4CEC-BDA6-8FB2F2971906}" srcOrd="0" destOrd="0" presId="urn:microsoft.com/office/officeart/2018/5/layout/CenteredIconLabelDescriptionList"/>
    <dgm:cxn modelId="{34205EA7-6372-489F-B832-AA96D117B6A4}" type="presParOf" srcId="{24D5A9DB-9D3D-40BB-97CB-F9C8BECBFBEF}" destId="{3CC64C55-4BFF-4E5F-A2D1-7F706189B91D}" srcOrd="1" destOrd="0" presId="urn:microsoft.com/office/officeart/2018/5/layout/CenteredIconLabelDescriptionList"/>
    <dgm:cxn modelId="{99CA8535-4AA4-4DFA-90E3-621F47524AF4}" type="presParOf" srcId="{24D5A9DB-9D3D-40BB-97CB-F9C8BECBFBEF}" destId="{F7B3E633-52F8-4BB8-8326-EEAEEADDB876}" srcOrd="2" destOrd="0" presId="urn:microsoft.com/office/officeart/2018/5/layout/CenteredIconLabelDescriptionList"/>
    <dgm:cxn modelId="{C8A5192C-A799-4811-8A43-4195730BAFA1}" type="presParOf" srcId="{24D5A9DB-9D3D-40BB-97CB-F9C8BECBFBEF}" destId="{6DC3637D-99A6-4948-9277-6DC0417EEBB2}" srcOrd="3" destOrd="0" presId="urn:microsoft.com/office/officeart/2018/5/layout/CenteredIconLabelDescriptionList"/>
    <dgm:cxn modelId="{6050A681-C2E9-4F08-A906-F149D92E825C}" type="presParOf" srcId="{24D5A9DB-9D3D-40BB-97CB-F9C8BECBFBEF}" destId="{55B24D19-B10E-440C-B108-1B57E4488EF5}" srcOrd="4" destOrd="0" presId="urn:microsoft.com/office/officeart/2018/5/layout/CenteredIconLabelDescriptionList"/>
    <dgm:cxn modelId="{7667A11F-BB14-4E0B-B9F4-80229FBDBD18}" type="presParOf" srcId="{1B728B01-712C-417E-899F-78D586ED7357}" destId="{B9007371-2130-418F-AD66-B486093D3A07}" srcOrd="1" destOrd="0" presId="urn:microsoft.com/office/officeart/2018/5/layout/CenteredIconLabelDescriptionList"/>
    <dgm:cxn modelId="{B22A20E9-FE52-4DE2-B70F-C03BDDD84CF2}" type="presParOf" srcId="{1B728B01-712C-417E-899F-78D586ED7357}" destId="{B8045BAB-DC0E-4D21-90E3-553DEFBAE865}" srcOrd="2" destOrd="0" presId="urn:microsoft.com/office/officeart/2018/5/layout/CenteredIconLabelDescriptionList"/>
    <dgm:cxn modelId="{36D85A95-8FD7-4F6F-9BB0-A5024463E8E2}" type="presParOf" srcId="{B8045BAB-DC0E-4D21-90E3-553DEFBAE865}" destId="{68D7AC23-AF76-4E02-9719-CB0E0CA4479D}" srcOrd="0" destOrd="0" presId="urn:microsoft.com/office/officeart/2018/5/layout/CenteredIconLabelDescriptionList"/>
    <dgm:cxn modelId="{5F859FB3-2CC0-4303-8948-375BAFF34335}" type="presParOf" srcId="{B8045BAB-DC0E-4D21-90E3-553DEFBAE865}" destId="{2EA28A34-0732-4456-AF62-9902DA90ECE1}" srcOrd="1" destOrd="0" presId="urn:microsoft.com/office/officeart/2018/5/layout/CenteredIconLabelDescriptionList"/>
    <dgm:cxn modelId="{4F39A709-3277-4A86-BBCE-2BAEE93ED25C}" type="presParOf" srcId="{B8045BAB-DC0E-4D21-90E3-553DEFBAE865}" destId="{C0201269-6906-4A3F-87EF-A387D5A6B8EF}" srcOrd="2" destOrd="0" presId="urn:microsoft.com/office/officeart/2018/5/layout/CenteredIconLabelDescriptionList"/>
    <dgm:cxn modelId="{01309116-8103-4C8D-A945-795BE9D03843}" type="presParOf" srcId="{B8045BAB-DC0E-4D21-90E3-553DEFBAE865}" destId="{A55D157B-35EA-46AA-960E-19511E561D76}" srcOrd="3" destOrd="0" presId="urn:microsoft.com/office/officeart/2018/5/layout/CenteredIconLabelDescriptionList"/>
    <dgm:cxn modelId="{6A4C230D-694F-49C6-8839-69FB00CD0929}" type="presParOf" srcId="{B8045BAB-DC0E-4D21-90E3-553DEFBAE865}" destId="{87C7798C-9491-47FB-96AF-447D1F8AA46C}" srcOrd="4" destOrd="0" presId="urn:microsoft.com/office/officeart/2018/5/layout/CenteredIconLabelDescriptionList"/>
    <dgm:cxn modelId="{8B347B0E-8EAE-433E-84AE-3C3F2E2E033D}" type="presParOf" srcId="{1B728B01-712C-417E-899F-78D586ED7357}" destId="{07400341-6348-415C-A368-02B3A3395A8D}" srcOrd="3" destOrd="0" presId="urn:microsoft.com/office/officeart/2018/5/layout/CenteredIconLabelDescriptionList"/>
    <dgm:cxn modelId="{25D0AC61-FF47-472C-AB14-8A8D924BD379}" type="presParOf" srcId="{1B728B01-712C-417E-899F-78D586ED7357}" destId="{BA16539C-EA15-4D50-9FAA-B2A00AB9AC28}" srcOrd="4" destOrd="0" presId="urn:microsoft.com/office/officeart/2018/5/layout/CenteredIconLabelDescriptionList"/>
    <dgm:cxn modelId="{1B9D1350-87C5-405C-8D3D-A21A5F522452}" type="presParOf" srcId="{BA16539C-EA15-4D50-9FAA-B2A00AB9AC28}" destId="{51CB2870-06C8-4736-B2CD-EF24D41CE52B}" srcOrd="0" destOrd="0" presId="urn:microsoft.com/office/officeart/2018/5/layout/CenteredIconLabelDescriptionList"/>
    <dgm:cxn modelId="{8D145725-60D6-490E-BC9A-E67E129D511D}" type="presParOf" srcId="{BA16539C-EA15-4D50-9FAA-B2A00AB9AC28}" destId="{39DC7E89-A00F-41C0-BBE3-22FBA3526286}" srcOrd="1" destOrd="0" presId="urn:microsoft.com/office/officeart/2018/5/layout/CenteredIconLabelDescriptionList"/>
    <dgm:cxn modelId="{2E2C7F37-0961-4E74-8EEC-5B36E40DFEC0}" type="presParOf" srcId="{BA16539C-EA15-4D50-9FAA-B2A00AB9AC28}" destId="{4062D238-A4CA-4BF2-AB56-BA338741CC08}" srcOrd="2" destOrd="0" presId="urn:microsoft.com/office/officeart/2018/5/layout/CenteredIconLabelDescriptionList"/>
    <dgm:cxn modelId="{36A1B9F4-8880-4CC2-9FE0-0943637ABD32}" type="presParOf" srcId="{BA16539C-EA15-4D50-9FAA-B2A00AB9AC28}" destId="{07585DBC-484A-45A2-A301-91529ADE2FEC}" srcOrd="3" destOrd="0" presId="urn:microsoft.com/office/officeart/2018/5/layout/CenteredIconLabelDescriptionList"/>
    <dgm:cxn modelId="{5C83EDC7-C4D7-4DFE-98CF-C72A4C8312BA}" type="presParOf" srcId="{BA16539C-EA15-4D50-9FAA-B2A00AB9AC28}" destId="{28D4599C-4634-4740-B83F-611D76725276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65C25ED5-6B83-47A1-BEE6-7959BD1830AA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7C303C2-023E-4FA7-893D-1022CDB3074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JUnit – Unit Test</a:t>
          </a:r>
        </a:p>
      </dgm:t>
    </dgm:pt>
    <dgm:pt modelId="{8B621F47-ABBF-4A42-8B0A-F888B72795F6}" type="parTrans" cxnId="{DE21363A-B80E-43AD-B0B3-01BCD876D6E6}">
      <dgm:prSet/>
      <dgm:spPr/>
      <dgm:t>
        <a:bodyPr/>
        <a:lstStyle/>
        <a:p>
          <a:endParaRPr lang="en-US"/>
        </a:p>
      </dgm:t>
    </dgm:pt>
    <dgm:pt modelId="{BD920C3F-1A53-4363-A47C-24CA84AB6260}" type="sibTrans" cxnId="{DE21363A-B80E-43AD-B0B3-01BCD876D6E6}">
      <dgm:prSet/>
      <dgm:spPr/>
      <dgm:t>
        <a:bodyPr/>
        <a:lstStyle/>
        <a:p>
          <a:endParaRPr lang="en-US"/>
        </a:p>
      </dgm:t>
    </dgm:pt>
    <dgm:pt modelId="{5612545D-292A-4346-AD7C-0AAF92867F5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 err="1"/>
            <a:t>SpringBootTest</a:t>
          </a:r>
          <a:r>
            <a:rPr lang="en-US" dirty="0"/>
            <a:t> – Integration Test</a:t>
          </a:r>
        </a:p>
      </dgm:t>
    </dgm:pt>
    <dgm:pt modelId="{66910DDC-260C-4546-A32F-ABCFE5BBBDAE}" type="parTrans" cxnId="{BD0B0171-C924-4499-A53A-5452C4986E8E}">
      <dgm:prSet/>
      <dgm:spPr/>
      <dgm:t>
        <a:bodyPr/>
        <a:lstStyle/>
        <a:p>
          <a:endParaRPr lang="en-US"/>
        </a:p>
      </dgm:t>
    </dgm:pt>
    <dgm:pt modelId="{14606018-1AB6-4BE5-8C40-D26705833594}" type="sibTrans" cxnId="{BD0B0171-C924-4499-A53A-5452C4986E8E}">
      <dgm:prSet/>
      <dgm:spPr/>
      <dgm:t>
        <a:bodyPr/>
        <a:lstStyle/>
        <a:p>
          <a:endParaRPr lang="en-US"/>
        </a:p>
      </dgm:t>
    </dgm:pt>
    <dgm:pt modelId="{9B4243D1-AE3E-4709-96AF-7A21FD31F4E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Mockito – Mocking delle </a:t>
          </a:r>
          <a:r>
            <a:rPr lang="en-US" dirty="0" err="1"/>
            <a:t>dipendenze</a:t>
          </a:r>
          <a:endParaRPr lang="en-US" dirty="0"/>
        </a:p>
      </dgm:t>
    </dgm:pt>
    <dgm:pt modelId="{4A557B53-8D7E-4A31-84AD-D342FE6C5E0E}" type="parTrans" cxnId="{9641202F-2CBA-42F2-9F21-F43322045E2B}">
      <dgm:prSet/>
      <dgm:spPr/>
      <dgm:t>
        <a:bodyPr/>
        <a:lstStyle/>
        <a:p>
          <a:endParaRPr lang="en-US"/>
        </a:p>
      </dgm:t>
    </dgm:pt>
    <dgm:pt modelId="{C1882788-30F4-4860-9672-6791E7C39246}" type="sibTrans" cxnId="{9641202F-2CBA-42F2-9F21-F43322045E2B}">
      <dgm:prSet/>
      <dgm:spPr/>
      <dgm:t>
        <a:bodyPr/>
        <a:lstStyle/>
        <a:p>
          <a:endParaRPr lang="en-US"/>
        </a:p>
      </dgm:t>
    </dgm:pt>
    <dgm:pt modelId="{BF6CF3E6-36B1-43FB-AC05-BF3530ACEE94}" type="pres">
      <dgm:prSet presAssocID="{65C25ED5-6B83-47A1-BEE6-7959BD1830AA}" presName="root" presStyleCnt="0">
        <dgm:presLayoutVars>
          <dgm:dir/>
          <dgm:resizeHandles val="exact"/>
        </dgm:presLayoutVars>
      </dgm:prSet>
      <dgm:spPr/>
    </dgm:pt>
    <dgm:pt modelId="{11A5A1FF-0111-4123-8D69-AE597EFEF53C}" type="pres">
      <dgm:prSet presAssocID="{37C303C2-023E-4FA7-893D-1022CDB30742}" presName="compNode" presStyleCnt="0"/>
      <dgm:spPr/>
    </dgm:pt>
    <dgm:pt modelId="{00932DC2-577D-457E-A5B4-DEF9ED4A6F05}" type="pres">
      <dgm:prSet presAssocID="{37C303C2-023E-4FA7-893D-1022CDB30742}" presName="bgRect" presStyleLbl="bgShp" presStyleIdx="0" presStyleCnt="3"/>
      <dgm:spPr/>
    </dgm:pt>
    <dgm:pt modelId="{18ACEB8E-7422-4FD2-BA7F-E68B07CF0B09}" type="pres">
      <dgm:prSet presAssocID="{37C303C2-023E-4FA7-893D-1022CDB3074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lenco di controllo con riempimento a tinta unita"/>
        </a:ext>
      </dgm:extLst>
    </dgm:pt>
    <dgm:pt modelId="{3881FC0D-4EF6-4A71-B26F-44DD6B7BE2E5}" type="pres">
      <dgm:prSet presAssocID="{37C303C2-023E-4FA7-893D-1022CDB30742}" presName="spaceRect" presStyleCnt="0"/>
      <dgm:spPr/>
    </dgm:pt>
    <dgm:pt modelId="{999867ED-406A-422E-B008-1F03587E7AB7}" type="pres">
      <dgm:prSet presAssocID="{37C303C2-023E-4FA7-893D-1022CDB30742}" presName="parTx" presStyleLbl="revTx" presStyleIdx="0" presStyleCnt="3">
        <dgm:presLayoutVars>
          <dgm:chMax val="0"/>
          <dgm:chPref val="0"/>
        </dgm:presLayoutVars>
      </dgm:prSet>
      <dgm:spPr/>
    </dgm:pt>
    <dgm:pt modelId="{7090CE4D-C56D-4068-9E0D-853B67A03FE8}" type="pres">
      <dgm:prSet presAssocID="{BD920C3F-1A53-4363-A47C-24CA84AB6260}" presName="sibTrans" presStyleCnt="0"/>
      <dgm:spPr/>
    </dgm:pt>
    <dgm:pt modelId="{EA65E817-E67D-4399-9179-5F8100491E13}" type="pres">
      <dgm:prSet presAssocID="{5612545D-292A-4346-AD7C-0AAF92867F5B}" presName="compNode" presStyleCnt="0"/>
      <dgm:spPr/>
    </dgm:pt>
    <dgm:pt modelId="{FAB3CCD2-F088-44FF-BA3F-93C5458A08D0}" type="pres">
      <dgm:prSet presAssocID="{5612545D-292A-4346-AD7C-0AAF92867F5B}" presName="bgRect" presStyleLbl="bgShp" presStyleIdx="1" presStyleCnt="3"/>
      <dgm:spPr/>
    </dgm:pt>
    <dgm:pt modelId="{8A3E9603-83F2-401C-B14B-4305DCE69C07}" type="pres">
      <dgm:prSet presAssocID="{5612545D-292A-4346-AD7C-0AAF92867F5B}" presName="iconRect" presStyleLbl="node1" presStyleIdx="1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lenco di controllo con riempimento a tinta unita"/>
        </a:ext>
      </dgm:extLst>
    </dgm:pt>
    <dgm:pt modelId="{17E9A3D3-7A6C-4D78-9B80-C3376E095EF7}" type="pres">
      <dgm:prSet presAssocID="{5612545D-292A-4346-AD7C-0AAF92867F5B}" presName="spaceRect" presStyleCnt="0"/>
      <dgm:spPr/>
    </dgm:pt>
    <dgm:pt modelId="{B66F5F8B-66EA-40C3-8183-18905DFC699B}" type="pres">
      <dgm:prSet presAssocID="{5612545D-292A-4346-AD7C-0AAF92867F5B}" presName="parTx" presStyleLbl="revTx" presStyleIdx="1" presStyleCnt="3">
        <dgm:presLayoutVars>
          <dgm:chMax val="0"/>
          <dgm:chPref val="0"/>
        </dgm:presLayoutVars>
      </dgm:prSet>
      <dgm:spPr/>
    </dgm:pt>
    <dgm:pt modelId="{762A697F-71C8-40BB-BEA4-38240969FAE9}" type="pres">
      <dgm:prSet presAssocID="{14606018-1AB6-4BE5-8C40-D26705833594}" presName="sibTrans" presStyleCnt="0"/>
      <dgm:spPr/>
    </dgm:pt>
    <dgm:pt modelId="{BCAE8100-A76A-4719-A091-0C07033E0FDD}" type="pres">
      <dgm:prSet presAssocID="{9B4243D1-AE3E-4709-96AF-7A21FD31F4E8}" presName="compNode" presStyleCnt="0"/>
      <dgm:spPr/>
    </dgm:pt>
    <dgm:pt modelId="{80A52C75-7589-4AC4-AA75-CB79F1811529}" type="pres">
      <dgm:prSet presAssocID="{9B4243D1-AE3E-4709-96AF-7A21FD31F4E8}" presName="bgRect" presStyleLbl="bgShp" presStyleIdx="2" presStyleCnt="3" custLinFactNeighborX="16" custLinFactNeighborY="-1960"/>
      <dgm:spPr/>
    </dgm:pt>
    <dgm:pt modelId="{140B89F6-723A-4AD1-903C-F38C45D56429}" type="pres">
      <dgm:prSet presAssocID="{9B4243D1-AE3E-4709-96AF-7A21FD31F4E8}" presName="iconRect" presStyleLbl="node1" presStyleIdx="2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lenco di controllo con riempimento a tinta unita"/>
        </a:ext>
      </dgm:extLst>
    </dgm:pt>
    <dgm:pt modelId="{8F73B1D1-A119-4819-87A7-2D8F2C93AFDF}" type="pres">
      <dgm:prSet presAssocID="{9B4243D1-AE3E-4709-96AF-7A21FD31F4E8}" presName="spaceRect" presStyleCnt="0"/>
      <dgm:spPr/>
    </dgm:pt>
    <dgm:pt modelId="{3134A883-A0CC-4787-B3D1-5514DAEAE153}" type="pres">
      <dgm:prSet presAssocID="{9B4243D1-AE3E-4709-96AF-7A21FD31F4E8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9641202F-2CBA-42F2-9F21-F43322045E2B}" srcId="{65C25ED5-6B83-47A1-BEE6-7959BD1830AA}" destId="{9B4243D1-AE3E-4709-96AF-7A21FD31F4E8}" srcOrd="2" destOrd="0" parTransId="{4A557B53-8D7E-4A31-84AD-D342FE6C5E0E}" sibTransId="{C1882788-30F4-4860-9672-6791E7C39246}"/>
    <dgm:cxn modelId="{CCFC4934-6391-4120-9FF2-F3A0F05EBBA1}" type="presOf" srcId="{37C303C2-023E-4FA7-893D-1022CDB30742}" destId="{999867ED-406A-422E-B008-1F03587E7AB7}" srcOrd="0" destOrd="0" presId="urn:microsoft.com/office/officeart/2018/2/layout/IconVerticalSolidList"/>
    <dgm:cxn modelId="{DE21363A-B80E-43AD-B0B3-01BCD876D6E6}" srcId="{65C25ED5-6B83-47A1-BEE6-7959BD1830AA}" destId="{37C303C2-023E-4FA7-893D-1022CDB30742}" srcOrd="0" destOrd="0" parTransId="{8B621F47-ABBF-4A42-8B0A-F888B72795F6}" sibTransId="{BD920C3F-1A53-4363-A47C-24CA84AB6260}"/>
    <dgm:cxn modelId="{0370B943-BD95-402C-B6E9-C57B467FCB9C}" type="presOf" srcId="{5612545D-292A-4346-AD7C-0AAF92867F5B}" destId="{B66F5F8B-66EA-40C3-8183-18905DFC699B}" srcOrd="0" destOrd="0" presId="urn:microsoft.com/office/officeart/2018/2/layout/IconVerticalSolidList"/>
    <dgm:cxn modelId="{BD0B0171-C924-4499-A53A-5452C4986E8E}" srcId="{65C25ED5-6B83-47A1-BEE6-7959BD1830AA}" destId="{5612545D-292A-4346-AD7C-0AAF92867F5B}" srcOrd="1" destOrd="0" parTransId="{66910DDC-260C-4546-A32F-ABCFE5BBBDAE}" sibTransId="{14606018-1AB6-4BE5-8C40-D26705833594}"/>
    <dgm:cxn modelId="{F1A18678-7D93-4961-B589-1C54F4AD7C7B}" type="presOf" srcId="{65C25ED5-6B83-47A1-BEE6-7959BD1830AA}" destId="{BF6CF3E6-36B1-43FB-AC05-BF3530ACEE94}" srcOrd="0" destOrd="0" presId="urn:microsoft.com/office/officeart/2018/2/layout/IconVerticalSolidList"/>
    <dgm:cxn modelId="{6AE033A8-B2DF-4E7B-9CB1-FB4870414E23}" type="presOf" srcId="{9B4243D1-AE3E-4709-96AF-7A21FD31F4E8}" destId="{3134A883-A0CC-4787-B3D1-5514DAEAE153}" srcOrd="0" destOrd="0" presId="urn:microsoft.com/office/officeart/2018/2/layout/IconVerticalSolidList"/>
    <dgm:cxn modelId="{67927EFA-7E12-4753-ABF8-61C06520A740}" type="presParOf" srcId="{BF6CF3E6-36B1-43FB-AC05-BF3530ACEE94}" destId="{11A5A1FF-0111-4123-8D69-AE597EFEF53C}" srcOrd="0" destOrd="0" presId="urn:microsoft.com/office/officeart/2018/2/layout/IconVerticalSolidList"/>
    <dgm:cxn modelId="{F5961385-3DAA-46BD-BD92-BA4003ACEF42}" type="presParOf" srcId="{11A5A1FF-0111-4123-8D69-AE597EFEF53C}" destId="{00932DC2-577D-457E-A5B4-DEF9ED4A6F05}" srcOrd="0" destOrd="0" presId="urn:microsoft.com/office/officeart/2018/2/layout/IconVerticalSolidList"/>
    <dgm:cxn modelId="{A02B7710-1B46-4A45-AF2E-4D65CF9D3566}" type="presParOf" srcId="{11A5A1FF-0111-4123-8D69-AE597EFEF53C}" destId="{18ACEB8E-7422-4FD2-BA7F-E68B07CF0B09}" srcOrd="1" destOrd="0" presId="urn:microsoft.com/office/officeart/2018/2/layout/IconVerticalSolidList"/>
    <dgm:cxn modelId="{C0310DF7-1A11-4D2F-8E29-265088A9D6FB}" type="presParOf" srcId="{11A5A1FF-0111-4123-8D69-AE597EFEF53C}" destId="{3881FC0D-4EF6-4A71-B26F-44DD6B7BE2E5}" srcOrd="2" destOrd="0" presId="urn:microsoft.com/office/officeart/2018/2/layout/IconVerticalSolidList"/>
    <dgm:cxn modelId="{02248EEF-40D1-4902-803A-8E2BFF7DF948}" type="presParOf" srcId="{11A5A1FF-0111-4123-8D69-AE597EFEF53C}" destId="{999867ED-406A-422E-B008-1F03587E7AB7}" srcOrd="3" destOrd="0" presId="urn:microsoft.com/office/officeart/2018/2/layout/IconVerticalSolidList"/>
    <dgm:cxn modelId="{6867891C-60CE-446C-A44F-209F1AA786D1}" type="presParOf" srcId="{BF6CF3E6-36B1-43FB-AC05-BF3530ACEE94}" destId="{7090CE4D-C56D-4068-9E0D-853B67A03FE8}" srcOrd="1" destOrd="0" presId="urn:microsoft.com/office/officeart/2018/2/layout/IconVerticalSolidList"/>
    <dgm:cxn modelId="{FEBC87F6-070F-49E7-8FE4-A3D37C8F3261}" type="presParOf" srcId="{BF6CF3E6-36B1-43FB-AC05-BF3530ACEE94}" destId="{EA65E817-E67D-4399-9179-5F8100491E13}" srcOrd="2" destOrd="0" presId="urn:microsoft.com/office/officeart/2018/2/layout/IconVerticalSolidList"/>
    <dgm:cxn modelId="{6105CC84-4343-49CF-8E87-4E62827B1383}" type="presParOf" srcId="{EA65E817-E67D-4399-9179-5F8100491E13}" destId="{FAB3CCD2-F088-44FF-BA3F-93C5458A08D0}" srcOrd="0" destOrd="0" presId="urn:microsoft.com/office/officeart/2018/2/layout/IconVerticalSolidList"/>
    <dgm:cxn modelId="{263B1323-4178-4041-9789-9F6A6B511DFD}" type="presParOf" srcId="{EA65E817-E67D-4399-9179-5F8100491E13}" destId="{8A3E9603-83F2-401C-B14B-4305DCE69C07}" srcOrd="1" destOrd="0" presId="urn:microsoft.com/office/officeart/2018/2/layout/IconVerticalSolidList"/>
    <dgm:cxn modelId="{A1E7611A-6FB4-4E70-80FA-9637CBE58337}" type="presParOf" srcId="{EA65E817-E67D-4399-9179-5F8100491E13}" destId="{17E9A3D3-7A6C-4D78-9B80-C3376E095EF7}" srcOrd="2" destOrd="0" presId="urn:microsoft.com/office/officeart/2018/2/layout/IconVerticalSolidList"/>
    <dgm:cxn modelId="{B938BF32-1ED3-4AE6-B6D7-BA707743D891}" type="presParOf" srcId="{EA65E817-E67D-4399-9179-5F8100491E13}" destId="{B66F5F8B-66EA-40C3-8183-18905DFC699B}" srcOrd="3" destOrd="0" presId="urn:microsoft.com/office/officeart/2018/2/layout/IconVerticalSolidList"/>
    <dgm:cxn modelId="{6B25970D-A55E-4D39-A1F5-887711B330E4}" type="presParOf" srcId="{BF6CF3E6-36B1-43FB-AC05-BF3530ACEE94}" destId="{762A697F-71C8-40BB-BEA4-38240969FAE9}" srcOrd="3" destOrd="0" presId="urn:microsoft.com/office/officeart/2018/2/layout/IconVerticalSolidList"/>
    <dgm:cxn modelId="{DD95BBA7-A4C0-4C96-9544-635C4E32FB2E}" type="presParOf" srcId="{BF6CF3E6-36B1-43FB-AC05-BF3530ACEE94}" destId="{BCAE8100-A76A-4719-A091-0C07033E0FDD}" srcOrd="4" destOrd="0" presId="urn:microsoft.com/office/officeart/2018/2/layout/IconVerticalSolidList"/>
    <dgm:cxn modelId="{EFAE4771-B842-4211-A59B-D0C7153A1D6E}" type="presParOf" srcId="{BCAE8100-A76A-4719-A091-0C07033E0FDD}" destId="{80A52C75-7589-4AC4-AA75-CB79F1811529}" srcOrd="0" destOrd="0" presId="urn:microsoft.com/office/officeart/2018/2/layout/IconVerticalSolidList"/>
    <dgm:cxn modelId="{D3643B57-2C1A-4348-AC85-64868A60FC9D}" type="presParOf" srcId="{BCAE8100-A76A-4719-A091-0C07033E0FDD}" destId="{140B89F6-723A-4AD1-903C-F38C45D56429}" srcOrd="1" destOrd="0" presId="urn:microsoft.com/office/officeart/2018/2/layout/IconVerticalSolidList"/>
    <dgm:cxn modelId="{7559D70A-01BF-4223-98D7-1F4181001A04}" type="presParOf" srcId="{BCAE8100-A76A-4719-A091-0C07033E0FDD}" destId="{8F73B1D1-A119-4819-87A7-2D8F2C93AFDF}" srcOrd="2" destOrd="0" presId="urn:microsoft.com/office/officeart/2018/2/layout/IconVerticalSolidList"/>
    <dgm:cxn modelId="{F6500CCB-9FFD-44C6-AE70-FA6308D4DCFC}" type="presParOf" srcId="{BCAE8100-A76A-4719-A091-0C07033E0FDD}" destId="{3134A883-A0CC-4787-B3D1-5514DAEAE15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5028C78A-63F8-4470-ADF6-FC56FBDEF54D}" type="doc">
      <dgm:prSet loTypeId="urn:microsoft.com/office/officeart/2005/8/layout/matrix3" loCatId="matrix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94993F8B-2D49-471E-A32B-DF099226FB84}">
      <dgm:prSet/>
      <dgm:spPr/>
      <dgm:t>
        <a:bodyPr/>
        <a:lstStyle/>
        <a:p>
          <a:r>
            <a:rPr lang="en-US" dirty="0"/>
            <a:t>✔ Code Coverage </a:t>
          </a:r>
          <a:r>
            <a:rPr lang="en-US" dirty="0" err="1"/>
            <a:t>complessiva</a:t>
          </a:r>
          <a:r>
            <a:rPr lang="en-US" dirty="0"/>
            <a:t>: </a:t>
          </a:r>
          <a:r>
            <a:rPr lang="en-US" b="1" i="1" dirty="0"/>
            <a:t>82,3%</a:t>
          </a:r>
        </a:p>
      </dgm:t>
    </dgm:pt>
    <dgm:pt modelId="{44088339-D9C1-4CCB-A5B7-66605A119ECA}" type="parTrans" cxnId="{2F1E5BFA-E3DE-40F9-A974-BBD4F9774E58}">
      <dgm:prSet/>
      <dgm:spPr/>
      <dgm:t>
        <a:bodyPr/>
        <a:lstStyle/>
        <a:p>
          <a:endParaRPr lang="en-US"/>
        </a:p>
      </dgm:t>
    </dgm:pt>
    <dgm:pt modelId="{F30AABCA-9B0C-4324-997A-BDF814C45A1D}" type="sibTrans" cxnId="{2F1E5BFA-E3DE-40F9-A974-BBD4F9774E58}">
      <dgm:prSet/>
      <dgm:spPr/>
      <dgm:t>
        <a:bodyPr/>
        <a:lstStyle/>
        <a:p>
          <a:endParaRPr lang="en-US"/>
        </a:p>
      </dgm:t>
    </dgm:pt>
    <dgm:pt modelId="{7F5F0AFF-9369-47D4-AB89-844107BDAD3F}">
      <dgm:prSet/>
      <dgm:spPr/>
      <dgm:t>
        <a:bodyPr/>
        <a:lstStyle/>
        <a:p>
          <a:r>
            <a:rPr lang="en-US" dirty="0"/>
            <a:t>✔ </a:t>
          </a:r>
          <a:r>
            <a:rPr lang="en-US" b="1" i="1" dirty="0"/>
            <a:t>16.597 </a:t>
          </a:r>
          <a:r>
            <a:rPr lang="en-US" dirty="0" err="1"/>
            <a:t>istruzioni</a:t>
          </a:r>
          <a:r>
            <a:rPr lang="en-US" dirty="0"/>
            <a:t> </a:t>
          </a:r>
          <a:r>
            <a:rPr lang="en-US" dirty="0" err="1"/>
            <a:t>coperte</a:t>
          </a:r>
          <a:r>
            <a:rPr lang="en-US" dirty="0"/>
            <a:t> </a:t>
          </a:r>
          <a:r>
            <a:rPr lang="en-US" dirty="0" err="1"/>
            <a:t>su</a:t>
          </a:r>
          <a:r>
            <a:rPr lang="en-US" dirty="0"/>
            <a:t> </a:t>
          </a:r>
          <a:r>
            <a:rPr lang="en-US" u="sng" dirty="0"/>
            <a:t>20.160</a:t>
          </a:r>
        </a:p>
      </dgm:t>
    </dgm:pt>
    <dgm:pt modelId="{471F1E9A-17EB-421D-96C8-E4CCC71225BD}" type="parTrans" cxnId="{6544BAE3-CC47-404B-9638-F9475C761E06}">
      <dgm:prSet/>
      <dgm:spPr/>
      <dgm:t>
        <a:bodyPr/>
        <a:lstStyle/>
        <a:p>
          <a:endParaRPr lang="en-US"/>
        </a:p>
      </dgm:t>
    </dgm:pt>
    <dgm:pt modelId="{64119740-3B9B-4BCF-BEDF-C15423B45D7B}" type="sibTrans" cxnId="{6544BAE3-CC47-404B-9638-F9475C761E06}">
      <dgm:prSet/>
      <dgm:spPr/>
      <dgm:t>
        <a:bodyPr/>
        <a:lstStyle/>
        <a:p>
          <a:endParaRPr lang="en-US"/>
        </a:p>
      </dgm:t>
    </dgm:pt>
    <dgm:pt modelId="{C54D0C48-87EE-438C-B54B-C9CF5F8ED344}">
      <dgm:prSet/>
      <dgm:spPr/>
      <dgm:t>
        <a:bodyPr/>
        <a:lstStyle/>
        <a:p>
          <a:r>
            <a:rPr lang="en-US" dirty="0"/>
            <a:t>✔ Test </a:t>
          </a:r>
          <a:r>
            <a:rPr lang="en-US" dirty="0" err="1"/>
            <a:t>distribuiti</a:t>
          </a:r>
          <a:r>
            <a:rPr lang="en-US" dirty="0"/>
            <a:t> </a:t>
          </a:r>
          <a:r>
            <a:rPr lang="en-US" dirty="0" err="1"/>
            <a:t>su</a:t>
          </a:r>
          <a:r>
            <a:rPr lang="en-US" dirty="0"/>
            <a:t> </a:t>
          </a:r>
          <a:r>
            <a:rPr lang="en-US" dirty="0" err="1"/>
            <a:t>più</a:t>
          </a:r>
          <a:r>
            <a:rPr lang="en-US" dirty="0"/>
            <a:t> layer</a:t>
          </a:r>
        </a:p>
      </dgm:t>
    </dgm:pt>
    <dgm:pt modelId="{8A301A2A-6EED-4736-B046-3B456FD23730}" type="parTrans" cxnId="{478FBAE8-463A-477E-9782-5BEE30CFBDE7}">
      <dgm:prSet/>
      <dgm:spPr/>
      <dgm:t>
        <a:bodyPr/>
        <a:lstStyle/>
        <a:p>
          <a:endParaRPr lang="en-US"/>
        </a:p>
      </dgm:t>
    </dgm:pt>
    <dgm:pt modelId="{01E01443-548C-454D-9E1E-0EAE25D15817}" type="sibTrans" cxnId="{478FBAE8-463A-477E-9782-5BEE30CFBDE7}">
      <dgm:prSet/>
      <dgm:spPr/>
      <dgm:t>
        <a:bodyPr/>
        <a:lstStyle/>
        <a:p>
          <a:endParaRPr lang="en-US"/>
        </a:p>
      </dgm:t>
    </dgm:pt>
    <dgm:pt modelId="{DA0536F2-018F-48A3-BDF9-B3791A18856A}">
      <dgm:prSet/>
      <dgm:spPr/>
      <dgm:t>
        <a:bodyPr/>
        <a:lstStyle/>
        <a:p>
          <a:r>
            <a:rPr lang="en-US"/>
            <a:t>✔ Stabilità garantita sulle parti core</a:t>
          </a:r>
        </a:p>
      </dgm:t>
    </dgm:pt>
    <dgm:pt modelId="{C9A0ED95-C432-4ECE-9CDC-6E876A25B1A7}" type="parTrans" cxnId="{271FB8FE-08F8-4EBA-A0F9-2D3D8FF5FEDC}">
      <dgm:prSet/>
      <dgm:spPr/>
      <dgm:t>
        <a:bodyPr/>
        <a:lstStyle/>
        <a:p>
          <a:endParaRPr lang="en-US"/>
        </a:p>
      </dgm:t>
    </dgm:pt>
    <dgm:pt modelId="{C4E337C7-A516-4442-BEF7-9020C0871E91}" type="sibTrans" cxnId="{271FB8FE-08F8-4EBA-A0F9-2D3D8FF5FEDC}">
      <dgm:prSet/>
      <dgm:spPr/>
      <dgm:t>
        <a:bodyPr/>
        <a:lstStyle/>
        <a:p>
          <a:endParaRPr lang="en-US"/>
        </a:p>
      </dgm:t>
    </dgm:pt>
    <dgm:pt modelId="{63DE6FBE-77B5-43EE-90BB-5279EB9F3918}" type="pres">
      <dgm:prSet presAssocID="{5028C78A-63F8-4470-ADF6-FC56FBDEF54D}" presName="matrix" presStyleCnt="0">
        <dgm:presLayoutVars>
          <dgm:chMax val="1"/>
          <dgm:dir/>
          <dgm:resizeHandles val="exact"/>
        </dgm:presLayoutVars>
      </dgm:prSet>
      <dgm:spPr/>
    </dgm:pt>
    <dgm:pt modelId="{B7062502-16FA-4B01-B069-061B8E313DF2}" type="pres">
      <dgm:prSet presAssocID="{5028C78A-63F8-4470-ADF6-FC56FBDEF54D}" presName="diamond" presStyleLbl="bgShp" presStyleIdx="0" presStyleCnt="1"/>
      <dgm:spPr/>
    </dgm:pt>
    <dgm:pt modelId="{C2CA53D7-DD6B-4975-8426-3C87104AE30D}" type="pres">
      <dgm:prSet presAssocID="{5028C78A-63F8-4470-ADF6-FC56FBDEF54D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5244FA40-D06A-4E9D-80BD-90A1AD6A8B11}" type="pres">
      <dgm:prSet presAssocID="{5028C78A-63F8-4470-ADF6-FC56FBDEF54D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F38FCDCD-6137-4A1D-B38C-040965961DD3}" type="pres">
      <dgm:prSet presAssocID="{5028C78A-63F8-4470-ADF6-FC56FBDEF54D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0FB68568-9D84-4196-AD55-328C4408D743}" type="pres">
      <dgm:prSet presAssocID="{5028C78A-63F8-4470-ADF6-FC56FBDEF54D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99B2B617-9250-4D6D-9811-B97241E255A2}" type="presOf" srcId="{DA0536F2-018F-48A3-BDF9-B3791A18856A}" destId="{0FB68568-9D84-4196-AD55-328C4408D743}" srcOrd="0" destOrd="0" presId="urn:microsoft.com/office/officeart/2005/8/layout/matrix3"/>
    <dgm:cxn modelId="{6D46B637-16DD-4942-A371-B793D2E63226}" type="presOf" srcId="{94993F8B-2D49-471E-A32B-DF099226FB84}" destId="{C2CA53D7-DD6B-4975-8426-3C87104AE30D}" srcOrd="0" destOrd="0" presId="urn:microsoft.com/office/officeart/2005/8/layout/matrix3"/>
    <dgm:cxn modelId="{D3B523BD-B331-40C0-BD76-FE352DC572D4}" type="presOf" srcId="{C54D0C48-87EE-438C-B54B-C9CF5F8ED344}" destId="{F38FCDCD-6137-4A1D-B38C-040965961DD3}" srcOrd="0" destOrd="0" presId="urn:microsoft.com/office/officeart/2005/8/layout/matrix3"/>
    <dgm:cxn modelId="{469FD2C3-7E75-4E5C-9D6C-015419F1E8A9}" type="presOf" srcId="{5028C78A-63F8-4470-ADF6-FC56FBDEF54D}" destId="{63DE6FBE-77B5-43EE-90BB-5279EB9F3918}" srcOrd="0" destOrd="0" presId="urn:microsoft.com/office/officeart/2005/8/layout/matrix3"/>
    <dgm:cxn modelId="{D44753D6-596D-4540-A17E-922E9C68D916}" type="presOf" srcId="{7F5F0AFF-9369-47D4-AB89-844107BDAD3F}" destId="{5244FA40-D06A-4E9D-80BD-90A1AD6A8B11}" srcOrd="0" destOrd="0" presId="urn:microsoft.com/office/officeart/2005/8/layout/matrix3"/>
    <dgm:cxn modelId="{6544BAE3-CC47-404B-9638-F9475C761E06}" srcId="{5028C78A-63F8-4470-ADF6-FC56FBDEF54D}" destId="{7F5F0AFF-9369-47D4-AB89-844107BDAD3F}" srcOrd="1" destOrd="0" parTransId="{471F1E9A-17EB-421D-96C8-E4CCC71225BD}" sibTransId="{64119740-3B9B-4BCF-BEDF-C15423B45D7B}"/>
    <dgm:cxn modelId="{478FBAE8-463A-477E-9782-5BEE30CFBDE7}" srcId="{5028C78A-63F8-4470-ADF6-FC56FBDEF54D}" destId="{C54D0C48-87EE-438C-B54B-C9CF5F8ED344}" srcOrd="2" destOrd="0" parTransId="{8A301A2A-6EED-4736-B046-3B456FD23730}" sibTransId="{01E01443-548C-454D-9E1E-0EAE25D15817}"/>
    <dgm:cxn modelId="{2F1E5BFA-E3DE-40F9-A974-BBD4F9774E58}" srcId="{5028C78A-63F8-4470-ADF6-FC56FBDEF54D}" destId="{94993F8B-2D49-471E-A32B-DF099226FB84}" srcOrd="0" destOrd="0" parTransId="{44088339-D9C1-4CCB-A5B7-66605A119ECA}" sibTransId="{F30AABCA-9B0C-4324-997A-BDF814C45A1D}"/>
    <dgm:cxn modelId="{271FB8FE-08F8-4EBA-A0F9-2D3D8FF5FEDC}" srcId="{5028C78A-63F8-4470-ADF6-FC56FBDEF54D}" destId="{DA0536F2-018F-48A3-BDF9-B3791A18856A}" srcOrd="3" destOrd="0" parTransId="{C9A0ED95-C432-4ECE-9CDC-6E876A25B1A7}" sibTransId="{C4E337C7-A516-4442-BEF7-9020C0871E91}"/>
    <dgm:cxn modelId="{009F2E57-596D-4BFB-B5A9-4BED46B3506B}" type="presParOf" srcId="{63DE6FBE-77B5-43EE-90BB-5279EB9F3918}" destId="{B7062502-16FA-4B01-B069-061B8E313DF2}" srcOrd="0" destOrd="0" presId="urn:microsoft.com/office/officeart/2005/8/layout/matrix3"/>
    <dgm:cxn modelId="{C09C75DE-B343-4C8B-BCA7-0DC53947F47B}" type="presParOf" srcId="{63DE6FBE-77B5-43EE-90BB-5279EB9F3918}" destId="{C2CA53D7-DD6B-4975-8426-3C87104AE30D}" srcOrd="1" destOrd="0" presId="urn:microsoft.com/office/officeart/2005/8/layout/matrix3"/>
    <dgm:cxn modelId="{ED740D2B-6698-40EB-BEEA-77516479A3C7}" type="presParOf" srcId="{63DE6FBE-77B5-43EE-90BB-5279EB9F3918}" destId="{5244FA40-D06A-4E9D-80BD-90A1AD6A8B11}" srcOrd="2" destOrd="0" presId="urn:microsoft.com/office/officeart/2005/8/layout/matrix3"/>
    <dgm:cxn modelId="{27CF8D2A-3D43-4ECD-AE3F-87C294F8022A}" type="presParOf" srcId="{63DE6FBE-77B5-43EE-90BB-5279EB9F3918}" destId="{F38FCDCD-6137-4A1D-B38C-040965961DD3}" srcOrd="3" destOrd="0" presId="urn:microsoft.com/office/officeart/2005/8/layout/matrix3"/>
    <dgm:cxn modelId="{7F6B288D-E828-469F-9ED1-20962FF389B5}" type="presParOf" srcId="{63DE6FBE-77B5-43EE-90BB-5279EB9F3918}" destId="{0FB68568-9D84-4196-AD55-328C4408D743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CAE14904-A269-46AC-84F1-6578725D6215}" type="doc">
      <dgm:prSet loTypeId="urn:microsoft.com/office/officeart/2018/2/layout/IconVerticalSolidList" loCatId="icon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FA9CB530-55D1-4C88-B786-AED54188489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 err="1"/>
            <a:t>Complessità</a:t>
          </a:r>
          <a:r>
            <a:rPr lang="en-US" dirty="0"/>
            <a:t> </a:t>
          </a:r>
          <a:r>
            <a:rPr lang="en-US" dirty="0" err="1"/>
            <a:t>crescente</a:t>
          </a:r>
          <a:r>
            <a:rPr lang="en-US" dirty="0"/>
            <a:t> </a:t>
          </a:r>
          <a:r>
            <a:rPr lang="en-US" dirty="0" err="1"/>
            <a:t>nella</a:t>
          </a:r>
          <a:r>
            <a:rPr lang="en-US" dirty="0"/>
            <a:t> </a:t>
          </a:r>
          <a:r>
            <a:rPr lang="en-US" dirty="0" err="1"/>
            <a:t>gestione</a:t>
          </a:r>
          <a:r>
            <a:rPr lang="en-US" dirty="0"/>
            <a:t> CSV</a:t>
          </a:r>
        </a:p>
      </dgm:t>
    </dgm:pt>
    <dgm:pt modelId="{9490D7D5-9926-4CC5-8042-A87215077AC0}" type="parTrans" cxnId="{FCCE056F-C2BE-478D-B802-90FFF228574A}">
      <dgm:prSet/>
      <dgm:spPr/>
      <dgm:t>
        <a:bodyPr/>
        <a:lstStyle/>
        <a:p>
          <a:endParaRPr lang="en-US"/>
        </a:p>
      </dgm:t>
    </dgm:pt>
    <dgm:pt modelId="{659BA824-20C5-4D95-BCA2-ADB2F7C0B180}" type="sibTrans" cxnId="{FCCE056F-C2BE-478D-B802-90FFF228574A}">
      <dgm:prSet/>
      <dgm:spPr/>
      <dgm:t>
        <a:bodyPr/>
        <a:lstStyle/>
        <a:p>
          <a:endParaRPr lang="en-US"/>
        </a:p>
      </dgm:t>
    </dgm:pt>
    <dgm:pt modelId="{F2354CAF-8929-439B-ADB3-6EA1C1DF0CB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Test </a:t>
          </a:r>
          <a:r>
            <a:rPr lang="en-US" dirty="0" err="1"/>
            <a:t>su</a:t>
          </a:r>
          <a:r>
            <a:rPr lang="en-US" dirty="0"/>
            <a:t> </a:t>
          </a:r>
          <a:r>
            <a:rPr lang="en-US" dirty="0" err="1"/>
            <a:t>logica</a:t>
          </a:r>
          <a:r>
            <a:rPr lang="en-US" dirty="0"/>
            <a:t> separata dal DB </a:t>
          </a:r>
          <a:r>
            <a:rPr lang="en-US" dirty="0" err="1"/>
            <a:t>più</a:t>
          </a:r>
          <a:r>
            <a:rPr lang="en-US" dirty="0"/>
            <a:t> </a:t>
          </a:r>
          <a:r>
            <a:rPr lang="en-US" dirty="0" err="1"/>
            <a:t>articolati</a:t>
          </a:r>
          <a:endParaRPr lang="en-US" dirty="0"/>
        </a:p>
      </dgm:t>
    </dgm:pt>
    <dgm:pt modelId="{8CDE29FA-81AE-43E9-94E7-6875B45FD760}" type="parTrans" cxnId="{4D54C368-9829-499A-80F2-38020209CA2B}">
      <dgm:prSet/>
      <dgm:spPr/>
      <dgm:t>
        <a:bodyPr/>
        <a:lstStyle/>
        <a:p>
          <a:endParaRPr lang="en-US"/>
        </a:p>
      </dgm:t>
    </dgm:pt>
    <dgm:pt modelId="{223DE37D-E046-48C0-BCCB-31228EA62069}" type="sibTrans" cxnId="{4D54C368-9829-499A-80F2-38020209CA2B}">
      <dgm:prSet/>
      <dgm:spPr/>
      <dgm:t>
        <a:bodyPr/>
        <a:lstStyle/>
        <a:p>
          <a:endParaRPr lang="en-US"/>
        </a:p>
      </dgm:t>
    </dgm:pt>
    <dgm:pt modelId="{4D7B1006-1A25-4EC9-93BF-98D9FFA4A27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GUI non testata (</a:t>
          </a:r>
          <a:r>
            <a:rPr lang="en-US" dirty="0" err="1"/>
            <a:t>vincoli</a:t>
          </a:r>
          <a:r>
            <a:rPr lang="en-US" dirty="0"/>
            <a:t> di tempo)</a:t>
          </a:r>
        </a:p>
      </dgm:t>
    </dgm:pt>
    <dgm:pt modelId="{06F27885-1167-4BC6-AA1E-40127D8FAAF4}" type="parTrans" cxnId="{2082AA57-969F-41E6-BE21-F07DDCDE234E}">
      <dgm:prSet/>
      <dgm:spPr/>
      <dgm:t>
        <a:bodyPr/>
        <a:lstStyle/>
        <a:p>
          <a:endParaRPr lang="en-US"/>
        </a:p>
      </dgm:t>
    </dgm:pt>
    <dgm:pt modelId="{569487DF-29AD-4E19-8FBD-1649714B59AB}" type="sibTrans" cxnId="{2082AA57-969F-41E6-BE21-F07DDCDE234E}">
      <dgm:prSet/>
      <dgm:spPr/>
      <dgm:t>
        <a:bodyPr/>
        <a:lstStyle/>
        <a:p>
          <a:endParaRPr lang="en-US"/>
        </a:p>
      </dgm:t>
    </dgm:pt>
    <dgm:pt modelId="{D2107091-2152-455E-A8A4-FAD2EED8008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 err="1"/>
            <a:t>Supporto</a:t>
          </a:r>
          <a:r>
            <a:rPr lang="en-US" dirty="0"/>
            <a:t> AI </a:t>
          </a:r>
          <a:r>
            <a:rPr lang="en-US" dirty="0" err="1"/>
            <a:t>su</a:t>
          </a:r>
          <a:r>
            <a:rPr lang="en-US" dirty="0"/>
            <a:t> </a:t>
          </a:r>
          <a:r>
            <a:rPr lang="en-US" dirty="0" err="1"/>
            <a:t>oltre</a:t>
          </a:r>
          <a:r>
            <a:rPr lang="en-US" dirty="0"/>
            <a:t> il 50% </a:t>
          </a:r>
          <a:r>
            <a:rPr lang="en-US" dirty="0" err="1"/>
            <a:t>dei</a:t>
          </a:r>
          <a:r>
            <a:rPr lang="en-US" dirty="0"/>
            <a:t> test </a:t>
          </a:r>
          <a:r>
            <a:rPr lang="en-US" dirty="0" err="1"/>
            <a:t>più</a:t>
          </a:r>
          <a:r>
            <a:rPr lang="en-US" dirty="0"/>
            <a:t> </a:t>
          </a:r>
          <a:r>
            <a:rPr lang="en-US" dirty="0" err="1"/>
            <a:t>complessi</a:t>
          </a:r>
          <a:endParaRPr lang="en-US" dirty="0"/>
        </a:p>
      </dgm:t>
    </dgm:pt>
    <dgm:pt modelId="{AF7B60F4-A93F-4266-BB1D-CBF94A67CE88}" type="parTrans" cxnId="{7B0F583B-9B89-4FD4-BDF4-612A61BACFBC}">
      <dgm:prSet/>
      <dgm:spPr/>
      <dgm:t>
        <a:bodyPr/>
        <a:lstStyle/>
        <a:p>
          <a:endParaRPr lang="en-US"/>
        </a:p>
      </dgm:t>
    </dgm:pt>
    <dgm:pt modelId="{26C9BC8A-0C84-4448-A2E8-EE9A6DAC1E16}" type="sibTrans" cxnId="{7B0F583B-9B89-4FD4-BDF4-612A61BACFBC}">
      <dgm:prSet/>
      <dgm:spPr/>
      <dgm:t>
        <a:bodyPr/>
        <a:lstStyle/>
        <a:p>
          <a:endParaRPr lang="en-US"/>
        </a:p>
      </dgm:t>
    </dgm:pt>
    <dgm:pt modelId="{D29223DB-2319-49A0-83B1-E707147CC89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Test AI </a:t>
          </a:r>
          <a:r>
            <a:rPr lang="en-US" dirty="0" err="1"/>
            <a:t>revisionati</a:t>
          </a:r>
          <a:r>
            <a:rPr lang="en-US" dirty="0"/>
            <a:t> e </a:t>
          </a:r>
          <a:r>
            <a:rPr lang="en-US" dirty="0" err="1"/>
            <a:t>validati</a:t>
          </a:r>
          <a:r>
            <a:rPr lang="en-US" dirty="0"/>
            <a:t> dal team</a:t>
          </a:r>
        </a:p>
      </dgm:t>
    </dgm:pt>
    <dgm:pt modelId="{063D5DCD-20A2-48AD-856F-FD347F9D4AFF}" type="parTrans" cxnId="{F643B71D-D68B-42F2-B55F-CAE2B27F7887}">
      <dgm:prSet/>
      <dgm:spPr/>
      <dgm:t>
        <a:bodyPr/>
        <a:lstStyle/>
        <a:p>
          <a:endParaRPr lang="en-US"/>
        </a:p>
      </dgm:t>
    </dgm:pt>
    <dgm:pt modelId="{46A69959-B5B9-4E14-A5F4-B52E43F9B2D2}" type="sibTrans" cxnId="{F643B71D-D68B-42F2-B55F-CAE2B27F7887}">
      <dgm:prSet/>
      <dgm:spPr/>
      <dgm:t>
        <a:bodyPr/>
        <a:lstStyle/>
        <a:p>
          <a:endParaRPr lang="en-US"/>
        </a:p>
      </dgm:t>
    </dgm:pt>
    <dgm:pt modelId="{9A486D42-5604-4997-9885-6874948FAD88}" type="pres">
      <dgm:prSet presAssocID="{CAE14904-A269-46AC-84F1-6578725D6215}" presName="root" presStyleCnt="0">
        <dgm:presLayoutVars>
          <dgm:dir/>
          <dgm:resizeHandles val="exact"/>
        </dgm:presLayoutVars>
      </dgm:prSet>
      <dgm:spPr/>
    </dgm:pt>
    <dgm:pt modelId="{874DC277-4607-410F-A0F3-4DBC65496C57}" type="pres">
      <dgm:prSet presAssocID="{FA9CB530-55D1-4C88-B786-AED541884898}" presName="compNode" presStyleCnt="0"/>
      <dgm:spPr/>
    </dgm:pt>
    <dgm:pt modelId="{70FE492F-B704-473D-B018-3AEA744A9D00}" type="pres">
      <dgm:prSet presAssocID="{FA9CB530-55D1-4C88-B786-AED541884898}" presName="bgRect" presStyleLbl="bgShp" presStyleIdx="0" presStyleCnt="5"/>
      <dgm:spPr/>
    </dgm:pt>
    <dgm:pt modelId="{202E3470-5CDF-4881-B29B-186C5ECC9515}" type="pres">
      <dgm:prSet presAssocID="{FA9CB530-55D1-4C88-B786-AED541884898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07804933-E7CB-43F4-8A1D-8A9B0FA06613}" type="pres">
      <dgm:prSet presAssocID="{FA9CB530-55D1-4C88-B786-AED541884898}" presName="spaceRect" presStyleCnt="0"/>
      <dgm:spPr/>
    </dgm:pt>
    <dgm:pt modelId="{75830831-E919-43A1-A72E-C4920215098D}" type="pres">
      <dgm:prSet presAssocID="{FA9CB530-55D1-4C88-B786-AED541884898}" presName="parTx" presStyleLbl="revTx" presStyleIdx="0" presStyleCnt="5">
        <dgm:presLayoutVars>
          <dgm:chMax val="0"/>
          <dgm:chPref val="0"/>
        </dgm:presLayoutVars>
      </dgm:prSet>
      <dgm:spPr/>
    </dgm:pt>
    <dgm:pt modelId="{A657CB37-D4D0-40FD-89C5-D9610B68967F}" type="pres">
      <dgm:prSet presAssocID="{659BA824-20C5-4D95-BCA2-ADB2F7C0B180}" presName="sibTrans" presStyleCnt="0"/>
      <dgm:spPr/>
    </dgm:pt>
    <dgm:pt modelId="{11F6B06D-84BA-4206-B88E-B1B59D15FA00}" type="pres">
      <dgm:prSet presAssocID="{F2354CAF-8929-439B-ADB3-6EA1C1DF0CBF}" presName="compNode" presStyleCnt="0"/>
      <dgm:spPr/>
    </dgm:pt>
    <dgm:pt modelId="{FFF2AE42-A9F5-4831-8978-9403A7971412}" type="pres">
      <dgm:prSet presAssocID="{F2354CAF-8929-439B-ADB3-6EA1C1DF0CBF}" presName="bgRect" presStyleLbl="bgShp" presStyleIdx="1" presStyleCnt="5"/>
      <dgm:spPr/>
    </dgm:pt>
    <dgm:pt modelId="{61B8C6D1-FBA1-47B5-8F84-14F52469FF98}" type="pres">
      <dgm:prSet presAssocID="{F2354CAF-8929-439B-ADB3-6EA1C1DF0CBF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481F55B5-B8BA-4186-B4B6-A9804E98F221}" type="pres">
      <dgm:prSet presAssocID="{F2354CAF-8929-439B-ADB3-6EA1C1DF0CBF}" presName="spaceRect" presStyleCnt="0"/>
      <dgm:spPr/>
    </dgm:pt>
    <dgm:pt modelId="{695FA8EF-A5B5-49A4-A5C4-60960BC6D7A5}" type="pres">
      <dgm:prSet presAssocID="{F2354CAF-8929-439B-ADB3-6EA1C1DF0CBF}" presName="parTx" presStyleLbl="revTx" presStyleIdx="1" presStyleCnt="5">
        <dgm:presLayoutVars>
          <dgm:chMax val="0"/>
          <dgm:chPref val="0"/>
        </dgm:presLayoutVars>
      </dgm:prSet>
      <dgm:spPr/>
    </dgm:pt>
    <dgm:pt modelId="{A8D134BA-7BB1-477E-94F5-273DCF07E53F}" type="pres">
      <dgm:prSet presAssocID="{223DE37D-E046-48C0-BCCB-31228EA62069}" presName="sibTrans" presStyleCnt="0"/>
      <dgm:spPr/>
    </dgm:pt>
    <dgm:pt modelId="{47984D1F-AFDB-4F5B-AB66-29C5990BC514}" type="pres">
      <dgm:prSet presAssocID="{4D7B1006-1A25-4EC9-93BF-98D9FFA4A27E}" presName="compNode" presStyleCnt="0"/>
      <dgm:spPr/>
    </dgm:pt>
    <dgm:pt modelId="{BE1936B2-AADB-4421-A247-C61709C9DA93}" type="pres">
      <dgm:prSet presAssocID="{4D7B1006-1A25-4EC9-93BF-98D9FFA4A27E}" presName="bgRect" presStyleLbl="bgShp" presStyleIdx="2" presStyleCnt="5"/>
      <dgm:spPr/>
    </dgm:pt>
    <dgm:pt modelId="{2398EFA9-0003-42B9-91E3-243E6CE7CE54}" type="pres">
      <dgm:prSet presAssocID="{4D7B1006-1A25-4EC9-93BF-98D9FFA4A27E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 con riempimento a tinta unita"/>
        </a:ext>
      </dgm:extLst>
    </dgm:pt>
    <dgm:pt modelId="{8CB97368-A508-4AC8-9229-F187C4A162F2}" type="pres">
      <dgm:prSet presAssocID="{4D7B1006-1A25-4EC9-93BF-98D9FFA4A27E}" presName="spaceRect" presStyleCnt="0"/>
      <dgm:spPr/>
    </dgm:pt>
    <dgm:pt modelId="{76D3FE0B-B085-4DC7-ABFE-8C030B5D06AB}" type="pres">
      <dgm:prSet presAssocID="{4D7B1006-1A25-4EC9-93BF-98D9FFA4A27E}" presName="parTx" presStyleLbl="revTx" presStyleIdx="2" presStyleCnt="5">
        <dgm:presLayoutVars>
          <dgm:chMax val="0"/>
          <dgm:chPref val="0"/>
        </dgm:presLayoutVars>
      </dgm:prSet>
      <dgm:spPr/>
    </dgm:pt>
    <dgm:pt modelId="{9B495402-C329-470A-A8C1-BFE0D8C96C9E}" type="pres">
      <dgm:prSet presAssocID="{569487DF-29AD-4E19-8FBD-1649714B59AB}" presName="sibTrans" presStyleCnt="0"/>
      <dgm:spPr/>
    </dgm:pt>
    <dgm:pt modelId="{5870E33D-7669-44E2-95A4-4BB1996E2D7F}" type="pres">
      <dgm:prSet presAssocID="{D2107091-2152-455E-A8A4-FAD2EED80084}" presName="compNode" presStyleCnt="0"/>
      <dgm:spPr/>
    </dgm:pt>
    <dgm:pt modelId="{A46FF63B-9EB7-410E-808D-6B7384ABEF00}" type="pres">
      <dgm:prSet presAssocID="{D2107091-2152-455E-A8A4-FAD2EED80084}" presName="bgRect" presStyleLbl="bgShp" presStyleIdx="3" presStyleCnt="5"/>
      <dgm:spPr/>
    </dgm:pt>
    <dgm:pt modelId="{C828D47E-94E2-473F-BD1D-B8F362D63DAB}" type="pres">
      <dgm:prSet presAssocID="{D2107091-2152-455E-A8A4-FAD2EED80084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2E32C6D1-898D-468F-B760-91F32024DC0E}" type="pres">
      <dgm:prSet presAssocID="{D2107091-2152-455E-A8A4-FAD2EED80084}" presName="spaceRect" presStyleCnt="0"/>
      <dgm:spPr/>
    </dgm:pt>
    <dgm:pt modelId="{F6A50828-BF02-470A-84E1-69C37C3C01F2}" type="pres">
      <dgm:prSet presAssocID="{D2107091-2152-455E-A8A4-FAD2EED80084}" presName="parTx" presStyleLbl="revTx" presStyleIdx="3" presStyleCnt="5">
        <dgm:presLayoutVars>
          <dgm:chMax val="0"/>
          <dgm:chPref val="0"/>
        </dgm:presLayoutVars>
      </dgm:prSet>
      <dgm:spPr/>
    </dgm:pt>
    <dgm:pt modelId="{E90C8859-8828-4F94-ADAE-CEC68894FA62}" type="pres">
      <dgm:prSet presAssocID="{26C9BC8A-0C84-4448-A2E8-EE9A6DAC1E16}" presName="sibTrans" presStyleCnt="0"/>
      <dgm:spPr/>
    </dgm:pt>
    <dgm:pt modelId="{D370233A-0F5D-4264-8C91-7FAA12A79490}" type="pres">
      <dgm:prSet presAssocID="{D29223DB-2319-49A0-83B1-E707147CC890}" presName="compNode" presStyleCnt="0"/>
      <dgm:spPr/>
    </dgm:pt>
    <dgm:pt modelId="{EE6AD04E-8A3D-401D-A67D-BF9EDB53B46E}" type="pres">
      <dgm:prSet presAssocID="{D29223DB-2319-49A0-83B1-E707147CC890}" presName="bgRect" presStyleLbl="bgShp" presStyleIdx="4" presStyleCnt="5"/>
      <dgm:spPr/>
    </dgm:pt>
    <dgm:pt modelId="{8207FCD6-7759-40B5-96C6-33913C06C6EB}" type="pres">
      <dgm:prSet presAssocID="{D29223DB-2319-49A0-83B1-E707147CC890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tenti"/>
        </a:ext>
      </dgm:extLst>
    </dgm:pt>
    <dgm:pt modelId="{FE0494CE-67F8-498E-9767-D49CD087887D}" type="pres">
      <dgm:prSet presAssocID="{D29223DB-2319-49A0-83B1-E707147CC890}" presName="spaceRect" presStyleCnt="0"/>
      <dgm:spPr/>
    </dgm:pt>
    <dgm:pt modelId="{A929C471-4CB2-4B59-8CE6-5A8ED43048CC}" type="pres">
      <dgm:prSet presAssocID="{D29223DB-2319-49A0-83B1-E707147CC890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C3FC5414-E166-484C-94A9-4B70B41FD919}" type="presOf" srcId="{4D7B1006-1A25-4EC9-93BF-98D9FFA4A27E}" destId="{76D3FE0B-B085-4DC7-ABFE-8C030B5D06AB}" srcOrd="0" destOrd="0" presId="urn:microsoft.com/office/officeart/2018/2/layout/IconVerticalSolidList"/>
    <dgm:cxn modelId="{F643B71D-D68B-42F2-B55F-CAE2B27F7887}" srcId="{CAE14904-A269-46AC-84F1-6578725D6215}" destId="{D29223DB-2319-49A0-83B1-E707147CC890}" srcOrd="4" destOrd="0" parTransId="{063D5DCD-20A2-48AD-856F-FD347F9D4AFF}" sibTransId="{46A69959-B5B9-4E14-A5F4-B52E43F9B2D2}"/>
    <dgm:cxn modelId="{2F25FE37-F4B7-4B52-97C1-DCCD4494D770}" type="presOf" srcId="{F2354CAF-8929-439B-ADB3-6EA1C1DF0CBF}" destId="{695FA8EF-A5B5-49A4-A5C4-60960BC6D7A5}" srcOrd="0" destOrd="0" presId="urn:microsoft.com/office/officeart/2018/2/layout/IconVerticalSolidList"/>
    <dgm:cxn modelId="{7B0F583B-9B89-4FD4-BDF4-612A61BACFBC}" srcId="{CAE14904-A269-46AC-84F1-6578725D6215}" destId="{D2107091-2152-455E-A8A4-FAD2EED80084}" srcOrd="3" destOrd="0" parTransId="{AF7B60F4-A93F-4266-BB1D-CBF94A67CE88}" sibTransId="{26C9BC8A-0C84-4448-A2E8-EE9A6DAC1E16}"/>
    <dgm:cxn modelId="{4D54C368-9829-499A-80F2-38020209CA2B}" srcId="{CAE14904-A269-46AC-84F1-6578725D6215}" destId="{F2354CAF-8929-439B-ADB3-6EA1C1DF0CBF}" srcOrd="1" destOrd="0" parTransId="{8CDE29FA-81AE-43E9-94E7-6875B45FD760}" sibTransId="{223DE37D-E046-48C0-BCCB-31228EA62069}"/>
    <dgm:cxn modelId="{FCCE056F-C2BE-478D-B802-90FFF228574A}" srcId="{CAE14904-A269-46AC-84F1-6578725D6215}" destId="{FA9CB530-55D1-4C88-B786-AED541884898}" srcOrd="0" destOrd="0" parTransId="{9490D7D5-9926-4CC5-8042-A87215077AC0}" sibTransId="{659BA824-20C5-4D95-BCA2-ADB2F7C0B180}"/>
    <dgm:cxn modelId="{BD150A74-F62A-4CA9-9229-056D5D742DCB}" type="presOf" srcId="{CAE14904-A269-46AC-84F1-6578725D6215}" destId="{9A486D42-5604-4997-9885-6874948FAD88}" srcOrd="0" destOrd="0" presId="urn:microsoft.com/office/officeart/2018/2/layout/IconVerticalSolidList"/>
    <dgm:cxn modelId="{2082AA57-969F-41E6-BE21-F07DDCDE234E}" srcId="{CAE14904-A269-46AC-84F1-6578725D6215}" destId="{4D7B1006-1A25-4EC9-93BF-98D9FFA4A27E}" srcOrd="2" destOrd="0" parTransId="{06F27885-1167-4BC6-AA1E-40127D8FAAF4}" sibTransId="{569487DF-29AD-4E19-8FBD-1649714B59AB}"/>
    <dgm:cxn modelId="{D9FC7A58-9C0F-4DFA-B0C9-CE1849B55932}" type="presOf" srcId="{FA9CB530-55D1-4C88-B786-AED541884898}" destId="{75830831-E919-43A1-A72E-C4920215098D}" srcOrd="0" destOrd="0" presId="urn:microsoft.com/office/officeart/2018/2/layout/IconVerticalSolidList"/>
    <dgm:cxn modelId="{D6BA83FA-5704-4DD7-9464-C4205B3CEFF2}" type="presOf" srcId="{D2107091-2152-455E-A8A4-FAD2EED80084}" destId="{F6A50828-BF02-470A-84E1-69C37C3C01F2}" srcOrd="0" destOrd="0" presId="urn:microsoft.com/office/officeart/2018/2/layout/IconVerticalSolidList"/>
    <dgm:cxn modelId="{890160FB-B10D-4122-B55A-A546271AC2AD}" type="presOf" srcId="{D29223DB-2319-49A0-83B1-E707147CC890}" destId="{A929C471-4CB2-4B59-8CE6-5A8ED43048CC}" srcOrd="0" destOrd="0" presId="urn:microsoft.com/office/officeart/2018/2/layout/IconVerticalSolidList"/>
    <dgm:cxn modelId="{8F93D101-CC2B-459F-9D57-ABA3B7B15257}" type="presParOf" srcId="{9A486D42-5604-4997-9885-6874948FAD88}" destId="{874DC277-4607-410F-A0F3-4DBC65496C57}" srcOrd="0" destOrd="0" presId="urn:microsoft.com/office/officeart/2018/2/layout/IconVerticalSolidList"/>
    <dgm:cxn modelId="{7E0525A7-F13A-44FB-B0F0-B9BC8D3E6A30}" type="presParOf" srcId="{874DC277-4607-410F-A0F3-4DBC65496C57}" destId="{70FE492F-B704-473D-B018-3AEA744A9D00}" srcOrd="0" destOrd="0" presId="urn:microsoft.com/office/officeart/2018/2/layout/IconVerticalSolidList"/>
    <dgm:cxn modelId="{F3558CF7-C957-40A5-BCD4-61E73890F4D9}" type="presParOf" srcId="{874DC277-4607-410F-A0F3-4DBC65496C57}" destId="{202E3470-5CDF-4881-B29B-186C5ECC9515}" srcOrd="1" destOrd="0" presId="urn:microsoft.com/office/officeart/2018/2/layout/IconVerticalSolidList"/>
    <dgm:cxn modelId="{31E4EBD1-0EDC-4AA8-A8C7-4F5C4BBE7660}" type="presParOf" srcId="{874DC277-4607-410F-A0F3-4DBC65496C57}" destId="{07804933-E7CB-43F4-8A1D-8A9B0FA06613}" srcOrd="2" destOrd="0" presId="urn:microsoft.com/office/officeart/2018/2/layout/IconVerticalSolidList"/>
    <dgm:cxn modelId="{C6837B00-6BB6-4B50-9D93-B7FA6B44A543}" type="presParOf" srcId="{874DC277-4607-410F-A0F3-4DBC65496C57}" destId="{75830831-E919-43A1-A72E-C4920215098D}" srcOrd="3" destOrd="0" presId="urn:microsoft.com/office/officeart/2018/2/layout/IconVerticalSolidList"/>
    <dgm:cxn modelId="{F8123CB0-DAC9-4C20-8359-95F1D44A5244}" type="presParOf" srcId="{9A486D42-5604-4997-9885-6874948FAD88}" destId="{A657CB37-D4D0-40FD-89C5-D9610B68967F}" srcOrd="1" destOrd="0" presId="urn:microsoft.com/office/officeart/2018/2/layout/IconVerticalSolidList"/>
    <dgm:cxn modelId="{118BCE21-8733-4642-A59B-C3A99B8C10BC}" type="presParOf" srcId="{9A486D42-5604-4997-9885-6874948FAD88}" destId="{11F6B06D-84BA-4206-B88E-B1B59D15FA00}" srcOrd="2" destOrd="0" presId="urn:microsoft.com/office/officeart/2018/2/layout/IconVerticalSolidList"/>
    <dgm:cxn modelId="{583FECD9-6A52-4CD5-B4B6-18FF02483B7D}" type="presParOf" srcId="{11F6B06D-84BA-4206-B88E-B1B59D15FA00}" destId="{FFF2AE42-A9F5-4831-8978-9403A7971412}" srcOrd="0" destOrd="0" presId="urn:microsoft.com/office/officeart/2018/2/layout/IconVerticalSolidList"/>
    <dgm:cxn modelId="{C4E27AF7-457A-4B93-A8EA-F217FCF2C454}" type="presParOf" srcId="{11F6B06D-84BA-4206-B88E-B1B59D15FA00}" destId="{61B8C6D1-FBA1-47B5-8F84-14F52469FF98}" srcOrd="1" destOrd="0" presId="urn:microsoft.com/office/officeart/2018/2/layout/IconVerticalSolidList"/>
    <dgm:cxn modelId="{8910672E-513C-4098-8066-0602CCF6AB29}" type="presParOf" srcId="{11F6B06D-84BA-4206-B88E-B1B59D15FA00}" destId="{481F55B5-B8BA-4186-B4B6-A9804E98F221}" srcOrd="2" destOrd="0" presId="urn:microsoft.com/office/officeart/2018/2/layout/IconVerticalSolidList"/>
    <dgm:cxn modelId="{D5FFF4A1-6F23-4BCC-A7D4-5295127261BD}" type="presParOf" srcId="{11F6B06D-84BA-4206-B88E-B1B59D15FA00}" destId="{695FA8EF-A5B5-49A4-A5C4-60960BC6D7A5}" srcOrd="3" destOrd="0" presId="urn:microsoft.com/office/officeart/2018/2/layout/IconVerticalSolidList"/>
    <dgm:cxn modelId="{7E71269B-9D84-4D62-8A6F-88CC565E7376}" type="presParOf" srcId="{9A486D42-5604-4997-9885-6874948FAD88}" destId="{A8D134BA-7BB1-477E-94F5-273DCF07E53F}" srcOrd="3" destOrd="0" presId="urn:microsoft.com/office/officeart/2018/2/layout/IconVerticalSolidList"/>
    <dgm:cxn modelId="{757CFE8F-445F-44CE-9E86-7D51382649E7}" type="presParOf" srcId="{9A486D42-5604-4997-9885-6874948FAD88}" destId="{47984D1F-AFDB-4F5B-AB66-29C5990BC514}" srcOrd="4" destOrd="0" presId="urn:microsoft.com/office/officeart/2018/2/layout/IconVerticalSolidList"/>
    <dgm:cxn modelId="{6D076E65-5E96-42BD-938F-346B79BFCDCA}" type="presParOf" srcId="{47984D1F-AFDB-4F5B-AB66-29C5990BC514}" destId="{BE1936B2-AADB-4421-A247-C61709C9DA93}" srcOrd="0" destOrd="0" presId="urn:microsoft.com/office/officeart/2018/2/layout/IconVerticalSolidList"/>
    <dgm:cxn modelId="{63E8731A-99DE-4504-A931-48DCC1EBE2A5}" type="presParOf" srcId="{47984D1F-AFDB-4F5B-AB66-29C5990BC514}" destId="{2398EFA9-0003-42B9-91E3-243E6CE7CE54}" srcOrd="1" destOrd="0" presId="urn:microsoft.com/office/officeart/2018/2/layout/IconVerticalSolidList"/>
    <dgm:cxn modelId="{29D41F90-E83C-46E7-94FC-5C1C04A644BB}" type="presParOf" srcId="{47984D1F-AFDB-4F5B-AB66-29C5990BC514}" destId="{8CB97368-A508-4AC8-9229-F187C4A162F2}" srcOrd="2" destOrd="0" presId="urn:microsoft.com/office/officeart/2018/2/layout/IconVerticalSolidList"/>
    <dgm:cxn modelId="{CE69A58D-6AF2-4214-BDCE-9E4CE43102AD}" type="presParOf" srcId="{47984D1F-AFDB-4F5B-AB66-29C5990BC514}" destId="{76D3FE0B-B085-4DC7-ABFE-8C030B5D06AB}" srcOrd="3" destOrd="0" presId="urn:microsoft.com/office/officeart/2018/2/layout/IconVerticalSolidList"/>
    <dgm:cxn modelId="{65142E83-DB03-4EA3-8F9A-D5CC8DDC67E7}" type="presParOf" srcId="{9A486D42-5604-4997-9885-6874948FAD88}" destId="{9B495402-C329-470A-A8C1-BFE0D8C96C9E}" srcOrd="5" destOrd="0" presId="urn:microsoft.com/office/officeart/2018/2/layout/IconVerticalSolidList"/>
    <dgm:cxn modelId="{A7C3BE18-C075-4E26-947A-C6C235839507}" type="presParOf" srcId="{9A486D42-5604-4997-9885-6874948FAD88}" destId="{5870E33D-7669-44E2-95A4-4BB1996E2D7F}" srcOrd="6" destOrd="0" presId="urn:microsoft.com/office/officeart/2018/2/layout/IconVerticalSolidList"/>
    <dgm:cxn modelId="{E5C59917-F914-4FC1-8CA5-BBA1465D69CA}" type="presParOf" srcId="{5870E33D-7669-44E2-95A4-4BB1996E2D7F}" destId="{A46FF63B-9EB7-410E-808D-6B7384ABEF00}" srcOrd="0" destOrd="0" presId="urn:microsoft.com/office/officeart/2018/2/layout/IconVerticalSolidList"/>
    <dgm:cxn modelId="{18CFB7FF-F0E0-4C75-A839-F28685FFB8B9}" type="presParOf" srcId="{5870E33D-7669-44E2-95A4-4BB1996E2D7F}" destId="{C828D47E-94E2-473F-BD1D-B8F362D63DAB}" srcOrd="1" destOrd="0" presId="urn:microsoft.com/office/officeart/2018/2/layout/IconVerticalSolidList"/>
    <dgm:cxn modelId="{D3C7A4A1-C097-4139-A619-B996274B4AB0}" type="presParOf" srcId="{5870E33D-7669-44E2-95A4-4BB1996E2D7F}" destId="{2E32C6D1-898D-468F-B760-91F32024DC0E}" srcOrd="2" destOrd="0" presId="urn:microsoft.com/office/officeart/2018/2/layout/IconVerticalSolidList"/>
    <dgm:cxn modelId="{E232753F-5300-46D1-BCE5-DE86AD7C765D}" type="presParOf" srcId="{5870E33D-7669-44E2-95A4-4BB1996E2D7F}" destId="{F6A50828-BF02-470A-84E1-69C37C3C01F2}" srcOrd="3" destOrd="0" presId="urn:microsoft.com/office/officeart/2018/2/layout/IconVerticalSolidList"/>
    <dgm:cxn modelId="{576E6619-F8B8-44D3-BC80-0F3A3A85B268}" type="presParOf" srcId="{9A486D42-5604-4997-9885-6874948FAD88}" destId="{E90C8859-8828-4F94-ADAE-CEC68894FA62}" srcOrd="7" destOrd="0" presId="urn:microsoft.com/office/officeart/2018/2/layout/IconVerticalSolidList"/>
    <dgm:cxn modelId="{2362EECD-CF3B-45A1-8EAD-EE2C7C68DEEB}" type="presParOf" srcId="{9A486D42-5604-4997-9885-6874948FAD88}" destId="{D370233A-0F5D-4264-8C91-7FAA12A79490}" srcOrd="8" destOrd="0" presId="urn:microsoft.com/office/officeart/2018/2/layout/IconVerticalSolidList"/>
    <dgm:cxn modelId="{6578268E-35BB-4A70-BD59-E9905B4B057C}" type="presParOf" srcId="{D370233A-0F5D-4264-8C91-7FAA12A79490}" destId="{EE6AD04E-8A3D-401D-A67D-BF9EDB53B46E}" srcOrd="0" destOrd="0" presId="urn:microsoft.com/office/officeart/2018/2/layout/IconVerticalSolidList"/>
    <dgm:cxn modelId="{F4572421-8CE6-4163-BA91-8327980961F6}" type="presParOf" srcId="{D370233A-0F5D-4264-8C91-7FAA12A79490}" destId="{8207FCD6-7759-40B5-96C6-33913C06C6EB}" srcOrd="1" destOrd="0" presId="urn:microsoft.com/office/officeart/2018/2/layout/IconVerticalSolidList"/>
    <dgm:cxn modelId="{A6349990-2F3E-409D-A211-1C1131DE5DCD}" type="presParOf" srcId="{D370233A-0F5D-4264-8C91-7FAA12A79490}" destId="{FE0494CE-67F8-498E-9767-D49CD087887D}" srcOrd="2" destOrd="0" presId="urn:microsoft.com/office/officeart/2018/2/layout/IconVerticalSolidList"/>
    <dgm:cxn modelId="{A5C94D6A-3AFA-41E5-87F5-D65CBC83FEE8}" type="presParOf" srcId="{D370233A-0F5D-4264-8C91-7FAA12A79490}" destId="{A929C471-4CB2-4B59-8CE6-5A8ED43048C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727880BD-561C-4239-BB88-3EAEAF647459}" type="doc">
      <dgm:prSet loTypeId="urn:microsoft.com/office/officeart/2005/8/layout/hierarchy1" loCatId="hierarchy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6D541E55-608A-4FDD-A184-4D65963317B2}">
      <dgm:prSet/>
      <dgm:spPr/>
      <dgm:t>
        <a:bodyPr/>
        <a:lstStyle/>
        <a:p>
          <a:r>
            <a:rPr lang="it-IT"/>
            <a:t>Vibe coding intelligente</a:t>
          </a:r>
          <a:endParaRPr lang="en-US"/>
        </a:p>
      </dgm:t>
    </dgm:pt>
    <dgm:pt modelId="{5B3799E1-C229-4481-B729-A869EEDDCB27}" type="parTrans" cxnId="{1CD04772-CFF9-49EB-91D7-18C4F8B77F66}">
      <dgm:prSet/>
      <dgm:spPr/>
      <dgm:t>
        <a:bodyPr/>
        <a:lstStyle/>
        <a:p>
          <a:endParaRPr lang="en-US"/>
        </a:p>
      </dgm:t>
    </dgm:pt>
    <dgm:pt modelId="{4950EF16-CB6E-4FE5-B14C-798F40884682}" type="sibTrans" cxnId="{1CD04772-CFF9-49EB-91D7-18C4F8B77F66}">
      <dgm:prSet/>
      <dgm:spPr/>
      <dgm:t>
        <a:bodyPr/>
        <a:lstStyle/>
        <a:p>
          <a:endParaRPr lang="en-US"/>
        </a:p>
      </dgm:t>
    </dgm:pt>
    <dgm:pt modelId="{B3D4EB6E-697C-4AFE-A3D6-F54D48A99204}">
      <dgm:prSet/>
      <dgm:spPr/>
      <dgm:t>
        <a:bodyPr/>
        <a:lstStyle/>
        <a:p>
          <a:r>
            <a:rPr lang="it-IT"/>
            <a:t>Prodotto funzionante</a:t>
          </a:r>
          <a:endParaRPr lang="en-US"/>
        </a:p>
      </dgm:t>
    </dgm:pt>
    <dgm:pt modelId="{53BF7D86-8B7A-47C3-9F26-5FBA569B30CF}" type="parTrans" cxnId="{73D52040-3084-46C1-85A9-0514940D872A}">
      <dgm:prSet/>
      <dgm:spPr/>
      <dgm:t>
        <a:bodyPr/>
        <a:lstStyle/>
        <a:p>
          <a:endParaRPr lang="en-US"/>
        </a:p>
      </dgm:t>
    </dgm:pt>
    <dgm:pt modelId="{A9FD58C7-718C-40B6-90CE-1AB769F85CFF}" type="sibTrans" cxnId="{73D52040-3084-46C1-85A9-0514940D872A}">
      <dgm:prSet/>
      <dgm:spPr/>
      <dgm:t>
        <a:bodyPr/>
        <a:lstStyle/>
        <a:p>
          <a:endParaRPr lang="en-US"/>
        </a:p>
      </dgm:t>
    </dgm:pt>
    <dgm:pt modelId="{C91ABAE4-DC6E-48CD-B6E2-BEF7B0440498}">
      <dgm:prSet/>
      <dgm:spPr/>
      <dgm:t>
        <a:bodyPr/>
        <a:lstStyle/>
        <a:p>
          <a:r>
            <a:rPr lang="it-IT"/>
            <a:t>Errori</a:t>
          </a:r>
          <a:endParaRPr lang="en-US"/>
        </a:p>
      </dgm:t>
    </dgm:pt>
    <dgm:pt modelId="{EAC52567-3A19-484A-9AF8-B44B11442746}" type="parTrans" cxnId="{D642C3AC-67C6-4405-9099-AEECFEB36ADE}">
      <dgm:prSet/>
      <dgm:spPr/>
      <dgm:t>
        <a:bodyPr/>
        <a:lstStyle/>
        <a:p>
          <a:endParaRPr lang="en-US"/>
        </a:p>
      </dgm:t>
    </dgm:pt>
    <dgm:pt modelId="{3261FCE6-1B8B-4222-BDE7-A27C01F6D3C0}" type="sibTrans" cxnId="{D642C3AC-67C6-4405-9099-AEECFEB36ADE}">
      <dgm:prSet/>
      <dgm:spPr/>
      <dgm:t>
        <a:bodyPr/>
        <a:lstStyle/>
        <a:p>
          <a:endParaRPr lang="en-US"/>
        </a:p>
      </dgm:t>
    </dgm:pt>
    <dgm:pt modelId="{EF06BD7A-A20D-4634-9E11-EC8CC741E2ED}">
      <dgm:prSet/>
      <dgm:spPr/>
      <dgm:t>
        <a:bodyPr/>
        <a:lstStyle/>
        <a:p>
          <a:r>
            <a:rPr lang="it-IT"/>
            <a:t>Manutenzione </a:t>
          </a:r>
          <a:endParaRPr lang="en-US"/>
        </a:p>
      </dgm:t>
    </dgm:pt>
    <dgm:pt modelId="{64FBD74E-724F-4EC9-A304-3DDC6B2E093D}" type="parTrans" cxnId="{77DA8D49-C482-4F33-AE2D-728F077FF3F6}">
      <dgm:prSet/>
      <dgm:spPr/>
      <dgm:t>
        <a:bodyPr/>
        <a:lstStyle/>
        <a:p>
          <a:endParaRPr lang="en-US"/>
        </a:p>
      </dgm:t>
    </dgm:pt>
    <dgm:pt modelId="{24459623-C8E0-4CE6-BF24-0ACF053F61E9}" type="sibTrans" cxnId="{77DA8D49-C482-4F33-AE2D-728F077FF3F6}">
      <dgm:prSet/>
      <dgm:spPr/>
      <dgm:t>
        <a:bodyPr/>
        <a:lstStyle/>
        <a:p>
          <a:endParaRPr lang="en-US"/>
        </a:p>
      </dgm:t>
    </dgm:pt>
    <dgm:pt modelId="{603A548C-E98B-4722-9C3D-492CB821F1A1}" type="pres">
      <dgm:prSet presAssocID="{727880BD-561C-4239-BB88-3EAEAF64745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81C3199-6AF0-4ECA-9AC7-3E5F99A0D32A}" type="pres">
      <dgm:prSet presAssocID="{6D541E55-608A-4FDD-A184-4D65963317B2}" presName="hierRoot1" presStyleCnt="0"/>
      <dgm:spPr/>
    </dgm:pt>
    <dgm:pt modelId="{0C5976D7-E534-430E-B442-2E53CFC96170}" type="pres">
      <dgm:prSet presAssocID="{6D541E55-608A-4FDD-A184-4D65963317B2}" presName="composite" presStyleCnt="0"/>
      <dgm:spPr/>
    </dgm:pt>
    <dgm:pt modelId="{8DA978AD-1882-4E29-9D92-A98037171DEC}" type="pres">
      <dgm:prSet presAssocID="{6D541E55-608A-4FDD-A184-4D65963317B2}" presName="background" presStyleLbl="node0" presStyleIdx="0" presStyleCnt="4"/>
      <dgm:spPr/>
    </dgm:pt>
    <dgm:pt modelId="{896AD57C-9752-453B-B96D-B5982D5444CE}" type="pres">
      <dgm:prSet presAssocID="{6D541E55-608A-4FDD-A184-4D65963317B2}" presName="text" presStyleLbl="fgAcc0" presStyleIdx="0" presStyleCnt="4">
        <dgm:presLayoutVars>
          <dgm:chPref val="3"/>
        </dgm:presLayoutVars>
      </dgm:prSet>
      <dgm:spPr/>
    </dgm:pt>
    <dgm:pt modelId="{8870ECF5-BADE-4D55-A40D-162AEB6899F4}" type="pres">
      <dgm:prSet presAssocID="{6D541E55-608A-4FDD-A184-4D65963317B2}" presName="hierChild2" presStyleCnt="0"/>
      <dgm:spPr/>
    </dgm:pt>
    <dgm:pt modelId="{4AB258DD-6FE5-41BB-85D1-580718DC9EAA}" type="pres">
      <dgm:prSet presAssocID="{B3D4EB6E-697C-4AFE-A3D6-F54D48A99204}" presName="hierRoot1" presStyleCnt="0"/>
      <dgm:spPr/>
    </dgm:pt>
    <dgm:pt modelId="{C943636B-5999-4576-B71B-E6DAE7CE821D}" type="pres">
      <dgm:prSet presAssocID="{B3D4EB6E-697C-4AFE-A3D6-F54D48A99204}" presName="composite" presStyleCnt="0"/>
      <dgm:spPr/>
    </dgm:pt>
    <dgm:pt modelId="{2289DB62-A2DC-47A9-9927-593CC6390BE4}" type="pres">
      <dgm:prSet presAssocID="{B3D4EB6E-697C-4AFE-A3D6-F54D48A99204}" presName="background" presStyleLbl="node0" presStyleIdx="1" presStyleCnt="4"/>
      <dgm:spPr/>
    </dgm:pt>
    <dgm:pt modelId="{10C1254A-0E9A-4FD9-987F-F1CBB34AC1DB}" type="pres">
      <dgm:prSet presAssocID="{B3D4EB6E-697C-4AFE-A3D6-F54D48A99204}" presName="text" presStyleLbl="fgAcc0" presStyleIdx="1" presStyleCnt="4">
        <dgm:presLayoutVars>
          <dgm:chPref val="3"/>
        </dgm:presLayoutVars>
      </dgm:prSet>
      <dgm:spPr/>
    </dgm:pt>
    <dgm:pt modelId="{D532A51D-C212-4B36-8890-A61A58B70719}" type="pres">
      <dgm:prSet presAssocID="{B3D4EB6E-697C-4AFE-A3D6-F54D48A99204}" presName="hierChild2" presStyleCnt="0"/>
      <dgm:spPr/>
    </dgm:pt>
    <dgm:pt modelId="{DF84AB61-EE8A-4C65-9794-5344CC944764}" type="pres">
      <dgm:prSet presAssocID="{C91ABAE4-DC6E-48CD-B6E2-BEF7B0440498}" presName="hierRoot1" presStyleCnt="0"/>
      <dgm:spPr/>
    </dgm:pt>
    <dgm:pt modelId="{F5781DE6-1EAB-458B-9DFC-B128C79D68EE}" type="pres">
      <dgm:prSet presAssocID="{C91ABAE4-DC6E-48CD-B6E2-BEF7B0440498}" presName="composite" presStyleCnt="0"/>
      <dgm:spPr/>
    </dgm:pt>
    <dgm:pt modelId="{D1F07B68-632A-4990-8327-A1A868506603}" type="pres">
      <dgm:prSet presAssocID="{C91ABAE4-DC6E-48CD-B6E2-BEF7B0440498}" presName="background" presStyleLbl="node0" presStyleIdx="2" presStyleCnt="4"/>
      <dgm:spPr/>
    </dgm:pt>
    <dgm:pt modelId="{D33C9542-DDA0-4565-8777-D9AC698AE2DC}" type="pres">
      <dgm:prSet presAssocID="{C91ABAE4-DC6E-48CD-B6E2-BEF7B0440498}" presName="text" presStyleLbl="fgAcc0" presStyleIdx="2" presStyleCnt="4">
        <dgm:presLayoutVars>
          <dgm:chPref val="3"/>
        </dgm:presLayoutVars>
      </dgm:prSet>
      <dgm:spPr/>
    </dgm:pt>
    <dgm:pt modelId="{243E33AC-AA24-44E8-A00B-50B22DFB4057}" type="pres">
      <dgm:prSet presAssocID="{C91ABAE4-DC6E-48CD-B6E2-BEF7B0440498}" presName="hierChild2" presStyleCnt="0"/>
      <dgm:spPr/>
    </dgm:pt>
    <dgm:pt modelId="{2722224E-F4C7-4A77-A316-4AD967E52721}" type="pres">
      <dgm:prSet presAssocID="{EF06BD7A-A20D-4634-9E11-EC8CC741E2ED}" presName="hierRoot1" presStyleCnt="0"/>
      <dgm:spPr/>
    </dgm:pt>
    <dgm:pt modelId="{598C7D4E-897C-44B3-8AAE-1240A8E17C5A}" type="pres">
      <dgm:prSet presAssocID="{EF06BD7A-A20D-4634-9E11-EC8CC741E2ED}" presName="composite" presStyleCnt="0"/>
      <dgm:spPr/>
    </dgm:pt>
    <dgm:pt modelId="{B3C5290A-E535-4019-B158-01A56A5BE293}" type="pres">
      <dgm:prSet presAssocID="{EF06BD7A-A20D-4634-9E11-EC8CC741E2ED}" presName="background" presStyleLbl="node0" presStyleIdx="3" presStyleCnt="4"/>
      <dgm:spPr/>
    </dgm:pt>
    <dgm:pt modelId="{4D48ECBE-3FA4-4504-A949-E1DC95E541BD}" type="pres">
      <dgm:prSet presAssocID="{EF06BD7A-A20D-4634-9E11-EC8CC741E2ED}" presName="text" presStyleLbl="fgAcc0" presStyleIdx="3" presStyleCnt="4">
        <dgm:presLayoutVars>
          <dgm:chPref val="3"/>
        </dgm:presLayoutVars>
      </dgm:prSet>
      <dgm:spPr/>
    </dgm:pt>
    <dgm:pt modelId="{3B8B2AF3-4B3B-4253-89E1-889D84A455E5}" type="pres">
      <dgm:prSet presAssocID="{EF06BD7A-A20D-4634-9E11-EC8CC741E2ED}" presName="hierChild2" presStyleCnt="0"/>
      <dgm:spPr/>
    </dgm:pt>
  </dgm:ptLst>
  <dgm:cxnLst>
    <dgm:cxn modelId="{DCEAB413-E40A-45B6-9856-3654A452D907}" type="presOf" srcId="{727880BD-561C-4239-BB88-3EAEAF647459}" destId="{603A548C-E98B-4722-9C3D-492CB821F1A1}" srcOrd="0" destOrd="0" presId="urn:microsoft.com/office/officeart/2005/8/layout/hierarchy1"/>
    <dgm:cxn modelId="{73D52040-3084-46C1-85A9-0514940D872A}" srcId="{727880BD-561C-4239-BB88-3EAEAF647459}" destId="{B3D4EB6E-697C-4AFE-A3D6-F54D48A99204}" srcOrd="1" destOrd="0" parTransId="{53BF7D86-8B7A-47C3-9F26-5FBA569B30CF}" sibTransId="{A9FD58C7-718C-40B6-90CE-1AB769F85CFF}"/>
    <dgm:cxn modelId="{77DA8D49-C482-4F33-AE2D-728F077FF3F6}" srcId="{727880BD-561C-4239-BB88-3EAEAF647459}" destId="{EF06BD7A-A20D-4634-9E11-EC8CC741E2ED}" srcOrd="3" destOrd="0" parTransId="{64FBD74E-724F-4EC9-A304-3DDC6B2E093D}" sibTransId="{24459623-C8E0-4CE6-BF24-0ACF053F61E9}"/>
    <dgm:cxn modelId="{1CD04772-CFF9-49EB-91D7-18C4F8B77F66}" srcId="{727880BD-561C-4239-BB88-3EAEAF647459}" destId="{6D541E55-608A-4FDD-A184-4D65963317B2}" srcOrd="0" destOrd="0" parTransId="{5B3799E1-C229-4481-B729-A869EEDDCB27}" sibTransId="{4950EF16-CB6E-4FE5-B14C-798F40884682}"/>
    <dgm:cxn modelId="{6E679A7F-4B43-4365-A726-AF884053754E}" type="presOf" srcId="{B3D4EB6E-697C-4AFE-A3D6-F54D48A99204}" destId="{10C1254A-0E9A-4FD9-987F-F1CBB34AC1DB}" srcOrd="0" destOrd="0" presId="urn:microsoft.com/office/officeart/2005/8/layout/hierarchy1"/>
    <dgm:cxn modelId="{11C2C581-A5D6-4F5B-9596-6E8EDF2643DC}" type="presOf" srcId="{C91ABAE4-DC6E-48CD-B6E2-BEF7B0440498}" destId="{D33C9542-DDA0-4565-8777-D9AC698AE2DC}" srcOrd="0" destOrd="0" presId="urn:microsoft.com/office/officeart/2005/8/layout/hierarchy1"/>
    <dgm:cxn modelId="{9D25BD83-30EE-4A6A-882D-0B706753A022}" type="presOf" srcId="{EF06BD7A-A20D-4634-9E11-EC8CC741E2ED}" destId="{4D48ECBE-3FA4-4504-A949-E1DC95E541BD}" srcOrd="0" destOrd="0" presId="urn:microsoft.com/office/officeart/2005/8/layout/hierarchy1"/>
    <dgm:cxn modelId="{F6A65794-A889-4A6E-A53E-D587E423F31D}" type="presOf" srcId="{6D541E55-608A-4FDD-A184-4D65963317B2}" destId="{896AD57C-9752-453B-B96D-B5982D5444CE}" srcOrd="0" destOrd="0" presId="urn:microsoft.com/office/officeart/2005/8/layout/hierarchy1"/>
    <dgm:cxn modelId="{D642C3AC-67C6-4405-9099-AEECFEB36ADE}" srcId="{727880BD-561C-4239-BB88-3EAEAF647459}" destId="{C91ABAE4-DC6E-48CD-B6E2-BEF7B0440498}" srcOrd="2" destOrd="0" parTransId="{EAC52567-3A19-484A-9AF8-B44B11442746}" sibTransId="{3261FCE6-1B8B-4222-BDE7-A27C01F6D3C0}"/>
    <dgm:cxn modelId="{77886606-069E-442D-99EA-B13F9F271BCD}" type="presParOf" srcId="{603A548C-E98B-4722-9C3D-492CB821F1A1}" destId="{081C3199-6AF0-4ECA-9AC7-3E5F99A0D32A}" srcOrd="0" destOrd="0" presId="urn:microsoft.com/office/officeart/2005/8/layout/hierarchy1"/>
    <dgm:cxn modelId="{96B5A1E4-EE70-4317-AEE2-7DEDCDA3D5BC}" type="presParOf" srcId="{081C3199-6AF0-4ECA-9AC7-3E5F99A0D32A}" destId="{0C5976D7-E534-430E-B442-2E53CFC96170}" srcOrd="0" destOrd="0" presId="urn:microsoft.com/office/officeart/2005/8/layout/hierarchy1"/>
    <dgm:cxn modelId="{9FB0A729-029B-45A2-8D67-74633CE502F2}" type="presParOf" srcId="{0C5976D7-E534-430E-B442-2E53CFC96170}" destId="{8DA978AD-1882-4E29-9D92-A98037171DEC}" srcOrd="0" destOrd="0" presId="urn:microsoft.com/office/officeart/2005/8/layout/hierarchy1"/>
    <dgm:cxn modelId="{B21CACEF-EBD0-4F86-A688-677F8BC5A27B}" type="presParOf" srcId="{0C5976D7-E534-430E-B442-2E53CFC96170}" destId="{896AD57C-9752-453B-B96D-B5982D5444CE}" srcOrd="1" destOrd="0" presId="urn:microsoft.com/office/officeart/2005/8/layout/hierarchy1"/>
    <dgm:cxn modelId="{F9DCF491-3B7A-4B6F-B281-05DC65EAB19E}" type="presParOf" srcId="{081C3199-6AF0-4ECA-9AC7-3E5F99A0D32A}" destId="{8870ECF5-BADE-4D55-A40D-162AEB6899F4}" srcOrd="1" destOrd="0" presId="urn:microsoft.com/office/officeart/2005/8/layout/hierarchy1"/>
    <dgm:cxn modelId="{EB2AA134-7718-46DF-84C4-20D04CA6AEAD}" type="presParOf" srcId="{603A548C-E98B-4722-9C3D-492CB821F1A1}" destId="{4AB258DD-6FE5-41BB-85D1-580718DC9EAA}" srcOrd="1" destOrd="0" presId="urn:microsoft.com/office/officeart/2005/8/layout/hierarchy1"/>
    <dgm:cxn modelId="{0EA3C68B-BE8A-4174-AAEB-A467890A1EB1}" type="presParOf" srcId="{4AB258DD-6FE5-41BB-85D1-580718DC9EAA}" destId="{C943636B-5999-4576-B71B-E6DAE7CE821D}" srcOrd="0" destOrd="0" presId="urn:microsoft.com/office/officeart/2005/8/layout/hierarchy1"/>
    <dgm:cxn modelId="{3B9140E0-9153-4A22-B9D6-7C59E61CE3BA}" type="presParOf" srcId="{C943636B-5999-4576-B71B-E6DAE7CE821D}" destId="{2289DB62-A2DC-47A9-9927-593CC6390BE4}" srcOrd="0" destOrd="0" presId="urn:microsoft.com/office/officeart/2005/8/layout/hierarchy1"/>
    <dgm:cxn modelId="{0B479A0D-1C90-4BE4-A924-D1C9A7CC05A9}" type="presParOf" srcId="{C943636B-5999-4576-B71B-E6DAE7CE821D}" destId="{10C1254A-0E9A-4FD9-987F-F1CBB34AC1DB}" srcOrd="1" destOrd="0" presId="urn:microsoft.com/office/officeart/2005/8/layout/hierarchy1"/>
    <dgm:cxn modelId="{C0FA4C33-AC02-4533-A349-B6584F6C4461}" type="presParOf" srcId="{4AB258DD-6FE5-41BB-85D1-580718DC9EAA}" destId="{D532A51D-C212-4B36-8890-A61A58B70719}" srcOrd="1" destOrd="0" presId="urn:microsoft.com/office/officeart/2005/8/layout/hierarchy1"/>
    <dgm:cxn modelId="{638E342A-B535-4D7A-AF14-73FD56C77465}" type="presParOf" srcId="{603A548C-E98B-4722-9C3D-492CB821F1A1}" destId="{DF84AB61-EE8A-4C65-9794-5344CC944764}" srcOrd="2" destOrd="0" presId="urn:microsoft.com/office/officeart/2005/8/layout/hierarchy1"/>
    <dgm:cxn modelId="{B3DB0362-A9F8-40D6-BA8D-E083583EBE7E}" type="presParOf" srcId="{DF84AB61-EE8A-4C65-9794-5344CC944764}" destId="{F5781DE6-1EAB-458B-9DFC-B128C79D68EE}" srcOrd="0" destOrd="0" presId="urn:microsoft.com/office/officeart/2005/8/layout/hierarchy1"/>
    <dgm:cxn modelId="{30AE1803-0A7E-4B0E-B840-A247E4140063}" type="presParOf" srcId="{F5781DE6-1EAB-458B-9DFC-B128C79D68EE}" destId="{D1F07B68-632A-4990-8327-A1A868506603}" srcOrd="0" destOrd="0" presId="urn:microsoft.com/office/officeart/2005/8/layout/hierarchy1"/>
    <dgm:cxn modelId="{50CFF644-C05A-4CAD-9328-D46539CFAD6A}" type="presParOf" srcId="{F5781DE6-1EAB-458B-9DFC-B128C79D68EE}" destId="{D33C9542-DDA0-4565-8777-D9AC698AE2DC}" srcOrd="1" destOrd="0" presId="urn:microsoft.com/office/officeart/2005/8/layout/hierarchy1"/>
    <dgm:cxn modelId="{035AB679-0F41-4DCE-BA5E-812794AD6609}" type="presParOf" srcId="{DF84AB61-EE8A-4C65-9794-5344CC944764}" destId="{243E33AC-AA24-44E8-A00B-50B22DFB4057}" srcOrd="1" destOrd="0" presId="urn:microsoft.com/office/officeart/2005/8/layout/hierarchy1"/>
    <dgm:cxn modelId="{13D1DC7D-4909-4B22-A943-464BDD76D69F}" type="presParOf" srcId="{603A548C-E98B-4722-9C3D-492CB821F1A1}" destId="{2722224E-F4C7-4A77-A316-4AD967E52721}" srcOrd="3" destOrd="0" presId="urn:microsoft.com/office/officeart/2005/8/layout/hierarchy1"/>
    <dgm:cxn modelId="{0B85A4DD-D54B-402C-94F5-C8F4D2F1609B}" type="presParOf" srcId="{2722224E-F4C7-4A77-A316-4AD967E52721}" destId="{598C7D4E-897C-44B3-8AAE-1240A8E17C5A}" srcOrd="0" destOrd="0" presId="urn:microsoft.com/office/officeart/2005/8/layout/hierarchy1"/>
    <dgm:cxn modelId="{3FBBDBF4-79C3-43DD-AB50-36A2447838C2}" type="presParOf" srcId="{598C7D4E-897C-44B3-8AAE-1240A8E17C5A}" destId="{B3C5290A-E535-4019-B158-01A56A5BE293}" srcOrd="0" destOrd="0" presId="urn:microsoft.com/office/officeart/2005/8/layout/hierarchy1"/>
    <dgm:cxn modelId="{48F612C5-E3BE-4B09-B6FA-2C2764152FFA}" type="presParOf" srcId="{598C7D4E-897C-44B3-8AAE-1240A8E17C5A}" destId="{4D48ECBE-3FA4-4504-A949-E1DC95E541BD}" srcOrd="1" destOrd="0" presId="urn:microsoft.com/office/officeart/2005/8/layout/hierarchy1"/>
    <dgm:cxn modelId="{812CF27A-80B7-4ABF-A302-C9E210CC8CEF}" type="presParOf" srcId="{2722224E-F4C7-4A77-A316-4AD967E52721}" destId="{3B8B2AF3-4B3B-4253-89E1-889D84A455E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CCF731-8D09-4660-A324-CA1402B2D94D}">
      <dsp:nvSpPr>
        <dsp:cNvPr id="0" name=""/>
        <dsp:cNvSpPr/>
      </dsp:nvSpPr>
      <dsp:spPr>
        <a:xfrm>
          <a:off x="3947" y="966265"/>
          <a:ext cx="589886" cy="58988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DD04C1-C02C-4E4B-8961-1D896913BA32}">
      <dsp:nvSpPr>
        <dsp:cNvPr id="0" name=""/>
        <dsp:cNvSpPr/>
      </dsp:nvSpPr>
      <dsp:spPr>
        <a:xfrm>
          <a:off x="3947" y="1627599"/>
          <a:ext cx="1685390" cy="6215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Coordinamento moduli Maven</a:t>
          </a:r>
        </a:p>
      </dsp:txBody>
      <dsp:txXfrm>
        <a:off x="3947" y="1627599"/>
        <a:ext cx="1685390" cy="621528"/>
      </dsp:txXfrm>
    </dsp:sp>
    <dsp:sp modelId="{9E403EA2-50CC-40F0-8C5B-34A50B8CED0A}">
      <dsp:nvSpPr>
        <dsp:cNvPr id="0" name=""/>
        <dsp:cNvSpPr/>
      </dsp:nvSpPr>
      <dsp:spPr>
        <a:xfrm>
          <a:off x="3947" y="2282359"/>
          <a:ext cx="1685390" cy="345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kern="1200"/>
            <a:t>Configurazione pom.xml</a:t>
          </a:r>
          <a:endParaRPr lang="en-US" sz="1100" kern="1200"/>
        </a:p>
      </dsp:txBody>
      <dsp:txXfrm>
        <a:off x="3947" y="2282359"/>
        <a:ext cx="1685390" cy="345474"/>
      </dsp:txXfrm>
    </dsp:sp>
    <dsp:sp modelId="{24EF038E-80E3-4835-ACBB-38888982A7C4}">
      <dsp:nvSpPr>
        <dsp:cNvPr id="0" name=""/>
        <dsp:cNvSpPr/>
      </dsp:nvSpPr>
      <dsp:spPr>
        <a:xfrm>
          <a:off x="1984281" y="966265"/>
          <a:ext cx="589886" cy="58988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A936B3-D518-4D38-B1E5-6E7D61385305}">
      <dsp:nvSpPr>
        <dsp:cNvPr id="0" name=""/>
        <dsp:cNvSpPr/>
      </dsp:nvSpPr>
      <dsp:spPr>
        <a:xfrm>
          <a:off x="1984281" y="1627599"/>
          <a:ext cx="1685390" cy="6215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400" kern="1200"/>
            <a:t>Comprensione di Spring Boot per il data base</a:t>
          </a:r>
          <a:endParaRPr lang="en-US" sz="1400" kern="1200"/>
        </a:p>
      </dsp:txBody>
      <dsp:txXfrm>
        <a:off x="1984281" y="1627599"/>
        <a:ext cx="1685390" cy="621528"/>
      </dsp:txXfrm>
    </dsp:sp>
    <dsp:sp modelId="{894E2B9A-C3F5-418C-9701-E1D6C7750A20}">
      <dsp:nvSpPr>
        <dsp:cNvPr id="0" name=""/>
        <dsp:cNvSpPr/>
      </dsp:nvSpPr>
      <dsp:spPr>
        <a:xfrm>
          <a:off x="1984281" y="2282359"/>
          <a:ext cx="1685390" cy="345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kern="1200"/>
            <a:t>Separazione livelli (dominio, service, data)</a:t>
          </a:r>
          <a:endParaRPr lang="en-US" sz="1100" kern="1200"/>
        </a:p>
      </dsp:txBody>
      <dsp:txXfrm>
        <a:off x="1984281" y="2282359"/>
        <a:ext cx="1685390" cy="345474"/>
      </dsp:txXfrm>
    </dsp:sp>
    <dsp:sp modelId="{FB3B0B42-A912-4E99-B57E-E84FA21BD61A}">
      <dsp:nvSpPr>
        <dsp:cNvPr id="0" name=""/>
        <dsp:cNvSpPr/>
      </dsp:nvSpPr>
      <dsp:spPr>
        <a:xfrm>
          <a:off x="3964615" y="966265"/>
          <a:ext cx="589886" cy="58988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0CE8C2-9DC5-4484-ADB2-120E876C1F9B}">
      <dsp:nvSpPr>
        <dsp:cNvPr id="0" name=""/>
        <dsp:cNvSpPr/>
      </dsp:nvSpPr>
      <dsp:spPr>
        <a:xfrm>
          <a:off x="3964615" y="1627599"/>
          <a:ext cx="1685390" cy="6215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400" kern="1200"/>
            <a:t>Function decomposition</a:t>
          </a:r>
          <a:endParaRPr lang="en-US" sz="1400" kern="1200"/>
        </a:p>
      </dsp:txBody>
      <dsp:txXfrm>
        <a:off x="3964615" y="1627599"/>
        <a:ext cx="1685390" cy="621528"/>
      </dsp:txXfrm>
    </dsp:sp>
    <dsp:sp modelId="{36B0428A-836C-4E59-91D1-D820E0DBB003}">
      <dsp:nvSpPr>
        <dsp:cNvPr id="0" name=""/>
        <dsp:cNvSpPr/>
      </dsp:nvSpPr>
      <dsp:spPr>
        <a:xfrm>
          <a:off x="3964615" y="2282359"/>
          <a:ext cx="1685390" cy="345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kern="1200"/>
            <a:t>(dominio, service, data)</a:t>
          </a:r>
          <a:endParaRPr lang="en-US" sz="1100" kern="1200"/>
        </a:p>
      </dsp:txBody>
      <dsp:txXfrm>
        <a:off x="3964615" y="2282359"/>
        <a:ext cx="1685390" cy="345474"/>
      </dsp:txXfrm>
    </dsp:sp>
    <dsp:sp modelId="{331B2BEB-EC41-47C4-8721-7598C26CEFFF}">
      <dsp:nvSpPr>
        <dsp:cNvPr id="0" name=""/>
        <dsp:cNvSpPr/>
      </dsp:nvSpPr>
      <dsp:spPr>
        <a:xfrm>
          <a:off x="5944949" y="966265"/>
          <a:ext cx="589886" cy="58988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BD1268-C12F-4819-90C9-731C23CB031F}">
      <dsp:nvSpPr>
        <dsp:cNvPr id="0" name=""/>
        <dsp:cNvSpPr/>
      </dsp:nvSpPr>
      <dsp:spPr>
        <a:xfrm>
          <a:off x="5944949" y="1627599"/>
          <a:ext cx="1685390" cy="6215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400" kern="1200"/>
            <a:t>Sviluppare la GUI</a:t>
          </a:r>
          <a:endParaRPr lang="en-US" sz="1400" kern="1200"/>
        </a:p>
      </dsp:txBody>
      <dsp:txXfrm>
        <a:off x="5944949" y="1627599"/>
        <a:ext cx="1685390" cy="621528"/>
      </dsp:txXfrm>
    </dsp:sp>
    <dsp:sp modelId="{BBBB01C6-67C2-4001-8CC8-BDA101E353C6}">
      <dsp:nvSpPr>
        <dsp:cNvPr id="0" name=""/>
        <dsp:cNvSpPr/>
      </dsp:nvSpPr>
      <dsp:spPr>
        <a:xfrm>
          <a:off x="5944949" y="2282359"/>
          <a:ext cx="1685390" cy="345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kern="1200"/>
            <a:t>Comprensione e gestione MVC</a:t>
          </a:r>
          <a:endParaRPr lang="en-US" sz="1100" kern="1200"/>
        </a:p>
      </dsp:txBody>
      <dsp:txXfrm>
        <a:off x="5944949" y="2282359"/>
        <a:ext cx="1685390" cy="34547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7032CA-8E6C-470E-8B66-067A9573AC52}">
      <dsp:nvSpPr>
        <dsp:cNvPr id="0" name=""/>
        <dsp:cNvSpPr/>
      </dsp:nvSpPr>
      <dsp:spPr>
        <a:xfrm>
          <a:off x="0" y="3245"/>
          <a:ext cx="7634288" cy="755286"/>
        </a:xfrm>
        <a:prstGeom prst="roundRect">
          <a:avLst>
            <a:gd name="adj" fmla="val 10000"/>
          </a:avLst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16C53A-6C37-47EA-A8D8-BF9C8646A622}">
      <dsp:nvSpPr>
        <dsp:cNvPr id="0" name=""/>
        <dsp:cNvSpPr/>
      </dsp:nvSpPr>
      <dsp:spPr>
        <a:xfrm>
          <a:off x="228474" y="173184"/>
          <a:ext cx="415407" cy="41540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38C32A-00AE-43AE-B77C-B1D5C601FF82}">
      <dsp:nvSpPr>
        <dsp:cNvPr id="0" name=""/>
        <dsp:cNvSpPr/>
      </dsp:nvSpPr>
      <dsp:spPr>
        <a:xfrm>
          <a:off x="872355" y="3245"/>
          <a:ext cx="3435429" cy="7552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934" tIns="79934" rIns="79934" bIns="79934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000" b="1" kern="1200"/>
            <a:t>Paradigma di programmazione</a:t>
          </a:r>
          <a:endParaRPr lang="en-US" sz="2000" kern="1200"/>
        </a:p>
      </dsp:txBody>
      <dsp:txXfrm>
        <a:off x="872355" y="3245"/>
        <a:ext cx="3435429" cy="755286"/>
      </dsp:txXfrm>
    </dsp:sp>
    <dsp:sp modelId="{993839AC-EBB1-4525-AB93-AFC5EFAFFE3B}">
      <dsp:nvSpPr>
        <dsp:cNvPr id="0" name=""/>
        <dsp:cNvSpPr/>
      </dsp:nvSpPr>
      <dsp:spPr>
        <a:xfrm>
          <a:off x="4307785" y="3245"/>
          <a:ext cx="3325650" cy="7552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934" tIns="79934" rIns="79934" bIns="79934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1" kern="1200"/>
            <a:t>Programmazione orientata agli oggetti</a:t>
          </a:r>
          <a:endParaRPr lang="en-US" sz="1100" b="1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1" kern="1200"/>
            <a:t>Uso di DTO e Mapper</a:t>
          </a:r>
          <a:endParaRPr lang="en-US" sz="1100" b="1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1" kern="1200"/>
            <a:t>Uso di Singleton (Root, SessionManager)</a:t>
          </a:r>
          <a:endParaRPr lang="en-US" sz="1100" b="1" kern="1200"/>
        </a:p>
      </dsp:txBody>
      <dsp:txXfrm>
        <a:off x="4307785" y="3245"/>
        <a:ext cx="3325650" cy="755286"/>
      </dsp:txXfrm>
    </dsp:sp>
    <dsp:sp modelId="{3C7121CF-D02E-49EC-BAE5-709835E791E5}">
      <dsp:nvSpPr>
        <dsp:cNvPr id="0" name=""/>
        <dsp:cNvSpPr/>
      </dsp:nvSpPr>
      <dsp:spPr>
        <a:xfrm>
          <a:off x="0" y="947352"/>
          <a:ext cx="7634288" cy="755286"/>
        </a:xfrm>
        <a:prstGeom prst="roundRect">
          <a:avLst>
            <a:gd name="adj" fmla="val 10000"/>
          </a:avLst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F46C24-6885-4E5C-9439-2C733C3ECB3F}">
      <dsp:nvSpPr>
        <dsp:cNvPr id="0" name=""/>
        <dsp:cNvSpPr/>
      </dsp:nvSpPr>
      <dsp:spPr>
        <a:xfrm>
          <a:off x="228474" y="1117292"/>
          <a:ext cx="415407" cy="41540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60E814-C017-4607-9288-BBEFF6C32A1D}">
      <dsp:nvSpPr>
        <dsp:cNvPr id="0" name=""/>
        <dsp:cNvSpPr/>
      </dsp:nvSpPr>
      <dsp:spPr>
        <a:xfrm>
          <a:off x="872355" y="947352"/>
          <a:ext cx="3435429" cy="7552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934" tIns="79934" rIns="79934" bIns="79934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000" b="1" kern="1200"/>
            <a:t>Modellazione</a:t>
          </a:r>
          <a:endParaRPr lang="en-US" sz="2000" kern="1200"/>
        </a:p>
      </dsp:txBody>
      <dsp:txXfrm>
        <a:off x="872355" y="947352"/>
        <a:ext cx="3435429" cy="755286"/>
      </dsp:txXfrm>
    </dsp:sp>
    <dsp:sp modelId="{D50B830A-A262-4A1F-B231-A17CE92C2F2A}">
      <dsp:nvSpPr>
        <dsp:cNvPr id="0" name=""/>
        <dsp:cNvSpPr/>
      </dsp:nvSpPr>
      <dsp:spPr>
        <a:xfrm>
          <a:off x="4307785" y="947352"/>
          <a:ext cx="3325650" cy="7552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934" tIns="79934" rIns="79934" bIns="79934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1" kern="1200"/>
            <a:t>UML (diagrammi classi, package, architettura</a:t>
          </a:r>
          <a:r>
            <a:rPr lang="it-IT" sz="1100" kern="1200"/>
            <a:t>)</a:t>
          </a:r>
          <a:endParaRPr lang="en-US" sz="1100" kern="1200"/>
        </a:p>
      </dsp:txBody>
      <dsp:txXfrm>
        <a:off x="4307785" y="947352"/>
        <a:ext cx="3325650" cy="755286"/>
      </dsp:txXfrm>
    </dsp:sp>
    <dsp:sp modelId="{631EF692-2073-49CF-B9E8-77176BC20A5F}">
      <dsp:nvSpPr>
        <dsp:cNvPr id="0" name=""/>
        <dsp:cNvSpPr/>
      </dsp:nvSpPr>
      <dsp:spPr>
        <a:xfrm>
          <a:off x="0" y="1891460"/>
          <a:ext cx="7634288" cy="755286"/>
        </a:xfrm>
        <a:prstGeom prst="roundRect">
          <a:avLst>
            <a:gd name="adj" fmla="val 10000"/>
          </a:avLst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990C7D-1AC0-4D23-BA80-9D7416C63026}">
      <dsp:nvSpPr>
        <dsp:cNvPr id="0" name=""/>
        <dsp:cNvSpPr/>
      </dsp:nvSpPr>
      <dsp:spPr>
        <a:xfrm>
          <a:off x="228474" y="2061400"/>
          <a:ext cx="415407" cy="41540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6D8EDB-B02B-471E-B07F-D9E361BC975C}">
      <dsp:nvSpPr>
        <dsp:cNvPr id="0" name=""/>
        <dsp:cNvSpPr/>
      </dsp:nvSpPr>
      <dsp:spPr>
        <a:xfrm>
          <a:off x="872355" y="1891460"/>
          <a:ext cx="3435429" cy="7552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934" tIns="79934" rIns="79934" bIns="79934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000" b="1" kern="1200"/>
            <a:t>Linguaggio</a:t>
          </a:r>
          <a:endParaRPr lang="en-US" sz="2000" kern="1200"/>
        </a:p>
      </dsp:txBody>
      <dsp:txXfrm>
        <a:off x="872355" y="1891460"/>
        <a:ext cx="3435429" cy="755286"/>
      </dsp:txXfrm>
    </dsp:sp>
    <dsp:sp modelId="{346E9FCC-47C4-458F-8468-5E9FA5F1CE64}">
      <dsp:nvSpPr>
        <dsp:cNvPr id="0" name=""/>
        <dsp:cNvSpPr/>
      </dsp:nvSpPr>
      <dsp:spPr>
        <a:xfrm>
          <a:off x="4307785" y="1891460"/>
          <a:ext cx="3325650" cy="7552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934" tIns="79934" rIns="79934" bIns="79934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1" kern="1200"/>
            <a:t>Java</a:t>
          </a:r>
          <a:endParaRPr lang="en-US" sz="1100" b="1" kern="1200"/>
        </a:p>
      </dsp:txBody>
      <dsp:txXfrm>
        <a:off x="4307785" y="1891460"/>
        <a:ext cx="3325650" cy="755286"/>
      </dsp:txXfrm>
    </dsp:sp>
    <dsp:sp modelId="{B22882A4-A2FA-4D96-9149-4E9096AEA83E}">
      <dsp:nvSpPr>
        <dsp:cNvPr id="0" name=""/>
        <dsp:cNvSpPr/>
      </dsp:nvSpPr>
      <dsp:spPr>
        <a:xfrm>
          <a:off x="0" y="2835568"/>
          <a:ext cx="7634288" cy="755286"/>
        </a:xfrm>
        <a:prstGeom prst="roundRect">
          <a:avLst>
            <a:gd name="adj" fmla="val 10000"/>
          </a:avLst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028DCE-00AD-4777-87C8-2902AB525E42}">
      <dsp:nvSpPr>
        <dsp:cNvPr id="0" name=""/>
        <dsp:cNvSpPr/>
      </dsp:nvSpPr>
      <dsp:spPr>
        <a:xfrm>
          <a:off x="228474" y="3005507"/>
          <a:ext cx="415407" cy="41540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87360F-165C-41F7-A124-F6A694746C04}">
      <dsp:nvSpPr>
        <dsp:cNvPr id="0" name=""/>
        <dsp:cNvSpPr/>
      </dsp:nvSpPr>
      <dsp:spPr>
        <a:xfrm>
          <a:off x="872355" y="2835568"/>
          <a:ext cx="3435429" cy="7552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934" tIns="79934" rIns="79934" bIns="79934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000" b="1" kern="1200"/>
            <a:t>Framework e Librerie</a:t>
          </a:r>
          <a:endParaRPr lang="en-US" sz="2000" kern="1200"/>
        </a:p>
      </dsp:txBody>
      <dsp:txXfrm>
        <a:off x="872355" y="2835568"/>
        <a:ext cx="3435429" cy="755286"/>
      </dsp:txXfrm>
    </dsp:sp>
    <dsp:sp modelId="{F6744DAF-B681-4182-A7ED-D797FD6F15DF}">
      <dsp:nvSpPr>
        <dsp:cNvPr id="0" name=""/>
        <dsp:cNvSpPr/>
      </dsp:nvSpPr>
      <dsp:spPr>
        <a:xfrm>
          <a:off x="4307785" y="2835568"/>
          <a:ext cx="3325650" cy="7552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934" tIns="79934" rIns="79934" bIns="79934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1" kern="1200"/>
            <a:t>Spring Boot	|	Spring Data JPA</a:t>
          </a:r>
          <a:endParaRPr lang="en-US" sz="1100" b="1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1" kern="1200"/>
            <a:t>H2 Database	|	Swing (GUI)</a:t>
          </a:r>
          <a:endParaRPr lang="en-US" sz="1100" b="1" kern="1200"/>
        </a:p>
      </dsp:txBody>
      <dsp:txXfrm>
        <a:off x="4307785" y="2835568"/>
        <a:ext cx="3325650" cy="75528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C79A29-1E90-49D4-B163-B76A598B5BFE}">
      <dsp:nvSpPr>
        <dsp:cNvPr id="0" name=""/>
        <dsp:cNvSpPr/>
      </dsp:nvSpPr>
      <dsp:spPr>
        <a:xfrm>
          <a:off x="0" y="114410"/>
          <a:ext cx="7634288" cy="61775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400" kern="1200" dirty="0"/>
            <a:t>🔄 Iterazioni brevi</a:t>
          </a:r>
          <a:endParaRPr lang="en-US" sz="2400" kern="1200" dirty="0"/>
        </a:p>
      </dsp:txBody>
      <dsp:txXfrm>
        <a:off x="30157" y="144567"/>
        <a:ext cx="7573974" cy="557445"/>
      </dsp:txXfrm>
    </dsp:sp>
    <dsp:sp modelId="{9123BF39-C238-42E5-BE69-F3481899017F}">
      <dsp:nvSpPr>
        <dsp:cNvPr id="0" name=""/>
        <dsp:cNvSpPr/>
      </dsp:nvSpPr>
      <dsp:spPr>
        <a:xfrm>
          <a:off x="0" y="801290"/>
          <a:ext cx="7634288" cy="617759"/>
        </a:xfrm>
        <a:prstGeom prst="roundRect">
          <a:avLst/>
        </a:prstGeom>
        <a:solidFill>
          <a:schemeClr val="accent5">
            <a:hueOff val="4778670"/>
            <a:satOff val="-10209"/>
            <a:lumOff val="-4265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400" kern="1200"/>
            <a:t>♻ Refactoring continuo</a:t>
          </a:r>
          <a:endParaRPr lang="en-US" sz="2400" kern="1200"/>
        </a:p>
      </dsp:txBody>
      <dsp:txXfrm>
        <a:off x="30157" y="831447"/>
        <a:ext cx="7573974" cy="557445"/>
      </dsp:txXfrm>
    </dsp:sp>
    <dsp:sp modelId="{B4FAFFFB-DD9B-4A85-AB58-1221E0B306CA}">
      <dsp:nvSpPr>
        <dsp:cNvPr id="0" name=""/>
        <dsp:cNvSpPr/>
      </dsp:nvSpPr>
      <dsp:spPr>
        <a:xfrm>
          <a:off x="0" y="1488170"/>
          <a:ext cx="7634288" cy="617759"/>
        </a:xfrm>
        <a:prstGeom prst="roundRect">
          <a:avLst/>
        </a:prstGeom>
        <a:solidFill>
          <a:schemeClr val="accent5">
            <a:hueOff val="9557340"/>
            <a:satOff val="-20419"/>
            <a:lumOff val="-8529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400" kern="1200" dirty="0"/>
            <a:t>👥 </a:t>
          </a:r>
          <a:r>
            <a:rPr lang="it-IT" sz="2400" kern="1200" dirty="0" err="1"/>
            <a:t>Pair</a:t>
          </a:r>
          <a:r>
            <a:rPr lang="it-IT" sz="2400" kern="1200" dirty="0"/>
            <a:t> programming quasi costantemente</a:t>
          </a:r>
          <a:endParaRPr lang="en-US" sz="2400" kern="1200" dirty="0"/>
        </a:p>
      </dsp:txBody>
      <dsp:txXfrm>
        <a:off x="30157" y="1518327"/>
        <a:ext cx="7573974" cy="557445"/>
      </dsp:txXfrm>
    </dsp:sp>
    <dsp:sp modelId="{609C4B47-F65C-4919-9693-E68E8808CBC1}">
      <dsp:nvSpPr>
        <dsp:cNvPr id="0" name=""/>
        <dsp:cNvSpPr/>
      </dsp:nvSpPr>
      <dsp:spPr>
        <a:xfrm>
          <a:off x="0" y="2175050"/>
          <a:ext cx="7634288" cy="617759"/>
        </a:xfrm>
        <a:prstGeom prst="roundRect">
          <a:avLst/>
        </a:prstGeom>
        <a:solidFill>
          <a:schemeClr val="accent5">
            <a:hueOff val="14336010"/>
            <a:satOff val="-30628"/>
            <a:lumOff val="-12794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400" kern="1200"/>
            <a:t>📝 Documentazione aggiornata progressivamente</a:t>
          </a:r>
          <a:endParaRPr lang="en-US" sz="2400" kern="1200"/>
        </a:p>
      </dsp:txBody>
      <dsp:txXfrm>
        <a:off x="30157" y="2205207"/>
        <a:ext cx="7573974" cy="557445"/>
      </dsp:txXfrm>
    </dsp:sp>
    <dsp:sp modelId="{B7C7EADA-65F9-4F33-AA50-E1A57A922F8E}">
      <dsp:nvSpPr>
        <dsp:cNvPr id="0" name=""/>
        <dsp:cNvSpPr/>
      </dsp:nvSpPr>
      <dsp:spPr>
        <a:xfrm>
          <a:off x="0" y="2861930"/>
          <a:ext cx="7634288" cy="617759"/>
        </a:xfrm>
        <a:prstGeom prst="roundRect">
          <a:avLst/>
        </a:prstGeom>
        <a:solidFill>
          <a:schemeClr val="accent5">
            <a:hueOff val="19114680"/>
            <a:satOff val="-40837"/>
            <a:lumOff val="-17059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400" kern="1200"/>
            <a:t>🔁 Feedback loop continuo tra sviluppo e miglioramento</a:t>
          </a:r>
          <a:endParaRPr lang="en-US" sz="2400" kern="1200"/>
        </a:p>
      </dsp:txBody>
      <dsp:txXfrm>
        <a:off x="30157" y="2892087"/>
        <a:ext cx="7573974" cy="55744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2D7666-330A-489D-8639-BAB73FD4DDC1}">
      <dsp:nvSpPr>
        <dsp:cNvPr id="0" name=""/>
        <dsp:cNvSpPr/>
      </dsp:nvSpPr>
      <dsp:spPr>
        <a:xfrm>
          <a:off x="0" y="0"/>
          <a:ext cx="5253553" cy="66026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900" kern="1200"/>
            <a:t>API</a:t>
          </a:r>
          <a:endParaRPr lang="en-US" sz="2900" kern="1200"/>
        </a:p>
      </dsp:txBody>
      <dsp:txXfrm>
        <a:off x="19338" y="19338"/>
        <a:ext cx="4485289" cy="621585"/>
      </dsp:txXfrm>
    </dsp:sp>
    <dsp:sp modelId="{0BC36ADF-9915-4A56-A753-6F9B6A78FF6C}">
      <dsp:nvSpPr>
        <dsp:cNvPr id="0" name=""/>
        <dsp:cNvSpPr/>
      </dsp:nvSpPr>
      <dsp:spPr>
        <a:xfrm>
          <a:off x="439985" y="780308"/>
          <a:ext cx="5253553" cy="66026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900" kern="1200"/>
            <a:t>UseCase </a:t>
          </a:r>
          <a:endParaRPr lang="en-US" sz="2900" kern="1200"/>
        </a:p>
      </dsp:txBody>
      <dsp:txXfrm>
        <a:off x="459323" y="799646"/>
        <a:ext cx="4345722" cy="621585"/>
      </dsp:txXfrm>
    </dsp:sp>
    <dsp:sp modelId="{B758C4E0-62B1-432F-834F-F5C279C23361}">
      <dsp:nvSpPr>
        <dsp:cNvPr id="0" name=""/>
        <dsp:cNvSpPr/>
      </dsp:nvSpPr>
      <dsp:spPr>
        <a:xfrm>
          <a:off x="873403" y="1560617"/>
          <a:ext cx="5253553" cy="66026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900" kern="1200"/>
            <a:t>Service</a:t>
          </a:r>
          <a:endParaRPr lang="en-US" sz="2900" kern="1200"/>
        </a:p>
      </dsp:txBody>
      <dsp:txXfrm>
        <a:off x="892741" y="1579955"/>
        <a:ext cx="4352289" cy="621585"/>
      </dsp:txXfrm>
    </dsp:sp>
    <dsp:sp modelId="{F28FAEF6-BCF0-40E7-B894-BD04DA1C77A4}">
      <dsp:nvSpPr>
        <dsp:cNvPr id="0" name=""/>
        <dsp:cNvSpPr/>
      </dsp:nvSpPr>
      <dsp:spPr>
        <a:xfrm>
          <a:off x="1313388" y="2340925"/>
          <a:ext cx="5253553" cy="66026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900" kern="1200"/>
            <a:t>Data</a:t>
          </a:r>
          <a:endParaRPr lang="en-US" sz="2900" kern="1200"/>
        </a:p>
      </dsp:txBody>
      <dsp:txXfrm>
        <a:off x="1332726" y="2360263"/>
        <a:ext cx="4345722" cy="621585"/>
      </dsp:txXfrm>
    </dsp:sp>
    <dsp:sp modelId="{4DE10867-1A53-4A8C-8572-3D120F84A44C}">
      <dsp:nvSpPr>
        <dsp:cNvPr id="0" name=""/>
        <dsp:cNvSpPr/>
      </dsp:nvSpPr>
      <dsp:spPr>
        <a:xfrm>
          <a:off x="4824383" y="505700"/>
          <a:ext cx="429169" cy="429169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4920946" y="505700"/>
        <a:ext cx="236043" cy="322950"/>
      </dsp:txXfrm>
    </dsp:sp>
    <dsp:sp modelId="{F2DA60A5-B54E-412C-8039-5683CCEA1BA0}">
      <dsp:nvSpPr>
        <dsp:cNvPr id="0" name=""/>
        <dsp:cNvSpPr/>
      </dsp:nvSpPr>
      <dsp:spPr>
        <a:xfrm>
          <a:off x="5264368" y="1286008"/>
          <a:ext cx="429169" cy="429169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5360931" y="1286008"/>
        <a:ext cx="236043" cy="322950"/>
      </dsp:txXfrm>
    </dsp:sp>
    <dsp:sp modelId="{AE096E0A-BD20-4E33-8082-16A68BA40D51}">
      <dsp:nvSpPr>
        <dsp:cNvPr id="0" name=""/>
        <dsp:cNvSpPr/>
      </dsp:nvSpPr>
      <dsp:spPr>
        <a:xfrm>
          <a:off x="5697787" y="2066317"/>
          <a:ext cx="429169" cy="429169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5794350" y="2066317"/>
        <a:ext cx="236043" cy="32295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538A66-6BF9-4462-8EBD-D019EDE23754}">
      <dsp:nvSpPr>
        <dsp:cNvPr id="0" name=""/>
        <dsp:cNvSpPr/>
      </dsp:nvSpPr>
      <dsp:spPr>
        <a:xfrm>
          <a:off x="0" y="0"/>
          <a:ext cx="5645876" cy="68204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000" kern="1200"/>
            <a:t>Model</a:t>
          </a:r>
          <a:endParaRPr lang="en-US" sz="3000" kern="1200"/>
        </a:p>
      </dsp:txBody>
      <dsp:txXfrm>
        <a:off x="19976" y="19976"/>
        <a:ext cx="4852269" cy="642088"/>
      </dsp:txXfrm>
    </dsp:sp>
    <dsp:sp modelId="{F0127888-B2FF-438A-AD44-612F3A084A40}">
      <dsp:nvSpPr>
        <dsp:cNvPr id="0" name=""/>
        <dsp:cNvSpPr/>
      </dsp:nvSpPr>
      <dsp:spPr>
        <a:xfrm>
          <a:off x="472842" y="806047"/>
          <a:ext cx="5645876" cy="682040"/>
        </a:xfrm>
        <a:prstGeom prst="roundRect">
          <a:avLst>
            <a:gd name="adj" fmla="val 10000"/>
          </a:avLst>
        </a:prstGeom>
        <a:solidFill>
          <a:schemeClr val="accent5">
            <a:hueOff val="6371560"/>
            <a:satOff val="-13612"/>
            <a:lumOff val="-5686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000" kern="1200"/>
            <a:t>bridge</a:t>
          </a:r>
          <a:endParaRPr lang="en-US" sz="3000" kern="1200"/>
        </a:p>
      </dsp:txBody>
      <dsp:txXfrm>
        <a:off x="492818" y="826023"/>
        <a:ext cx="4689755" cy="642088"/>
      </dsp:txXfrm>
    </dsp:sp>
    <dsp:sp modelId="{C5063C8D-04FC-4767-8D14-B0DF72261FFD}">
      <dsp:nvSpPr>
        <dsp:cNvPr id="0" name=""/>
        <dsp:cNvSpPr/>
      </dsp:nvSpPr>
      <dsp:spPr>
        <a:xfrm>
          <a:off x="938626" y="1612095"/>
          <a:ext cx="5645876" cy="682040"/>
        </a:xfrm>
        <a:prstGeom prst="roundRect">
          <a:avLst>
            <a:gd name="adj" fmla="val 10000"/>
          </a:avLst>
        </a:prstGeom>
        <a:solidFill>
          <a:schemeClr val="accent5">
            <a:hueOff val="12743121"/>
            <a:satOff val="-27225"/>
            <a:lumOff val="-11373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000" kern="1200"/>
            <a:t>control</a:t>
          </a:r>
          <a:endParaRPr lang="en-US" sz="3000" kern="1200"/>
        </a:p>
      </dsp:txBody>
      <dsp:txXfrm>
        <a:off x="958602" y="1632071"/>
        <a:ext cx="4696812" cy="642088"/>
      </dsp:txXfrm>
    </dsp:sp>
    <dsp:sp modelId="{566E696E-8F09-4665-81B5-B71DE6C60360}">
      <dsp:nvSpPr>
        <dsp:cNvPr id="0" name=""/>
        <dsp:cNvSpPr/>
      </dsp:nvSpPr>
      <dsp:spPr>
        <a:xfrm>
          <a:off x="1411468" y="2418143"/>
          <a:ext cx="5645876" cy="682040"/>
        </a:xfrm>
        <a:prstGeom prst="roundRect">
          <a:avLst>
            <a:gd name="adj" fmla="val 10000"/>
          </a:avLst>
        </a:prstGeom>
        <a:solidFill>
          <a:schemeClr val="accent5">
            <a:hueOff val="19114680"/>
            <a:satOff val="-40837"/>
            <a:lumOff val="-17059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000" kern="1200"/>
            <a:t>View</a:t>
          </a:r>
          <a:endParaRPr lang="en-US" sz="3000" kern="1200"/>
        </a:p>
      </dsp:txBody>
      <dsp:txXfrm>
        <a:off x="1431444" y="2438119"/>
        <a:ext cx="4689755" cy="642088"/>
      </dsp:txXfrm>
    </dsp:sp>
    <dsp:sp modelId="{AC99EB88-EB65-4C98-B91A-DFF25DC3DB5F}">
      <dsp:nvSpPr>
        <dsp:cNvPr id="0" name=""/>
        <dsp:cNvSpPr/>
      </dsp:nvSpPr>
      <dsp:spPr>
        <a:xfrm>
          <a:off x="5202549" y="522381"/>
          <a:ext cx="443326" cy="443326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5302297" y="522381"/>
        <a:ext cx="243830" cy="333603"/>
      </dsp:txXfrm>
    </dsp:sp>
    <dsp:sp modelId="{A1F9CCA2-3E7E-410D-823B-C50922831596}">
      <dsp:nvSpPr>
        <dsp:cNvPr id="0" name=""/>
        <dsp:cNvSpPr/>
      </dsp:nvSpPr>
      <dsp:spPr>
        <a:xfrm>
          <a:off x="5675391" y="1328428"/>
          <a:ext cx="443326" cy="443326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9663709"/>
            <a:satOff val="-19238"/>
            <a:lumOff val="-2280"/>
            <a:alphaOff val="0"/>
          </a:schemeClr>
        </a:solidFill>
        <a:ln w="12700" cap="flat" cmpd="sng" algn="in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5775139" y="1328428"/>
        <a:ext cx="243830" cy="333603"/>
      </dsp:txXfrm>
    </dsp:sp>
    <dsp:sp modelId="{40F41471-BE39-4BBF-B991-E2FEEB77D42E}">
      <dsp:nvSpPr>
        <dsp:cNvPr id="0" name=""/>
        <dsp:cNvSpPr/>
      </dsp:nvSpPr>
      <dsp:spPr>
        <a:xfrm>
          <a:off x="6141176" y="2134476"/>
          <a:ext cx="443326" cy="443326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19327418"/>
            <a:satOff val="-38476"/>
            <a:lumOff val="-4560"/>
            <a:alphaOff val="0"/>
          </a:schemeClr>
        </a:solidFill>
        <a:ln w="12700" cap="flat" cmpd="sng" algn="in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6240924" y="2134476"/>
        <a:ext cx="243830" cy="33360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B5F743-3E00-4BCA-9E86-8536A54B91C0}">
      <dsp:nvSpPr>
        <dsp:cNvPr id="0" name=""/>
        <dsp:cNvSpPr/>
      </dsp:nvSpPr>
      <dsp:spPr>
        <a:xfrm>
          <a:off x="0" y="1771"/>
          <a:ext cx="7856305" cy="8977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AB3D37-82DC-481C-BB56-CFC964974907}">
      <dsp:nvSpPr>
        <dsp:cNvPr id="0" name=""/>
        <dsp:cNvSpPr/>
      </dsp:nvSpPr>
      <dsp:spPr>
        <a:xfrm>
          <a:off x="271578" y="203771"/>
          <a:ext cx="493779" cy="49377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in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8F5570-910C-4DC5-8EE2-6EC01F527F43}">
      <dsp:nvSpPr>
        <dsp:cNvPr id="0" name=""/>
        <dsp:cNvSpPr/>
      </dsp:nvSpPr>
      <dsp:spPr>
        <a:xfrm>
          <a:off x="1036935" y="1771"/>
          <a:ext cx="3535337" cy="8977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015" tIns="95015" rIns="95015" bIns="9501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200" kern="1200"/>
            <a:t>Function Decomposition</a:t>
          </a:r>
          <a:endParaRPr lang="en-US" sz="2200" kern="1200"/>
        </a:p>
      </dsp:txBody>
      <dsp:txXfrm>
        <a:off x="1036935" y="1771"/>
        <a:ext cx="3535337" cy="897780"/>
      </dsp:txXfrm>
    </dsp:sp>
    <dsp:sp modelId="{C0DAEE2F-5296-4F6B-BDC2-FC005E824AAB}">
      <dsp:nvSpPr>
        <dsp:cNvPr id="0" name=""/>
        <dsp:cNvSpPr/>
      </dsp:nvSpPr>
      <dsp:spPr>
        <a:xfrm>
          <a:off x="4572273" y="1771"/>
          <a:ext cx="3284031" cy="8977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015" tIns="95015" rIns="95015" bIns="95015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b="1" i="1" kern="1200"/>
            <a:t>Persistenza su database</a:t>
          </a:r>
          <a:endParaRPr lang="en-US" sz="1400" b="1" i="1" kern="120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b="1" i="1" kern="1200"/>
            <a:t>Suddivisione in operazioni specifiche</a:t>
          </a:r>
          <a:endParaRPr lang="en-US" sz="1400" b="1" i="1" kern="1200"/>
        </a:p>
      </dsp:txBody>
      <dsp:txXfrm>
        <a:off x="4572273" y="1771"/>
        <a:ext cx="3284031" cy="897780"/>
      </dsp:txXfrm>
    </dsp:sp>
    <dsp:sp modelId="{ECB0DD95-94E9-41D1-81F1-D250C093D945}">
      <dsp:nvSpPr>
        <dsp:cNvPr id="0" name=""/>
        <dsp:cNvSpPr/>
      </dsp:nvSpPr>
      <dsp:spPr>
        <a:xfrm>
          <a:off x="0" y="1123996"/>
          <a:ext cx="7856305" cy="8977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B19B34-B2FB-4FEF-9613-E1A478414798}">
      <dsp:nvSpPr>
        <dsp:cNvPr id="0" name=""/>
        <dsp:cNvSpPr/>
      </dsp:nvSpPr>
      <dsp:spPr>
        <a:xfrm>
          <a:off x="271578" y="1325996"/>
          <a:ext cx="493779" cy="49377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in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BCDE89-F195-4C9D-A142-077DE747CC1B}">
      <dsp:nvSpPr>
        <dsp:cNvPr id="0" name=""/>
        <dsp:cNvSpPr/>
      </dsp:nvSpPr>
      <dsp:spPr>
        <a:xfrm>
          <a:off x="1036935" y="1123996"/>
          <a:ext cx="3535337" cy="8977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015" tIns="95015" rIns="95015" bIns="9501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200" kern="1200"/>
            <a:t>Orientamento a oggetti</a:t>
          </a:r>
          <a:endParaRPr lang="en-US" sz="2200" kern="1200"/>
        </a:p>
      </dsp:txBody>
      <dsp:txXfrm>
        <a:off x="1036935" y="1123996"/>
        <a:ext cx="3535337" cy="897780"/>
      </dsp:txXfrm>
    </dsp:sp>
    <dsp:sp modelId="{ACFF2BA1-8CFD-42FB-8E47-10FC32B686F1}">
      <dsp:nvSpPr>
        <dsp:cNvPr id="0" name=""/>
        <dsp:cNvSpPr/>
      </dsp:nvSpPr>
      <dsp:spPr>
        <a:xfrm>
          <a:off x="4572273" y="1123996"/>
          <a:ext cx="3284031" cy="8977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015" tIns="95015" rIns="95015" bIns="95015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b="1" i="1" kern="1200">
              <a:latin typeface="Gill Sans MT" panose="020B0502020104020203"/>
              <a:ea typeface="+mn-ea"/>
              <a:cs typeface="+mn-cs"/>
            </a:rPr>
            <a:t>Incapsulamento dei dati</a:t>
          </a:r>
          <a:endParaRPr lang="en-US" sz="1400" b="1" i="1" kern="1200">
            <a:latin typeface="Gill Sans MT" panose="020B0502020104020203"/>
            <a:ea typeface="+mn-ea"/>
            <a:cs typeface="+mn-cs"/>
          </a:endParaRP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b="1" i="1" kern="1200">
              <a:latin typeface="Gill Sans MT" panose="020B0502020104020203"/>
              <a:ea typeface="+mn-ea"/>
              <a:cs typeface="+mn-cs"/>
            </a:rPr>
            <a:t>Ereditarietà (Operator)</a:t>
          </a:r>
          <a:endParaRPr lang="en-US" sz="1400" b="1" i="1" kern="1200">
            <a:latin typeface="Gill Sans MT" panose="020B0502020104020203"/>
            <a:ea typeface="+mn-ea"/>
            <a:cs typeface="+mn-cs"/>
          </a:endParaRP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b="1" i="1" kern="1200">
              <a:latin typeface="Gill Sans MT" panose="020B0502020104020203"/>
              <a:ea typeface="+mn-ea"/>
              <a:cs typeface="+mn-cs"/>
            </a:rPr>
            <a:t>Uso di DTO e Mapper</a:t>
          </a:r>
          <a:endParaRPr lang="en-US" sz="1400" b="1" i="1" kern="1200">
            <a:latin typeface="Gill Sans MT" panose="020B0502020104020203"/>
            <a:ea typeface="+mn-ea"/>
            <a:cs typeface="+mn-cs"/>
          </a:endParaRPr>
        </a:p>
      </dsp:txBody>
      <dsp:txXfrm>
        <a:off x="4572273" y="1123996"/>
        <a:ext cx="3284031" cy="897780"/>
      </dsp:txXfrm>
    </dsp:sp>
    <dsp:sp modelId="{C46562E7-2D07-44A6-A404-F1EE0E1F803B}">
      <dsp:nvSpPr>
        <dsp:cNvPr id="0" name=""/>
        <dsp:cNvSpPr/>
      </dsp:nvSpPr>
      <dsp:spPr>
        <a:xfrm>
          <a:off x="0" y="2246221"/>
          <a:ext cx="7856305" cy="8977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EFFB27-33E5-48F4-9C0D-A4037B965A16}">
      <dsp:nvSpPr>
        <dsp:cNvPr id="0" name=""/>
        <dsp:cNvSpPr/>
      </dsp:nvSpPr>
      <dsp:spPr>
        <a:xfrm>
          <a:off x="271578" y="2448222"/>
          <a:ext cx="493779" cy="49377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in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A5FD87-C083-4E4F-B1CE-78D377DB4B2B}">
      <dsp:nvSpPr>
        <dsp:cNvPr id="0" name=""/>
        <dsp:cNvSpPr/>
      </dsp:nvSpPr>
      <dsp:spPr>
        <a:xfrm>
          <a:off x="1036935" y="2246221"/>
          <a:ext cx="3535337" cy="8977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015" tIns="95015" rIns="95015" bIns="9501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200" kern="1200"/>
            <a:t>Domain</a:t>
          </a:r>
          <a:endParaRPr lang="en-US" sz="2200" kern="1200"/>
        </a:p>
      </dsp:txBody>
      <dsp:txXfrm>
        <a:off x="1036935" y="2246221"/>
        <a:ext cx="3535337" cy="897780"/>
      </dsp:txXfrm>
    </dsp:sp>
    <dsp:sp modelId="{3B5588BB-7C04-4ED6-8FBC-5BDF1B05D155}">
      <dsp:nvSpPr>
        <dsp:cNvPr id="0" name=""/>
        <dsp:cNvSpPr/>
      </dsp:nvSpPr>
      <dsp:spPr>
        <a:xfrm>
          <a:off x="4572273" y="2246221"/>
          <a:ext cx="3284031" cy="8977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015" tIns="95015" rIns="95015" bIns="95015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b="1" i="1" kern="1200">
              <a:latin typeface="Gill Sans MT" panose="020B0502020104020203"/>
              <a:ea typeface="+mn-ea"/>
              <a:cs typeface="+mn-cs"/>
            </a:rPr>
            <a:t>Persistenza su database</a:t>
          </a:r>
          <a:endParaRPr lang="en-US" sz="1400" b="1" i="1" kern="1200">
            <a:latin typeface="Gill Sans MT" panose="020B0502020104020203"/>
            <a:ea typeface="+mn-ea"/>
            <a:cs typeface="+mn-cs"/>
          </a:endParaRP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b="1" i="1" kern="1200">
              <a:latin typeface="Gill Sans MT" panose="020B0502020104020203"/>
              <a:ea typeface="+mn-ea"/>
              <a:cs typeface="+mn-cs"/>
            </a:rPr>
            <a:t>Suddivisione in operazioni specifiche</a:t>
          </a:r>
          <a:endParaRPr lang="en-US" sz="1400" b="1" i="1" kern="1200">
            <a:latin typeface="Gill Sans MT" panose="020B0502020104020203"/>
            <a:ea typeface="+mn-ea"/>
            <a:cs typeface="+mn-cs"/>
          </a:endParaRPr>
        </a:p>
      </dsp:txBody>
      <dsp:txXfrm>
        <a:off x="4572273" y="2246221"/>
        <a:ext cx="3284031" cy="897780"/>
      </dsp:txXfrm>
    </dsp:sp>
    <dsp:sp modelId="{8801989E-0B18-4186-BE24-52A97EB28E1E}">
      <dsp:nvSpPr>
        <dsp:cNvPr id="0" name=""/>
        <dsp:cNvSpPr/>
      </dsp:nvSpPr>
      <dsp:spPr>
        <a:xfrm>
          <a:off x="0" y="3370217"/>
          <a:ext cx="7856305" cy="8977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BCA971-B9F0-4C5E-BB04-0C84B3096BED}">
      <dsp:nvSpPr>
        <dsp:cNvPr id="0" name=""/>
        <dsp:cNvSpPr/>
      </dsp:nvSpPr>
      <dsp:spPr>
        <a:xfrm>
          <a:off x="271578" y="3570447"/>
          <a:ext cx="493779" cy="49377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2700" cap="flat" cmpd="sng" algn="in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6D77C9-6072-4335-81BF-F2BF002C63C0}">
      <dsp:nvSpPr>
        <dsp:cNvPr id="0" name=""/>
        <dsp:cNvSpPr/>
      </dsp:nvSpPr>
      <dsp:spPr>
        <a:xfrm>
          <a:off x="1036935" y="3368446"/>
          <a:ext cx="3535337" cy="8977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015" tIns="95015" rIns="95015" bIns="9501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200" kern="1200"/>
            <a:t>Applicazione a blocchi</a:t>
          </a:r>
          <a:endParaRPr lang="en-US" sz="2200" kern="1200"/>
        </a:p>
      </dsp:txBody>
      <dsp:txXfrm>
        <a:off x="1036935" y="3368446"/>
        <a:ext cx="3535337" cy="897780"/>
      </dsp:txXfrm>
    </dsp:sp>
    <dsp:sp modelId="{68788B67-40F1-4E1B-8F8F-80318A0A7514}">
      <dsp:nvSpPr>
        <dsp:cNvPr id="0" name=""/>
        <dsp:cNvSpPr/>
      </dsp:nvSpPr>
      <dsp:spPr>
        <a:xfrm>
          <a:off x="4572273" y="3368446"/>
          <a:ext cx="3284031" cy="8977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015" tIns="95015" rIns="95015" bIns="95015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b="1" i="1" kern="1200">
              <a:latin typeface="Gill Sans MT" panose="020B0502020104020203"/>
              <a:ea typeface="+mn-ea"/>
              <a:cs typeface="+mn-cs"/>
            </a:rPr>
            <a:t>CLI organizzata per blocchi funzionali</a:t>
          </a:r>
          <a:endParaRPr lang="en-US" sz="1400" b="1" i="1" kern="1200">
            <a:latin typeface="Gill Sans MT" panose="020B0502020104020203"/>
            <a:ea typeface="+mn-ea"/>
            <a:cs typeface="+mn-cs"/>
          </a:endParaRP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b="1" i="1" kern="1200">
              <a:latin typeface="Gill Sans MT" panose="020B0502020104020203"/>
              <a:ea typeface="+mn-ea"/>
              <a:cs typeface="+mn-cs"/>
            </a:rPr>
            <a:t>Blocco gestione utenti</a:t>
          </a:r>
          <a:endParaRPr lang="en-US" sz="1400" b="1" i="1" kern="1200">
            <a:latin typeface="Gill Sans MT" panose="020B0502020104020203"/>
            <a:ea typeface="+mn-ea"/>
            <a:cs typeface="+mn-cs"/>
          </a:endParaRP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b="1" i="1" kern="1200">
              <a:latin typeface="Gill Sans MT" panose="020B0502020104020203"/>
              <a:ea typeface="+mn-ea"/>
              <a:cs typeface="+mn-cs"/>
            </a:rPr>
            <a:t>Blocco gestione CSV</a:t>
          </a:r>
          <a:endParaRPr lang="en-US" sz="1400" b="1" i="1" kern="1200">
            <a:latin typeface="Gill Sans MT" panose="020B0502020104020203"/>
            <a:ea typeface="+mn-ea"/>
            <a:cs typeface="+mn-cs"/>
          </a:endParaRPr>
        </a:p>
      </dsp:txBody>
      <dsp:txXfrm>
        <a:off x="4572273" y="3368446"/>
        <a:ext cx="3284031" cy="89778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79341A-96AD-4071-8F34-2BB8B2A08B02}">
      <dsp:nvSpPr>
        <dsp:cNvPr id="0" name=""/>
        <dsp:cNvSpPr/>
      </dsp:nvSpPr>
      <dsp:spPr>
        <a:xfrm>
          <a:off x="0" y="0"/>
          <a:ext cx="715721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2ABBF3-D26A-45B4-8A60-0BC4DFCD94BA}">
      <dsp:nvSpPr>
        <dsp:cNvPr id="0" name=""/>
        <dsp:cNvSpPr/>
      </dsp:nvSpPr>
      <dsp:spPr>
        <a:xfrm>
          <a:off x="0" y="0"/>
          <a:ext cx="1431443" cy="49815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kern="1200" dirty="0"/>
            <a:t>SICUREZZA ADOTTATA</a:t>
          </a:r>
          <a:endParaRPr lang="en-US" sz="1900" kern="1200" dirty="0"/>
        </a:p>
      </dsp:txBody>
      <dsp:txXfrm>
        <a:off x="0" y="0"/>
        <a:ext cx="1431443" cy="4981513"/>
      </dsp:txXfrm>
    </dsp:sp>
    <dsp:sp modelId="{8AA9DBA3-8D6E-4E4F-814D-60694D8E7E0D}">
      <dsp:nvSpPr>
        <dsp:cNvPr id="0" name=""/>
        <dsp:cNvSpPr/>
      </dsp:nvSpPr>
      <dsp:spPr>
        <a:xfrm>
          <a:off x="1538801" y="26208"/>
          <a:ext cx="5618414" cy="5241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kern="1200"/>
            <a:t>🔑 Autenticazione tramite username e password</a:t>
          </a:r>
          <a:endParaRPr lang="en-US" sz="1700" kern="1200"/>
        </a:p>
      </dsp:txBody>
      <dsp:txXfrm>
        <a:off x="1538801" y="26208"/>
        <a:ext cx="5618414" cy="524177"/>
      </dsp:txXfrm>
    </dsp:sp>
    <dsp:sp modelId="{07501E9B-E80E-4574-BFE0-B9209523C656}">
      <dsp:nvSpPr>
        <dsp:cNvPr id="0" name=""/>
        <dsp:cNvSpPr/>
      </dsp:nvSpPr>
      <dsp:spPr>
        <a:xfrm>
          <a:off x="1431443" y="550386"/>
          <a:ext cx="572577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DD40CE-24C5-4E4D-B27C-3A50C75B8627}">
      <dsp:nvSpPr>
        <dsp:cNvPr id="0" name=""/>
        <dsp:cNvSpPr/>
      </dsp:nvSpPr>
      <dsp:spPr>
        <a:xfrm>
          <a:off x="1538801" y="576595"/>
          <a:ext cx="5618414" cy="5241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kern="1200"/>
            <a:t>🆔 Identificazione univoca utenti tramite UUID</a:t>
          </a:r>
          <a:endParaRPr lang="en-US" sz="1700" kern="1200"/>
        </a:p>
      </dsp:txBody>
      <dsp:txXfrm>
        <a:off x="1538801" y="576595"/>
        <a:ext cx="5618414" cy="524177"/>
      </dsp:txXfrm>
    </dsp:sp>
    <dsp:sp modelId="{5CF2233A-9001-459B-8669-E7587B241244}">
      <dsp:nvSpPr>
        <dsp:cNvPr id="0" name=""/>
        <dsp:cNvSpPr/>
      </dsp:nvSpPr>
      <dsp:spPr>
        <a:xfrm>
          <a:off x="1431443" y="1100773"/>
          <a:ext cx="572577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02FC2F-71C8-43FB-898B-FFBFE19F4027}">
      <dsp:nvSpPr>
        <dsp:cNvPr id="0" name=""/>
        <dsp:cNvSpPr/>
      </dsp:nvSpPr>
      <dsp:spPr>
        <a:xfrm>
          <a:off x="1538801" y="1126982"/>
          <a:ext cx="5618414" cy="5241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kern="1200"/>
            <a:t>🚫 Impossibilità di creare utenti duplicati</a:t>
          </a:r>
          <a:endParaRPr lang="en-US" sz="1700" kern="1200"/>
        </a:p>
      </dsp:txBody>
      <dsp:txXfrm>
        <a:off x="1538801" y="1126982"/>
        <a:ext cx="5618414" cy="524177"/>
      </dsp:txXfrm>
    </dsp:sp>
    <dsp:sp modelId="{6B0F1482-501C-4E69-B5B0-313A0B2ED623}">
      <dsp:nvSpPr>
        <dsp:cNvPr id="0" name=""/>
        <dsp:cNvSpPr/>
      </dsp:nvSpPr>
      <dsp:spPr>
        <a:xfrm>
          <a:off x="1431443" y="1651159"/>
          <a:ext cx="572577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65F74C-7E99-4755-8889-D25C351494C1}">
      <dsp:nvSpPr>
        <dsp:cNvPr id="0" name=""/>
        <dsp:cNvSpPr/>
      </dsp:nvSpPr>
      <dsp:spPr>
        <a:xfrm>
          <a:off x="1538801" y="1677368"/>
          <a:ext cx="5618414" cy="5241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kern="1200"/>
            <a:t>🔒 Password salvate con hashing BCrypt (mai in chiaro)</a:t>
          </a:r>
          <a:endParaRPr lang="en-US" sz="1700" kern="1200"/>
        </a:p>
      </dsp:txBody>
      <dsp:txXfrm>
        <a:off x="1538801" y="1677368"/>
        <a:ext cx="5618414" cy="524177"/>
      </dsp:txXfrm>
    </dsp:sp>
    <dsp:sp modelId="{85569E6C-97B7-4FB5-AFDB-3DBE5BB7F64C}">
      <dsp:nvSpPr>
        <dsp:cNvPr id="0" name=""/>
        <dsp:cNvSpPr/>
      </dsp:nvSpPr>
      <dsp:spPr>
        <a:xfrm>
          <a:off x="1431443" y="2201546"/>
          <a:ext cx="572577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1140BB-67D6-42F1-A01A-A0AE26F45BD7}">
      <dsp:nvSpPr>
        <dsp:cNvPr id="0" name=""/>
        <dsp:cNvSpPr/>
      </dsp:nvSpPr>
      <dsp:spPr>
        <a:xfrm>
          <a:off x="1538801" y="2227755"/>
          <a:ext cx="5618414" cy="5241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kern="1200"/>
            <a:t>🛡 Controllo accessi tramite livelli (AccessLevel)</a:t>
          </a:r>
          <a:endParaRPr lang="en-US" sz="1700" kern="1200"/>
        </a:p>
      </dsp:txBody>
      <dsp:txXfrm>
        <a:off x="1538801" y="2227755"/>
        <a:ext cx="5618414" cy="524177"/>
      </dsp:txXfrm>
    </dsp:sp>
    <dsp:sp modelId="{EFB4528A-430D-46BA-A429-14853785852A}">
      <dsp:nvSpPr>
        <dsp:cNvPr id="0" name=""/>
        <dsp:cNvSpPr/>
      </dsp:nvSpPr>
      <dsp:spPr>
        <a:xfrm>
          <a:off x="1431443" y="2751933"/>
          <a:ext cx="572577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D98AB5-4BAD-48FA-8F55-8B5C410838CB}">
      <dsp:nvSpPr>
        <dsp:cNvPr id="0" name=""/>
        <dsp:cNvSpPr/>
      </dsp:nvSpPr>
      <dsp:spPr>
        <a:xfrm>
          <a:off x="1538801" y="2778142"/>
          <a:ext cx="5618414" cy="5241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kern="1200"/>
            <a:t>👑 Root unico con privilegi massimi</a:t>
          </a:r>
          <a:endParaRPr lang="en-US" sz="1700" kern="1200"/>
        </a:p>
      </dsp:txBody>
      <dsp:txXfrm>
        <a:off x="1538801" y="2778142"/>
        <a:ext cx="5618414" cy="524177"/>
      </dsp:txXfrm>
    </dsp:sp>
    <dsp:sp modelId="{D24C2C0D-828F-4A3C-81D8-7FF3D2C6C647}">
      <dsp:nvSpPr>
        <dsp:cNvPr id="0" name=""/>
        <dsp:cNvSpPr/>
      </dsp:nvSpPr>
      <dsp:spPr>
        <a:xfrm>
          <a:off x="1431443" y="3302319"/>
          <a:ext cx="572577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E9C8B3-E2F4-4092-8E6C-8A2684896E4A}">
      <dsp:nvSpPr>
        <dsp:cNvPr id="0" name=""/>
        <dsp:cNvSpPr/>
      </dsp:nvSpPr>
      <dsp:spPr>
        <a:xfrm>
          <a:off x="1538801" y="3328528"/>
          <a:ext cx="5618414" cy="5241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kern="1200"/>
            <a:t>🧍 Gestione sessione centralizzata (una sola sessione attiva)</a:t>
          </a:r>
          <a:endParaRPr lang="en-US" sz="1700" kern="1200"/>
        </a:p>
      </dsp:txBody>
      <dsp:txXfrm>
        <a:off x="1538801" y="3328528"/>
        <a:ext cx="5618414" cy="524177"/>
      </dsp:txXfrm>
    </dsp:sp>
    <dsp:sp modelId="{B50C9E2C-E9A3-4954-99BD-579AEB95E15A}">
      <dsp:nvSpPr>
        <dsp:cNvPr id="0" name=""/>
        <dsp:cNvSpPr/>
      </dsp:nvSpPr>
      <dsp:spPr>
        <a:xfrm>
          <a:off x="1431443" y="3852706"/>
          <a:ext cx="572577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E09199-B8A4-48AA-A03F-C771EA45147B}">
      <dsp:nvSpPr>
        <dsp:cNvPr id="0" name=""/>
        <dsp:cNvSpPr/>
      </dsp:nvSpPr>
      <dsp:spPr>
        <a:xfrm>
          <a:off x="1538801" y="3878915"/>
          <a:ext cx="5618414" cy="5241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kern="1200"/>
            <a:t>⚠ Validazione input tramite classe Validators</a:t>
          </a:r>
          <a:endParaRPr lang="en-US" sz="1700" kern="1200"/>
        </a:p>
      </dsp:txBody>
      <dsp:txXfrm>
        <a:off x="1538801" y="3878915"/>
        <a:ext cx="5618414" cy="524177"/>
      </dsp:txXfrm>
    </dsp:sp>
    <dsp:sp modelId="{BEB5B97F-47B4-43EA-98F3-7813D187E47C}">
      <dsp:nvSpPr>
        <dsp:cNvPr id="0" name=""/>
        <dsp:cNvSpPr/>
      </dsp:nvSpPr>
      <dsp:spPr>
        <a:xfrm>
          <a:off x="1431443" y="4403093"/>
          <a:ext cx="572577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F2B51A-510E-4796-A09B-309C901CAC1E}">
      <dsp:nvSpPr>
        <dsp:cNvPr id="0" name=""/>
        <dsp:cNvSpPr/>
      </dsp:nvSpPr>
      <dsp:spPr>
        <a:xfrm>
          <a:off x="1538801" y="4429302"/>
          <a:ext cx="5618414" cy="5241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kern="1200"/>
            <a:t>💾 Persistenza sicura su database (JPA + H2)</a:t>
          </a:r>
          <a:endParaRPr lang="en-US" sz="1700" kern="1200"/>
        </a:p>
      </dsp:txBody>
      <dsp:txXfrm>
        <a:off x="1538801" y="4429302"/>
        <a:ext cx="5618414" cy="524177"/>
      </dsp:txXfrm>
    </dsp:sp>
    <dsp:sp modelId="{305C3EDC-520B-4E8C-A1AB-87977570FE05}">
      <dsp:nvSpPr>
        <dsp:cNvPr id="0" name=""/>
        <dsp:cNvSpPr/>
      </dsp:nvSpPr>
      <dsp:spPr>
        <a:xfrm>
          <a:off x="1431443" y="4953479"/>
          <a:ext cx="572577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161C9A-982D-4104-829A-A2E196AA77E0}">
      <dsp:nvSpPr>
        <dsp:cNvPr id="0" name=""/>
        <dsp:cNvSpPr/>
      </dsp:nvSpPr>
      <dsp:spPr>
        <a:xfrm>
          <a:off x="550483" y="0"/>
          <a:ext cx="590785" cy="57465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30A097-0ED4-4180-96DC-5471529A0516}">
      <dsp:nvSpPr>
        <dsp:cNvPr id="0" name=""/>
        <dsp:cNvSpPr/>
      </dsp:nvSpPr>
      <dsp:spPr>
        <a:xfrm>
          <a:off x="1897" y="647018"/>
          <a:ext cx="1687959" cy="2462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kern="1200"/>
            <a:t>✔ Gestione utenti</a:t>
          </a:r>
          <a:endParaRPr lang="en-US" sz="1400" kern="1200"/>
        </a:p>
      </dsp:txBody>
      <dsp:txXfrm>
        <a:off x="1897" y="647018"/>
        <a:ext cx="1687959" cy="246279"/>
      </dsp:txXfrm>
    </dsp:sp>
    <dsp:sp modelId="{6B880F62-4725-4E5D-8745-127BAEB9B78C}">
      <dsp:nvSpPr>
        <dsp:cNvPr id="0" name=""/>
        <dsp:cNvSpPr/>
      </dsp:nvSpPr>
      <dsp:spPr>
        <a:xfrm>
          <a:off x="1897" y="926956"/>
          <a:ext cx="1687959" cy="8032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i="1" kern="1200"/>
            <a:t>Creazione / Eliminazione</a:t>
          </a:r>
          <a:endParaRPr lang="en-US" sz="1100" kern="120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i="1" kern="1200"/>
            <a:t>Cambio password</a:t>
          </a:r>
          <a:endParaRPr lang="en-US" sz="1100" kern="120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i="1" kern="1200"/>
            <a:t>Cambio access level</a:t>
          </a:r>
          <a:endParaRPr lang="en-US" sz="1100" kern="120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i="1" kern="1200"/>
            <a:t>Root unico</a:t>
          </a:r>
          <a:endParaRPr lang="en-US" sz="1100" kern="1200"/>
        </a:p>
      </dsp:txBody>
      <dsp:txXfrm>
        <a:off x="1897" y="926956"/>
        <a:ext cx="1687959" cy="803223"/>
      </dsp:txXfrm>
    </dsp:sp>
    <dsp:sp modelId="{E7D6DE39-1234-459C-8122-BC0E69CC65A7}">
      <dsp:nvSpPr>
        <dsp:cNvPr id="0" name=""/>
        <dsp:cNvSpPr/>
      </dsp:nvSpPr>
      <dsp:spPr>
        <a:xfrm>
          <a:off x="2533836" y="0"/>
          <a:ext cx="590785" cy="57465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4509B9-F55E-45C4-9ED8-CE85A9E7FA02}">
      <dsp:nvSpPr>
        <dsp:cNvPr id="0" name=""/>
        <dsp:cNvSpPr/>
      </dsp:nvSpPr>
      <dsp:spPr>
        <a:xfrm>
          <a:off x="1985249" y="647018"/>
          <a:ext cx="1687959" cy="2462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kern="1200"/>
            <a:t>✔ Login + Sessione</a:t>
          </a:r>
          <a:endParaRPr lang="en-US" sz="1400" kern="1200"/>
        </a:p>
      </dsp:txBody>
      <dsp:txXfrm>
        <a:off x="1985249" y="647018"/>
        <a:ext cx="1687959" cy="246279"/>
      </dsp:txXfrm>
    </dsp:sp>
    <dsp:sp modelId="{6AD74E50-3A36-46D3-A433-DDCC59C108E5}">
      <dsp:nvSpPr>
        <dsp:cNvPr id="0" name=""/>
        <dsp:cNvSpPr/>
      </dsp:nvSpPr>
      <dsp:spPr>
        <a:xfrm>
          <a:off x="1985249" y="926956"/>
          <a:ext cx="1687959" cy="8032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i="1" kern="1200"/>
            <a:t>SessionManager + controllo privilegi</a:t>
          </a:r>
          <a:endParaRPr lang="en-US" sz="1100" kern="1200"/>
        </a:p>
      </dsp:txBody>
      <dsp:txXfrm>
        <a:off x="1985249" y="926956"/>
        <a:ext cx="1687959" cy="803223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04FB4A-AFA5-4CEC-BDA6-8FB2F2971906}">
      <dsp:nvSpPr>
        <dsp:cNvPr id="0" name=""/>
        <dsp:cNvSpPr/>
      </dsp:nvSpPr>
      <dsp:spPr>
        <a:xfrm>
          <a:off x="544136" y="547274"/>
          <a:ext cx="581935" cy="58193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B3E633-52F8-4BB8-8326-EEAEEADDB876}">
      <dsp:nvSpPr>
        <dsp:cNvPr id="0" name=""/>
        <dsp:cNvSpPr/>
      </dsp:nvSpPr>
      <dsp:spPr>
        <a:xfrm>
          <a:off x="3768" y="1195053"/>
          <a:ext cx="1662671" cy="249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400" b="1" kern="1200"/>
            <a:t>✔ Gestione CSV</a:t>
          </a:r>
          <a:endParaRPr lang="en-US" sz="1400" kern="1200"/>
        </a:p>
      </dsp:txBody>
      <dsp:txXfrm>
        <a:off x="3768" y="1195053"/>
        <a:ext cx="1662671" cy="249400"/>
      </dsp:txXfrm>
    </dsp:sp>
    <dsp:sp modelId="{55B24D19-B10E-440C-B108-1B57E4488EF5}">
      <dsp:nvSpPr>
        <dsp:cNvPr id="0" name=""/>
        <dsp:cNvSpPr/>
      </dsp:nvSpPr>
      <dsp:spPr>
        <a:xfrm>
          <a:off x="3768" y="1475078"/>
          <a:ext cx="1662671" cy="603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i="1" kern="1200"/>
            <a:t>Creazione / Lettura / Modifica</a:t>
          </a:r>
          <a:endParaRPr lang="en-US" sz="1100" kern="120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i="1" kern="1200"/>
            <a:t>Ricerca</a:t>
          </a:r>
          <a:endParaRPr lang="en-US" sz="1100" kern="120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i="1" kern="1200"/>
            <a:t>Salvataggio su DB</a:t>
          </a:r>
          <a:endParaRPr lang="en-US" sz="1100" kern="1200"/>
        </a:p>
      </dsp:txBody>
      <dsp:txXfrm>
        <a:off x="3768" y="1475078"/>
        <a:ext cx="1662671" cy="603437"/>
      </dsp:txXfrm>
    </dsp:sp>
    <dsp:sp modelId="{68D7AC23-AF76-4E02-9719-CB0E0CA4479D}">
      <dsp:nvSpPr>
        <dsp:cNvPr id="0" name=""/>
        <dsp:cNvSpPr/>
      </dsp:nvSpPr>
      <dsp:spPr>
        <a:xfrm>
          <a:off x="2497775" y="547274"/>
          <a:ext cx="581935" cy="58193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201269-6906-4A3F-87EF-A387D5A6B8EF}">
      <dsp:nvSpPr>
        <dsp:cNvPr id="0" name=""/>
        <dsp:cNvSpPr/>
      </dsp:nvSpPr>
      <dsp:spPr>
        <a:xfrm>
          <a:off x="1957407" y="1195053"/>
          <a:ext cx="1662671" cy="249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400" b="1" kern="1200"/>
            <a:t>✔ Persistenza</a:t>
          </a:r>
          <a:endParaRPr lang="en-US" sz="1400" kern="1200"/>
        </a:p>
      </dsp:txBody>
      <dsp:txXfrm>
        <a:off x="1957407" y="1195053"/>
        <a:ext cx="1662671" cy="249400"/>
      </dsp:txXfrm>
    </dsp:sp>
    <dsp:sp modelId="{87C7798C-9491-47FB-96AF-447D1F8AA46C}">
      <dsp:nvSpPr>
        <dsp:cNvPr id="0" name=""/>
        <dsp:cNvSpPr/>
      </dsp:nvSpPr>
      <dsp:spPr>
        <a:xfrm>
          <a:off x="1957407" y="1475078"/>
          <a:ext cx="1662671" cy="603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i="1" kern="1200"/>
            <a:t>H2 + JPA (Spring Data)</a:t>
          </a:r>
          <a:endParaRPr lang="en-US" sz="1100" kern="1200"/>
        </a:p>
      </dsp:txBody>
      <dsp:txXfrm>
        <a:off x="1957407" y="1475078"/>
        <a:ext cx="1662671" cy="603437"/>
      </dsp:txXfrm>
    </dsp:sp>
    <dsp:sp modelId="{51CB2870-06C8-4736-B2CD-EF24D41CE52B}">
      <dsp:nvSpPr>
        <dsp:cNvPr id="0" name=""/>
        <dsp:cNvSpPr/>
      </dsp:nvSpPr>
      <dsp:spPr>
        <a:xfrm>
          <a:off x="4451414" y="547274"/>
          <a:ext cx="581935" cy="58193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62D238-A4CA-4BF2-AB56-BA338741CC08}">
      <dsp:nvSpPr>
        <dsp:cNvPr id="0" name=""/>
        <dsp:cNvSpPr/>
      </dsp:nvSpPr>
      <dsp:spPr>
        <a:xfrm>
          <a:off x="3911046" y="1195053"/>
          <a:ext cx="1662671" cy="249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400" b="1" kern="1200"/>
            <a:t>✔ Interfacce</a:t>
          </a:r>
          <a:endParaRPr lang="en-US" sz="1400" kern="1200"/>
        </a:p>
      </dsp:txBody>
      <dsp:txXfrm>
        <a:off x="3911046" y="1195053"/>
        <a:ext cx="1662671" cy="249400"/>
      </dsp:txXfrm>
    </dsp:sp>
    <dsp:sp modelId="{28D4599C-4634-4740-B83F-611D76725276}">
      <dsp:nvSpPr>
        <dsp:cNvPr id="0" name=""/>
        <dsp:cNvSpPr/>
      </dsp:nvSpPr>
      <dsp:spPr>
        <a:xfrm>
          <a:off x="3911046" y="1475078"/>
          <a:ext cx="1662671" cy="603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i="1" kern="1200"/>
            <a:t>CLI completa + GUI (MVC + Bridge)</a:t>
          </a:r>
          <a:endParaRPr lang="en-US" sz="1100" kern="1200"/>
        </a:p>
      </dsp:txBody>
      <dsp:txXfrm>
        <a:off x="3911046" y="1475078"/>
        <a:ext cx="1662671" cy="603437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932DC2-577D-457E-A5B4-DEF9ED4A6F05}">
      <dsp:nvSpPr>
        <dsp:cNvPr id="0" name=""/>
        <dsp:cNvSpPr/>
      </dsp:nvSpPr>
      <dsp:spPr>
        <a:xfrm>
          <a:off x="0" y="435"/>
          <a:ext cx="7229025" cy="101913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ACEB8E-7422-4FD2-BA7F-E68B07CF0B09}">
      <dsp:nvSpPr>
        <dsp:cNvPr id="0" name=""/>
        <dsp:cNvSpPr/>
      </dsp:nvSpPr>
      <dsp:spPr>
        <a:xfrm>
          <a:off x="308287" y="229740"/>
          <a:ext cx="560523" cy="56052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9867ED-406A-422E-B008-1F03587E7AB7}">
      <dsp:nvSpPr>
        <dsp:cNvPr id="0" name=""/>
        <dsp:cNvSpPr/>
      </dsp:nvSpPr>
      <dsp:spPr>
        <a:xfrm>
          <a:off x="1177098" y="435"/>
          <a:ext cx="6051926" cy="10191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858" tIns="107858" rIns="107858" bIns="107858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JUnit – Unit Test</a:t>
          </a:r>
        </a:p>
      </dsp:txBody>
      <dsp:txXfrm>
        <a:off x="1177098" y="435"/>
        <a:ext cx="6051926" cy="1019132"/>
      </dsp:txXfrm>
    </dsp:sp>
    <dsp:sp modelId="{FAB3CCD2-F088-44FF-BA3F-93C5458A08D0}">
      <dsp:nvSpPr>
        <dsp:cNvPr id="0" name=""/>
        <dsp:cNvSpPr/>
      </dsp:nvSpPr>
      <dsp:spPr>
        <a:xfrm>
          <a:off x="0" y="1274351"/>
          <a:ext cx="7229025" cy="101913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3E9603-83F2-401C-B14B-4305DCE69C07}">
      <dsp:nvSpPr>
        <dsp:cNvPr id="0" name=""/>
        <dsp:cNvSpPr/>
      </dsp:nvSpPr>
      <dsp:spPr>
        <a:xfrm>
          <a:off x="308287" y="1503656"/>
          <a:ext cx="560523" cy="56052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6F5F8B-66EA-40C3-8183-18905DFC699B}">
      <dsp:nvSpPr>
        <dsp:cNvPr id="0" name=""/>
        <dsp:cNvSpPr/>
      </dsp:nvSpPr>
      <dsp:spPr>
        <a:xfrm>
          <a:off x="1177098" y="1274351"/>
          <a:ext cx="6051926" cy="10191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858" tIns="107858" rIns="107858" bIns="107858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 err="1"/>
            <a:t>SpringBootTest</a:t>
          </a:r>
          <a:r>
            <a:rPr lang="en-US" sz="2500" kern="1200" dirty="0"/>
            <a:t> – Integration Test</a:t>
          </a:r>
        </a:p>
      </dsp:txBody>
      <dsp:txXfrm>
        <a:off x="1177098" y="1274351"/>
        <a:ext cx="6051926" cy="1019132"/>
      </dsp:txXfrm>
    </dsp:sp>
    <dsp:sp modelId="{80A52C75-7589-4AC4-AA75-CB79F1811529}">
      <dsp:nvSpPr>
        <dsp:cNvPr id="0" name=""/>
        <dsp:cNvSpPr/>
      </dsp:nvSpPr>
      <dsp:spPr>
        <a:xfrm>
          <a:off x="0" y="2528292"/>
          <a:ext cx="7229025" cy="101913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0B89F6-723A-4AD1-903C-F38C45D56429}">
      <dsp:nvSpPr>
        <dsp:cNvPr id="0" name=""/>
        <dsp:cNvSpPr/>
      </dsp:nvSpPr>
      <dsp:spPr>
        <a:xfrm>
          <a:off x="308287" y="2777572"/>
          <a:ext cx="560523" cy="56052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34A883-A0CC-4787-B3D1-5514DAEAE153}">
      <dsp:nvSpPr>
        <dsp:cNvPr id="0" name=""/>
        <dsp:cNvSpPr/>
      </dsp:nvSpPr>
      <dsp:spPr>
        <a:xfrm>
          <a:off x="1177098" y="2548267"/>
          <a:ext cx="6051926" cy="10191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858" tIns="107858" rIns="107858" bIns="107858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Mockito – Mocking delle </a:t>
          </a:r>
          <a:r>
            <a:rPr lang="en-US" sz="2500" kern="1200" dirty="0" err="1"/>
            <a:t>dipendenze</a:t>
          </a:r>
          <a:endParaRPr lang="en-US" sz="2500" kern="1200" dirty="0"/>
        </a:p>
      </dsp:txBody>
      <dsp:txXfrm>
        <a:off x="1177098" y="2548267"/>
        <a:ext cx="6051926" cy="1019132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062502-16FA-4B01-B069-061B8E313DF2}">
      <dsp:nvSpPr>
        <dsp:cNvPr id="0" name=""/>
        <dsp:cNvSpPr/>
      </dsp:nvSpPr>
      <dsp:spPr>
        <a:xfrm>
          <a:off x="0" y="358901"/>
          <a:ext cx="4691063" cy="4691063"/>
        </a:xfrm>
        <a:prstGeom prst="diamond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CA53D7-DD6B-4975-8426-3C87104AE30D}">
      <dsp:nvSpPr>
        <dsp:cNvPr id="0" name=""/>
        <dsp:cNvSpPr/>
      </dsp:nvSpPr>
      <dsp:spPr>
        <a:xfrm>
          <a:off x="445650" y="804551"/>
          <a:ext cx="1829514" cy="1829514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✔ Code Coverage </a:t>
          </a:r>
          <a:r>
            <a:rPr lang="en-US" sz="2300" kern="1200" dirty="0" err="1"/>
            <a:t>complessiva</a:t>
          </a:r>
          <a:r>
            <a:rPr lang="en-US" sz="2300" kern="1200" dirty="0"/>
            <a:t>: </a:t>
          </a:r>
          <a:r>
            <a:rPr lang="en-US" sz="2300" b="1" i="1" kern="1200" dirty="0"/>
            <a:t>82,3%</a:t>
          </a:r>
        </a:p>
      </dsp:txBody>
      <dsp:txXfrm>
        <a:off x="534960" y="893861"/>
        <a:ext cx="1650894" cy="1650894"/>
      </dsp:txXfrm>
    </dsp:sp>
    <dsp:sp modelId="{5244FA40-D06A-4E9D-80BD-90A1AD6A8B11}">
      <dsp:nvSpPr>
        <dsp:cNvPr id="0" name=""/>
        <dsp:cNvSpPr/>
      </dsp:nvSpPr>
      <dsp:spPr>
        <a:xfrm>
          <a:off x="2415897" y="804551"/>
          <a:ext cx="1829514" cy="1829514"/>
        </a:xfrm>
        <a:prstGeom prst="roundRect">
          <a:avLst/>
        </a:prstGeom>
        <a:solidFill>
          <a:schemeClr val="accent5">
            <a:hueOff val="6371560"/>
            <a:satOff val="-13612"/>
            <a:lumOff val="-5686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✔ </a:t>
          </a:r>
          <a:r>
            <a:rPr lang="en-US" sz="2300" b="1" i="1" kern="1200" dirty="0"/>
            <a:t>16.597 </a:t>
          </a:r>
          <a:r>
            <a:rPr lang="en-US" sz="2300" kern="1200" dirty="0" err="1"/>
            <a:t>istruzioni</a:t>
          </a:r>
          <a:r>
            <a:rPr lang="en-US" sz="2300" kern="1200" dirty="0"/>
            <a:t> </a:t>
          </a:r>
          <a:r>
            <a:rPr lang="en-US" sz="2300" kern="1200" dirty="0" err="1"/>
            <a:t>coperte</a:t>
          </a:r>
          <a:r>
            <a:rPr lang="en-US" sz="2300" kern="1200" dirty="0"/>
            <a:t> </a:t>
          </a:r>
          <a:r>
            <a:rPr lang="en-US" sz="2300" kern="1200" dirty="0" err="1"/>
            <a:t>su</a:t>
          </a:r>
          <a:r>
            <a:rPr lang="en-US" sz="2300" kern="1200" dirty="0"/>
            <a:t> </a:t>
          </a:r>
          <a:r>
            <a:rPr lang="en-US" sz="2300" u="sng" kern="1200" dirty="0"/>
            <a:t>20.160</a:t>
          </a:r>
        </a:p>
      </dsp:txBody>
      <dsp:txXfrm>
        <a:off x="2505207" y="893861"/>
        <a:ext cx="1650894" cy="1650894"/>
      </dsp:txXfrm>
    </dsp:sp>
    <dsp:sp modelId="{F38FCDCD-6137-4A1D-B38C-040965961DD3}">
      <dsp:nvSpPr>
        <dsp:cNvPr id="0" name=""/>
        <dsp:cNvSpPr/>
      </dsp:nvSpPr>
      <dsp:spPr>
        <a:xfrm>
          <a:off x="445650" y="2774798"/>
          <a:ext cx="1829514" cy="1829514"/>
        </a:xfrm>
        <a:prstGeom prst="roundRect">
          <a:avLst/>
        </a:prstGeom>
        <a:solidFill>
          <a:schemeClr val="accent5">
            <a:hueOff val="12743121"/>
            <a:satOff val="-27225"/>
            <a:lumOff val="-11373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✔ Test </a:t>
          </a:r>
          <a:r>
            <a:rPr lang="en-US" sz="2300" kern="1200" dirty="0" err="1"/>
            <a:t>distribuiti</a:t>
          </a:r>
          <a:r>
            <a:rPr lang="en-US" sz="2300" kern="1200" dirty="0"/>
            <a:t> </a:t>
          </a:r>
          <a:r>
            <a:rPr lang="en-US" sz="2300" kern="1200" dirty="0" err="1"/>
            <a:t>su</a:t>
          </a:r>
          <a:r>
            <a:rPr lang="en-US" sz="2300" kern="1200" dirty="0"/>
            <a:t> </a:t>
          </a:r>
          <a:r>
            <a:rPr lang="en-US" sz="2300" kern="1200" dirty="0" err="1"/>
            <a:t>più</a:t>
          </a:r>
          <a:r>
            <a:rPr lang="en-US" sz="2300" kern="1200" dirty="0"/>
            <a:t> layer</a:t>
          </a:r>
        </a:p>
      </dsp:txBody>
      <dsp:txXfrm>
        <a:off x="534960" y="2864108"/>
        <a:ext cx="1650894" cy="1650894"/>
      </dsp:txXfrm>
    </dsp:sp>
    <dsp:sp modelId="{0FB68568-9D84-4196-AD55-328C4408D743}">
      <dsp:nvSpPr>
        <dsp:cNvPr id="0" name=""/>
        <dsp:cNvSpPr/>
      </dsp:nvSpPr>
      <dsp:spPr>
        <a:xfrm>
          <a:off x="2415897" y="2774798"/>
          <a:ext cx="1829514" cy="1829514"/>
        </a:xfrm>
        <a:prstGeom prst="roundRect">
          <a:avLst/>
        </a:prstGeom>
        <a:solidFill>
          <a:schemeClr val="accent5">
            <a:hueOff val="19114680"/>
            <a:satOff val="-40837"/>
            <a:lumOff val="-17059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✔ Stabilità garantita sulle parti core</a:t>
          </a:r>
        </a:p>
      </dsp:txBody>
      <dsp:txXfrm>
        <a:off x="2505207" y="2864108"/>
        <a:ext cx="1650894" cy="1650894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FE492F-B704-473D-B018-3AEA744A9D00}">
      <dsp:nvSpPr>
        <dsp:cNvPr id="0" name=""/>
        <dsp:cNvSpPr/>
      </dsp:nvSpPr>
      <dsp:spPr>
        <a:xfrm>
          <a:off x="0" y="4155"/>
          <a:ext cx="5498968" cy="885088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2E3470-5CDF-4881-B29B-186C5ECC9515}">
      <dsp:nvSpPr>
        <dsp:cNvPr id="0" name=""/>
        <dsp:cNvSpPr/>
      </dsp:nvSpPr>
      <dsp:spPr>
        <a:xfrm>
          <a:off x="267739" y="203300"/>
          <a:ext cx="486798" cy="48679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830831-E919-43A1-A72E-C4920215098D}">
      <dsp:nvSpPr>
        <dsp:cNvPr id="0" name=""/>
        <dsp:cNvSpPr/>
      </dsp:nvSpPr>
      <dsp:spPr>
        <a:xfrm>
          <a:off x="1022276" y="4155"/>
          <a:ext cx="4476691" cy="8850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672" tIns="93672" rIns="93672" bIns="9367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 err="1"/>
            <a:t>Complessità</a:t>
          </a:r>
          <a:r>
            <a:rPr lang="en-US" sz="1900" kern="1200" dirty="0"/>
            <a:t> </a:t>
          </a:r>
          <a:r>
            <a:rPr lang="en-US" sz="1900" kern="1200" dirty="0" err="1"/>
            <a:t>crescente</a:t>
          </a:r>
          <a:r>
            <a:rPr lang="en-US" sz="1900" kern="1200" dirty="0"/>
            <a:t> </a:t>
          </a:r>
          <a:r>
            <a:rPr lang="en-US" sz="1900" kern="1200" dirty="0" err="1"/>
            <a:t>nella</a:t>
          </a:r>
          <a:r>
            <a:rPr lang="en-US" sz="1900" kern="1200" dirty="0"/>
            <a:t> </a:t>
          </a:r>
          <a:r>
            <a:rPr lang="en-US" sz="1900" kern="1200" dirty="0" err="1"/>
            <a:t>gestione</a:t>
          </a:r>
          <a:r>
            <a:rPr lang="en-US" sz="1900" kern="1200" dirty="0"/>
            <a:t> CSV</a:t>
          </a:r>
        </a:p>
      </dsp:txBody>
      <dsp:txXfrm>
        <a:off x="1022276" y="4155"/>
        <a:ext cx="4476691" cy="885088"/>
      </dsp:txXfrm>
    </dsp:sp>
    <dsp:sp modelId="{FFF2AE42-A9F5-4831-8978-9403A7971412}">
      <dsp:nvSpPr>
        <dsp:cNvPr id="0" name=""/>
        <dsp:cNvSpPr/>
      </dsp:nvSpPr>
      <dsp:spPr>
        <a:xfrm>
          <a:off x="0" y="1110515"/>
          <a:ext cx="5498968" cy="885088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B8C6D1-FBA1-47B5-8F84-14F52469FF98}">
      <dsp:nvSpPr>
        <dsp:cNvPr id="0" name=""/>
        <dsp:cNvSpPr/>
      </dsp:nvSpPr>
      <dsp:spPr>
        <a:xfrm>
          <a:off x="267739" y="1309660"/>
          <a:ext cx="486798" cy="48679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5FA8EF-A5B5-49A4-A5C4-60960BC6D7A5}">
      <dsp:nvSpPr>
        <dsp:cNvPr id="0" name=""/>
        <dsp:cNvSpPr/>
      </dsp:nvSpPr>
      <dsp:spPr>
        <a:xfrm>
          <a:off x="1022276" y="1110515"/>
          <a:ext cx="4476691" cy="8850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672" tIns="93672" rIns="93672" bIns="9367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Test </a:t>
          </a:r>
          <a:r>
            <a:rPr lang="en-US" sz="1900" kern="1200" dirty="0" err="1"/>
            <a:t>su</a:t>
          </a:r>
          <a:r>
            <a:rPr lang="en-US" sz="1900" kern="1200" dirty="0"/>
            <a:t> </a:t>
          </a:r>
          <a:r>
            <a:rPr lang="en-US" sz="1900" kern="1200" dirty="0" err="1"/>
            <a:t>logica</a:t>
          </a:r>
          <a:r>
            <a:rPr lang="en-US" sz="1900" kern="1200" dirty="0"/>
            <a:t> separata dal DB </a:t>
          </a:r>
          <a:r>
            <a:rPr lang="en-US" sz="1900" kern="1200" dirty="0" err="1"/>
            <a:t>più</a:t>
          </a:r>
          <a:r>
            <a:rPr lang="en-US" sz="1900" kern="1200" dirty="0"/>
            <a:t> </a:t>
          </a:r>
          <a:r>
            <a:rPr lang="en-US" sz="1900" kern="1200" dirty="0" err="1"/>
            <a:t>articolati</a:t>
          </a:r>
          <a:endParaRPr lang="en-US" sz="1900" kern="1200" dirty="0"/>
        </a:p>
      </dsp:txBody>
      <dsp:txXfrm>
        <a:off x="1022276" y="1110515"/>
        <a:ext cx="4476691" cy="885088"/>
      </dsp:txXfrm>
    </dsp:sp>
    <dsp:sp modelId="{BE1936B2-AADB-4421-A247-C61709C9DA93}">
      <dsp:nvSpPr>
        <dsp:cNvPr id="0" name=""/>
        <dsp:cNvSpPr/>
      </dsp:nvSpPr>
      <dsp:spPr>
        <a:xfrm>
          <a:off x="0" y="2216875"/>
          <a:ext cx="5498968" cy="885088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98EFA9-0003-42B9-91E3-243E6CE7CE54}">
      <dsp:nvSpPr>
        <dsp:cNvPr id="0" name=""/>
        <dsp:cNvSpPr/>
      </dsp:nvSpPr>
      <dsp:spPr>
        <a:xfrm>
          <a:off x="267739" y="2416020"/>
          <a:ext cx="486798" cy="48679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D3FE0B-B085-4DC7-ABFE-8C030B5D06AB}">
      <dsp:nvSpPr>
        <dsp:cNvPr id="0" name=""/>
        <dsp:cNvSpPr/>
      </dsp:nvSpPr>
      <dsp:spPr>
        <a:xfrm>
          <a:off x="1022276" y="2216875"/>
          <a:ext cx="4476691" cy="8850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672" tIns="93672" rIns="93672" bIns="9367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GUI non testata (</a:t>
          </a:r>
          <a:r>
            <a:rPr lang="en-US" sz="1900" kern="1200" dirty="0" err="1"/>
            <a:t>vincoli</a:t>
          </a:r>
          <a:r>
            <a:rPr lang="en-US" sz="1900" kern="1200" dirty="0"/>
            <a:t> di tempo)</a:t>
          </a:r>
        </a:p>
      </dsp:txBody>
      <dsp:txXfrm>
        <a:off x="1022276" y="2216875"/>
        <a:ext cx="4476691" cy="885088"/>
      </dsp:txXfrm>
    </dsp:sp>
    <dsp:sp modelId="{A46FF63B-9EB7-410E-808D-6B7384ABEF00}">
      <dsp:nvSpPr>
        <dsp:cNvPr id="0" name=""/>
        <dsp:cNvSpPr/>
      </dsp:nvSpPr>
      <dsp:spPr>
        <a:xfrm>
          <a:off x="0" y="3323236"/>
          <a:ext cx="5498968" cy="885088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28D47E-94E2-473F-BD1D-B8F362D63DAB}">
      <dsp:nvSpPr>
        <dsp:cNvPr id="0" name=""/>
        <dsp:cNvSpPr/>
      </dsp:nvSpPr>
      <dsp:spPr>
        <a:xfrm>
          <a:off x="267739" y="3522381"/>
          <a:ext cx="486798" cy="48679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A50828-BF02-470A-84E1-69C37C3C01F2}">
      <dsp:nvSpPr>
        <dsp:cNvPr id="0" name=""/>
        <dsp:cNvSpPr/>
      </dsp:nvSpPr>
      <dsp:spPr>
        <a:xfrm>
          <a:off x="1022276" y="3323236"/>
          <a:ext cx="4476691" cy="8850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672" tIns="93672" rIns="93672" bIns="9367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 err="1"/>
            <a:t>Supporto</a:t>
          </a:r>
          <a:r>
            <a:rPr lang="en-US" sz="1900" kern="1200" dirty="0"/>
            <a:t> AI </a:t>
          </a:r>
          <a:r>
            <a:rPr lang="en-US" sz="1900" kern="1200" dirty="0" err="1"/>
            <a:t>su</a:t>
          </a:r>
          <a:r>
            <a:rPr lang="en-US" sz="1900" kern="1200" dirty="0"/>
            <a:t> </a:t>
          </a:r>
          <a:r>
            <a:rPr lang="en-US" sz="1900" kern="1200" dirty="0" err="1"/>
            <a:t>oltre</a:t>
          </a:r>
          <a:r>
            <a:rPr lang="en-US" sz="1900" kern="1200" dirty="0"/>
            <a:t> il 50% </a:t>
          </a:r>
          <a:r>
            <a:rPr lang="en-US" sz="1900" kern="1200" dirty="0" err="1"/>
            <a:t>dei</a:t>
          </a:r>
          <a:r>
            <a:rPr lang="en-US" sz="1900" kern="1200" dirty="0"/>
            <a:t> test </a:t>
          </a:r>
          <a:r>
            <a:rPr lang="en-US" sz="1900" kern="1200" dirty="0" err="1"/>
            <a:t>più</a:t>
          </a:r>
          <a:r>
            <a:rPr lang="en-US" sz="1900" kern="1200" dirty="0"/>
            <a:t> </a:t>
          </a:r>
          <a:r>
            <a:rPr lang="en-US" sz="1900" kern="1200" dirty="0" err="1"/>
            <a:t>complessi</a:t>
          </a:r>
          <a:endParaRPr lang="en-US" sz="1900" kern="1200" dirty="0"/>
        </a:p>
      </dsp:txBody>
      <dsp:txXfrm>
        <a:off x="1022276" y="3323236"/>
        <a:ext cx="4476691" cy="885088"/>
      </dsp:txXfrm>
    </dsp:sp>
    <dsp:sp modelId="{EE6AD04E-8A3D-401D-A67D-BF9EDB53B46E}">
      <dsp:nvSpPr>
        <dsp:cNvPr id="0" name=""/>
        <dsp:cNvSpPr/>
      </dsp:nvSpPr>
      <dsp:spPr>
        <a:xfrm>
          <a:off x="0" y="4429596"/>
          <a:ext cx="5498968" cy="885088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07FCD6-7759-40B5-96C6-33913C06C6EB}">
      <dsp:nvSpPr>
        <dsp:cNvPr id="0" name=""/>
        <dsp:cNvSpPr/>
      </dsp:nvSpPr>
      <dsp:spPr>
        <a:xfrm>
          <a:off x="267739" y="4628741"/>
          <a:ext cx="486798" cy="48679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29C471-4CB2-4B59-8CE6-5A8ED43048CC}">
      <dsp:nvSpPr>
        <dsp:cNvPr id="0" name=""/>
        <dsp:cNvSpPr/>
      </dsp:nvSpPr>
      <dsp:spPr>
        <a:xfrm>
          <a:off x="1022276" y="4429596"/>
          <a:ext cx="4476691" cy="8850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672" tIns="93672" rIns="93672" bIns="9367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Test AI </a:t>
          </a:r>
          <a:r>
            <a:rPr lang="en-US" sz="1900" kern="1200" dirty="0" err="1"/>
            <a:t>revisionati</a:t>
          </a:r>
          <a:r>
            <a:rPr lang="en-US" sz="1900" kern="1200" dirty="0"/>
            <a:t> e </a:t>
          </a:r>
          <a:r>
            <a:rPr lang="en-US" sz="1900" kern="1200" dirty="0" err="1"/>
            <a:t>validati</a:t>
          </a:r>
          <a:r>
            <a:rPr lang="en-US" sz="1900" kern="1200" dirty="0"/>
            <a:t> dal team</a:t>
          </a:r>
        </a:p>
      </dsp:txBody>
      <dsp:txXfrm>
        <a:off x="1022276" y="4429596"/>
        <a:ext cx="4476691" cy="885088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A978AD-1882-4E29-9D92-A98037171DEC}">
      <dsp:nvSpPr>
        <dsp:cNvPr id="0" name=""/>
        <dsp:cNvSpPr/>
      </dsp:nvSpPr>
      <dsp:spPr>
        <a:xfrm>
          <a:off x="2316" y="1449034"/>
          <a:ext cx="1654220" cy="10504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6AD57C-9752-453B-B96D-B5982D5444CE}">
      <dsp:nvSpPr>
        <dsp:cNvPr id="0" name=""/>
        <dsp:cNvSpPr/>
      </dsp:nvSpPr>
      <dsp:spPr>
        <a:xfrm>
          <a:off x="186119" y="1623647"/>
          <a:ext cx="1654220" cy="105043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kern="1200"/>
            <a:t>Vibe coding intelligente</a:t>
          </a:r>
          <a:endParaRPr lang="en-US" sz="1900" kern="1200"/>
        </a:p>
      </dsp:txBody>
      <dsp:txXfrm>
        <a:off x="216885" y="1654413"/>
        <a:ext cx="1592688" cy="988898"/>
      </dsp:txXfrm>
    </dsp:sp>
    <dsp:sp modelId="{2289DB62-A2DC-47A9-9927-593CC6390BE4}">
      <dsp:nvSpPr>
        <dsp:cNvPr id="0" name=""/>
        <dsp:cNvSpPr/>
      </dsp:nvSpPr>
      <dsp:spPr>
        <a:xfrm>
          <a:off x="2024141" y="1449034"/>
          <a:ext cx="1654220" cy="10504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C1254A-0E9A-4FD9-987F-F1CBB34AC1DB}">
      <dsp:nvSpPr>
        <dsp:cNvPr id="0" name=""/>
        <dsp:cNvSpPr/>
      </dsp:nvSpPr>
      <dsp:spPr>
        <a:xfrm>
          <a:off x="2207944" y="1623647"/>
          <a:ext cx="1654220" cy="105043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kern="1200"/>
            <a:t>Prodotto funzionante</a:t>
          </a:r>
          <a:endParaRPr lang="en-US" sz="1900" kern="1200"/>
        </a:p>
      </dsp:txBody>
      <dsp:txXfrm>
        <a:off x="2238710" y="1654413"/>
        <a:ext cx="1592688" cy="988898"/>
      </dsp:txXfrm>
    </dsp:sp>
    <dsp:sp modelId="{D1F07B68-632A-4990-8327-A1A868506603}">
      <dsp:nvSpPr>
        <dsp:cNvPr id="0" name=""/>
        <dsp:cNvSpPr/>
      </dsp:nvSpPr>
      <dsp:spPr>
        <a:xfrm>
          <a:off x="4045967" y="1449034"/>
          <a:ext cx="1654220" cy="10504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3C9542-DDA0-4565-8777-D9AC698AE2DC}">
      <dsp:nvSpPr>
        <dsp:cNvPr id="0" name=""/>
        <dsp:cNvSpPr/>
      </dsp:nvSpPr>
      <dsp:spPr>
        <a:xfrm>
          <a:off x="4229769" y="1623647"/>
          <a:ext cx="1654220" cy="105043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kern="1200"/>
            <a:t>Errori</a:t>
          </a:r>
          <a:endParaRPr lang="en-US" sz="1900" kern="1200"/>
        </a:p>
      </dsp:txBody>
      <dsp:txXfrm>
        <a:off x="4260535" y="1654413"/>
        <a:ext cx="1592688" cy="988898"/>
      </dsp:txXfrm>
    </dsp:sp>
    <dsp:sp modelId="{B3C5290A-E535-4019-B158-01A56A5BE293}">
      <dsp:nvSpPr>
        <dsp:cNvPr id="0" name=""/>
        <dsp:cNvSpPr/>
      </dsp:nvSpPr>
      <dsp:spPr>
        <a:xfrm>
          <a:off x="6067792" y="1449034"/>
          <a:ext cx="1654220" cy="10504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48ECBE-3FA4-4504-A949-E1DC95E541BD}">
      <dsp:nvSpPr>
        <dsp:cNvPr id="0" name=""/>
        <dsp:cNvSpPr/>
      </dsp:nvSpPr>
      <dsp:spPr>
        <a:xfrm>
          <a:off x="6251594" y="1623647"/>
          <a:ext cx="1654220" cy="105043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kern="1200"/>
            <a:t>Manutenzione </a:t>
          </a:r>
          <a:endParaRPr lang="en-US" sz="1900" kern="1200"/>
        </a:p>
      </dsp:txBody>
      <dsp:txXfrm>
        <a:off x="6282360" y="1654413"/>
        <a:ext cx="1592688" cy="98889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2063115" y="630937"/>
            <a:ext cx="5230368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8892" y="1098388"/>
            <a:ext cx="7738814" cy="4394988"/>
          </a:xfrm>
        </p:spPr>
        <p:txBody>
          <a:bodyPr anchor="ctr">
            <a:noAutofit/>
          </a:bodyPr>
          <a:lstStyle>
            <a:lvl1pPr algn="ctr">
              <a:defRPr sz="7500" spc="600" baseline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61284" y="5979197"/>
            <a:ext cx="6034030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1500" b="1" i="0" cap="all" spc="300" baseline="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8892" y="6375679"/>
            <a:ext cx="174729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35249" y="6375679"/>
            <a:ext cx="30861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00414" y="6375679"/>
            <a:ext cx="1747292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 title="left edge border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209962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785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Intestazione sezion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2110979" cy="6858000"/>
          </a:xfrm>
          <a:custGeom>
            <a:avLst/>
            <a:gdLst/>
            <a:ahLst/>
            <a:cxnLst/>
            <a:rect l="0" t="0" r="r" b="b"/>
            <a:pathLst>
              <a:path w="1773" h="4320">
                <a:moveTo>
                  <a:pt x="0" y="0"/>
                </a:moveTo>
                <a:lnTo>
                  <a:pt x="891" y="0"/>
                </a:lnTo>
                <a:lnTo>
                  <a:pt x="906" y="56"/>
                </a:lnTo>
                <a:lnTo>
                  <a:pt x="921" y="111"/>
                </a:lnTo>
                <a:lnTo>
                  <a:pt x="938" y="165"/>
                </a:lnTo>
                <a:lnTo>
                  <a:pt x="957" y="217"/>
                </a:lnTo>
                <a:lnTo>
                  <a:pt x="980" y="266"/>
                </a:lnTo>
                <a:lnTo>
                  <a:pt x="1007" y="312"/>
                </a:lnTo>
                <a:lnTo>
                  <a:pt x="1036" y="351"/>
                </a:lnTo>
                <a:lnTo>
                  <a:pt x="1069" y="387"/>
                </a:lnTo>
                <a:lnTo>
                  <a:pt x="1105" y="422"/>
                </a:lnTo>
                <a:lnTo>
                  <a:pt x="1145" y="456"/>
                </a:lnTo>
                <a:lnTo>
                  <a:pt x="1185" y="487"/>
                </a:lnTo>
                <a:lnTo>
                  <a:pt x="1227" y="520"/>
                </a:lnTo>
                <a:lnTo>
                  <a:pt x="1270" y="551"/>
                </a:lnTo>
                <a:lnTo>
                  <a:pt x="1311" y="584"/>
                </a:lnTo>
                <a:lnTo>
                  <a:pt x="1352" y="617"/>
                </a:lnTo>
                <a:lnTo>
                  <a:pt x="1390" y="651"/>
                </a:lnTo>
                <a:lnTo>
                  <a:pt x="1425" y="687"/>
                </a:lnTo>
                <a:lnTo>
                  <a:pt x="1456" y="725"/>
                </a:lnTo>
                <a:lnTo>
                  <a:pt x="1484" y="765"/>
                </a:lnTo>
                <a:lnTo>
                  <a:pt x="1505" y="808"/>
                </a:lnTo>
                <a:lnTo>
                  <a:pt x="1521" y="856"/>
                </a:lnTo>
                <a:lnTo>
                  <a:pt x="1530" y="907"/>
                </a:lnTo>
                <a:lnTo>
                  <a:pt x="1534" y="960"/>
                </a:lnTo>
                <a:lnTo>
                  <a:pt x="1534" y="1013"/>
                </a:lnTo>
                <a:lnTo>
                  <a:pt x="1530" y="1068"/>
                </a:lnTo>
                <a:lnTo>
                  <a:pt x="1523" y="1125"/>
                </a:lnTo>
                <a:lnTo>
                  <a:pt x="1515" y="1181"/>
                </a:lnTo>
                <a:lnTo>
                  <a:pt x="1508" y="1237"/>
                </a:lnTo>
                <a:lnTo>
                  <a:pt x="1501" y="1293"/>
                </a:lnTo>
                <a:lnTo>
                  <a:pt x="1496" y="1350"/>
                </a:lnTo>
                <a:lnTo>
                  <a:pt x="1494" y="1405"/>
                </a:lnTo>
                <a:lnTo>
                  <a:pt x="1497" y="1458"/>
                </a:lnTo>
                <a:lnTo>
                  <a:pt x="1504" y="1511"/>
                </a:lnTo>
                <a:lnTo>
                  <a:pt x="1517" y="1560"/>
                </a:lnTo>
                <a:lnTo>
                  <a:pt x="1535" y="1610"/>
                </a:lnTo>
                <a:lnTo>
                  <a:pt x="1557" y="1659"/>
                </a:lnTo>
                <a:lnTo>
                  <a:pt x="1583" y="1708"/>
                </a:lnTo>
                <a:lnTo>
                  <a:pt x="1611" y="1757"/>
                </a:lnTo>
                <a:lnTo>
                  <a:pt x="1640" y="1807"/>
                </a:lnTo>
                <a:lnTo>
                  <a:pt x="1669" y="1855"/>
                </a:lnTo>
                <a:lnTo>
                  <a:pt x="1696" y="1905"/>
                </a:lnTo>
                <a:lnTo>
                  <a:pt x="1721" y="1954"/>
                </a:lnTo>
                <a:lnTo>
                  <a:pt x="1742" y="2006"/>
                </a:lnTo>
                <a:lnTo>
                  <a:pt x="1759" y="2057"/>
                </a:lnTo>
                <a:lnTo>
                  <a:pt x="1769" y="2108"/>
                </a:lnTo>
                <a:lnTo>
                  <a:pt x="1773" y="2160"/>
                </a:lnTo>
                <a:lnTo>
                  <a:pt x="1769" y="2212"/>
                </a:lnTo>
                <a:lnTo>
                  <a:pt x="1759" y="2263"/>
                </a:lnTo>
                <a:lnTo>
                  <a:pt x="1742" y="2314"/>
                </a:lnTo>
                <a:lnTo>
                  <a:pt x="1721" y="2366"/>
                </a:lnTo>
                <a:lnTo>
                  <a:pt x="1696" y="2415"/>
                </a:lnTo>
                <a:lnTo>
                  <a:pt x="1669" y="2465"/>
                </a:lnTo>
                <a:lnTo>
                  <a:pt x="1640" y="2513"/>
                </a:lnTo>
                <a:lnTo>
                  <a:pt x="1611" y="2563"/>
                </a:lnTo>
                <a:lnTo>
                  <a:pt x="1583" y="2612"/>
                </a:lnTo>
                <a:lnTo>
                  <a:pt x="1557" y="2661"/>
                </a:lnTo>
                <a:lnTo>
                  <a:pt x="1535" y="2710"/>
                </a:lnTo>
                <a:lnTo>
                  <a:pt x="1517" y="2760"/>
                </a:lnTo>
                <a:lnTo>
                  <a:pt x="1504" y="2809"/>
                </a:lnTo>
                <a:lnTo>
                  <a:pt x="1497" y="2862"/>
                </a:lnTo>
                <a:lnTo>
                  <a:pt x="1494" y="2915"/>
                </a:lnTo>
                <a:lnTo>
                  <a:pt x="1496" y="2970"/>
                </a:lnTo>
                <a:lnTo>
                  <a:pt x="1501" y="3027"/>
                </a:lnTo>
                <a:lnTo>
                  <a:pt x="1508" y="3083"/>
                </a:lnTo>
                <a:lnTo>
                  <a:pt x="1515" y="3139"/>
                </a:lnTo>
                <a:lnTo>
                  <a:pt x="1523" y="3195"/>
                </a:lnTo>
                <a:lnTo>
                  <a:pt x="1530" y="3252"/>
                </a:lnTo>
                <a:lnTo>
                  <a:pt x="1534" y="3307"/>
                </a:lnTo>
                <a:lnTo>
                  <a:pt x="1534" y="3360"/>
                </a:lnTo>
                <a:lnTo>
                  <a:pt x="1530" y="3413"/>
                </a:lnTo>
                <a:lnTo>
                  <a:pt x="1521" y="3464"/>
                </a:lnTo>
                <a:lnTo>
                  <a:pt x="1505" y="3512"/>
                </a:lnTo>
                <a:lnTo>
                  <a:pt x="1484" y="3555"/>
                </a:lnTo>
                <a:lnTo>
                  <a:pt x="1456" y="3595"/>
                </a:lnTo>
                <a:lnTo>
                  <a:pt x="1425" y="3633"/>
                </a:lnTo>
                <a:lnTo>
                  <a:pt x="1390" y="3669"/>
                </a:lnTo>
                <a:lnTo>
                  <a:pt x="1352" y="3703"/>
                </a:lnTo>
                <a:lnTo>
                  <a:pt x="1311" y="3736"/>
                </a:lnTo>
                <a:lnTo>
                  <a:pt x="1270" y="3769"/>
                </a:lnTo>
                <a:lnTo>
                  <a:pt x="1227" y="3800"/>
                </a:lnTo>
                <a:lnTo>
                  <a:pt x="1185" y="3833"/>
                </a:lnTo>
                <a:lnTo>
                  <a:pt x="1145" y="3864"/>
                </a:lnTo>
                <a:lnTo>
                  <a:pt x="1105" y="3898"/>
                </a:lnTo>
                <a:lnTo>
                  <a:pt x="1069" y="3933"/>
                </a:lnTo>
                <a:lnTo>
                  <a:pt x="1036" y="3969"/>
                </a:lnTo>
                <a:lnTo>
                  <a:pt x="1007" y="4008"/>
                </a:lnTo>
                <a:lnTo>
                  <a:pt x="980" y="4054"/>
                </a:lnTo>
                <a:lnTo>
                  <a:pt x="957" y="4103"/>
                </a:lnTo>
                <a:lnTo>
                  <a:pt x="938" y="4155"/>
                </a:lnTo>
                <a:lnTo>
                  <a:pt x="921" y="4209"/>
                </a:lnTo>
                <a:lnTo>
                  <a:pt x="906" y="4264"/>
                </a:lnTo>
                <a:lnTo>
                  <a:pt x="891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2197" y="1073889"/>
            <a:ext cx="6140303" cy="4064627"/>
          </a:xfrm>
        </p:spPr>
        <p:txBody>
          <a:bodyPr anchor="b">
            <a:normAutofit/>
          </a:bodyPr>
          <a:lstStyle>
            <a:lvl1pPr>
              <a:defRPr sz="6300" spc="600" baseline="0">
                <a:solidFill>
                  <a:schemeClr val="tx2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32198" y="5159782"/>
            <a:ext cx="5263116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500" b="1" i="0" cap="all" spc="300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427410" y="6375679"/>
            <a:ext cx="1120460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59298" y="6375679"/>
            <a:ext cx="30861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56825" y="6375679"/>
            <a:ext cx="1115675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  <p:sp>
        <p:nvSpPr>
          <p:cNvPr id="16" name="Freeform 11"/>
          <p:cNvSpPr/>
          <p:nvPr/>
        </p:nvSpPr>
        <p:spPr bwMode="auto">
          <a:xfrm>
            <a:off x="655786" y="0"/>
            <a:ext cx="1234679" cy="6858000"/>
          </a:xfrm>
          <a:custGeom>
            <a:avLst/>
            <a:gdLst/>
            <a:ahLst/>
            <a:cxnLst/>
            <a:rect l="0" t="0" r="r" b="b"/>
            <a:pathLst>
              <a:path w="1037" h="4320">
                <a:moveTo>
                  <a:pt x="0" y="0"/>
                </a:moveTo>
                <a:lnTo>
                  <a:pt x="171" y="0"/>
                </a:lnTo>
                <a:lnTo>
                  <a:pt x="188" y="55"/>
                </a:lnTo>
                <a:lnTo>
                  <a:pt x="204" y="110"/>
                </a:lnTo>
                <a:lnTo>
                  <a:pt x="220" y="166"/>
                </a:lnTo>
                <a:lnTo>
                  <a:pt x="234" y="223"/>
                </a:lnTo>
                <a:lnTo>
                  <a:pt x="251" y="278"/>
                </a:lnTo>
                <a:lnTo>
                  <a:pt x="269" y="331"/>
                </a:lnTo>
                <a:lnTo>
                  <a:pt x="292" y="381"/>
                </a:lnTo>
                <a:lnTo>
                  <a:pt x="319" y="427"/>
                </a:lnTo>
                <a:lnTo>
                  <a:pt x="349" y="466"/>
                </a:lnTo>
                <a:lnTo>
                  <a:pt x="382" y="503"/>
                </a:lnTo>
                <a:lnTo>
                  <a:pt x="420" y="537"/>
                </a:lnTo>
                <a:lnTo>
                  <a:pt x="460" y="571"/>
                </a:lnTo>
                <a:lnTo>
                  <a:pt x="502" y="603"/>
                </a:lnTo>
                <a:lnTo>
                  <a:pt x="544" y="635"/>
                </a:lnTo>
                <a:lnTo>
                  <a:pt x="587" y="668"/>
                </a:lnTo>
                <a:lnTo>
                  <a:pt x="628" y="700"/>
                </a:lnTo>
                <a:lnTo>
                  <a:pt x="667" y="734"/>
                </a:lnTo>
                <a:lnTo>
                  <a:pt x="703" y="771"/>
                </a:lnTo>
                <a:lnTo>
                  <a:pt x="736" y="808"/>
                </a:lnTo>
                <a:lnTo>
                  <a:pt x="763" y="848"/>
                </a:lnTo>
                <a:lnTo>
                  <a:pt x="786" y="893"/>
                </a:lnTo>
                <a:lnTo>
                  <a:pt x="800" y="937"/>
                </a:lnTo>
                <a:lnTo>
                  <a:pt x="809" y="986"/>
                </a:lnTo>
                <a:lnTo>
                  <a:pt x="813" y="1034"/>
                </a:lnTo>
                <a:lnTo>
                  <a:pt x="812" y="1085"/>
                </a:lnTo>
                <a:lnTo>
                  <a:pt x="808" y="1136"/>
                </a:lnTo>
                <a:lnTo>
                  <a:pt x="803" y="1189"/>
                </a:lnTo>
                <a:lnTo>
                  <a:pt x="796" y="1242"/>
                </a:lnTo>
                <a:lnTo>
                  <a:pt x="788" y="1295"/>
                </a:lnTo>
                <a:lnTo>
                  <a:pt x="782" y="1348"/>
                </a:lnTo>
                <a:lnTo>
                  <a:pt x="778" y="1401"/>
                </a:lnTo>
                <a:lnTo>
                  <a:pt x="775" y="1452"/>
                </a:lnTo>
                <a:lnTo>
                  <a:pt x="778" y="1502"/>
                </a:lnTo>
                <a:lnTo>
                  <a:pt x="784" y="1551"/>
                </a:lnTo>
                <a:lnTo>
                  <a:pt x="797" y="1602"/>
                </a:lnTo>
                <a:lnTo>
                  <a:pt x="817" y="1652"/>
                </a:lnTo>
                <a:lnTo>
                  <a:pt x="841" y="1702"/>
                </a:lnTo>
                <a:lnTo>
                  <a:pt x="868" y="1752"/>
                </a:lnTo>
                <a:lnTo>
                  <a:pt x="896" y="1801"/>
                </a:lnTo>
                <a:lnTo>
                  <a:pt x="926" y="1851"/>
                </a:lnTo>
                <a:lnTo>
                  <a:pt x="953" y="1901"/>
                </a:lnTo>
                <a:lnTo>
                  <a:pt x="980" y="1952"/>
                </a:lnTo>
                <a:lnTo>
                  <a:pt x="1003" y="2003"/>
                </a:lnTo>
                <a:lnTo>
                  <a:pt x="1021" y="2054"/>
                </a:lnTo>
                <a:lnTo>
                  <a:pt x="1031" y="2106"/>
                </a:lnTo>
                <a:lnTo>
                  <a:pt x="1037" y="2160"/>
                </a:lnTo>
                <a:lnTo>
                  <a:pt x="1031" y="2214"/>
                </a:lnTo>
                <a:lnTo>
                  <a:pt x="1021" y="2266"/>
                </a:lnTo>
                <a:lnTo>
                  <a:pt x="1003" y="2317"/>
                </a:lnTo>
                <a:lnTo>
                  <a:pt x="980" y="2368"/>
                </a:lnTo>
                <a:lnTo>
                  <a:pt x="953" y="2419"/>
                </a:lnTo>
                <a:lnTo>
                  <a:pt x="926" y="2469"/>
                </a:lnTo>
                <a:lnTo>
                  <a:pt x="896" y="2519"/>
                </a:lnTo>
                <a:lnTo>
                  <a:pt x="868" y="2568"/>
                </a:lnTo>
                <a:lnTo>
                  <a:pt x="841" y="2618"/>
                </a:lnTo>
                <a:lnTo>
                  <a:pt x="817" y="2668"/>
                </a:lnTo>
                <a:lnTo>
                  <a:pt x="797" y="2718"/>
                </a:lnTo>
                <a:lnTo>
                  <a:pt x="784" y="2769"/>
                </a:lnTo>
                <a:lnTo>
                  <a:pt x="778" y="2818"/>
                </a:lnTo>
                <a:lnTo>
                  <a:pt x="775" y="2868"/>
                </a:lnTo>
                <a:lnTo>
                  <a:pt x="778" y="2919"/>
                </a:lnTo>
                <a:lnTo>
                  <a:pt x="782" y="2972"/>
                </a:lnTo>
                <a:lnTo>
                  <a:pt x="788" y="3025"/>
                </a:lnTo>
                <a:lnTo>
                  <a:pt x="796" y="3078"/>
                </a:lnTo>
                <a:lnTo>
                  <a:pt x="803" y="3131"/>
                </a:lnTo>
                <a:lnTo>
                  <a:pt x="808" y="3184"/>
                </a:lnTo>
                <a:lnTo>
                  <a:pt x="812" y="3235"/>
                </a:lnTo>
                <a:lnTo>
                  <a:pt x="813" y="3286"/>
                </a:lnTo>
                <a:lnTo>
                  <a:pt x="809" y="3334"/>
                </a:lnTo>
                <a:lnTo>
                  <a:pt x="800" y="3383"/>
                </a:lnTo>
                <a:lnTo>
                  <a:pt x="786" y="3427"/>
                </a:lnTo>
                <a:lnTo>
                  <a:pt x="763" y="3472"/>
                </a:lnTo>
                <a:lnTo>
                  <a:pt x="736" y="3512"/>
                </a:lnTo>
                <a:lnTo>
                  <a:pt x="703" y="3549"/>
                </a:lnTo>
                <a:lnTo>
                  <a:pt x="667" y="3586"/>
                </a:lnTo>
                <a:lnTo>
                  <a:pt x="628" y="3620"/>
                </a:lnTo>
                <a:lnTo>
                  <a:pt x="587" y="3652"/>
                </a:lnTo>
                <a:lnTo>
                  <a:pt x="544" y="3685"/>
                </a:lnTo>
                <a:lnTo>
                  <a:pt x="502" y="3717"/>
                </a:lnTo>
                <a:lnTo>
                  <a:pt x="460" y="3749"/>
                </a:lnTo>
                <a:lnTo>
                  <a:pt x="420" y="3783"/>
                </a:lnTo>
                <a:lnTo>
                  <a:pt x="382" y="3817"/>
                </a:lnTo>
                <a:lnTo>
                  <a:pt x="349" y="3854"/>
                </a:lnTo>
                <a:lnTo>
                  <a:pt x="319" y="3893"/>
                </a:lnTo>
                <a:lnTo>
                  <a:pt x="292" y="3939"/>
                </a:lnTo>
                <a:lnTo>
                  <a:pt x="269" y="3989"/>
                </a:lnTo>
                <a:lnTo>
                  <a:pt x="251" y="4042"/>
                </a:lnTo>
                <a:lnTo>
                  <a:pt x="234" y="4097"/>
                </a:lnTo>
                <a:lnTo>
                  <a:pt x="220" y="4154"/>
                </a:lnTo>
                <a:lnTo>
                  <a:pt x="204" y="4210"/>
                </a:lnTo>
                <a:lnTo>
                  <a:pt x="188" y="4265"/>
                </a:lnTo>
                <a:lnTo>
                  <a:pt x="171" y="4320"/>
                </a:lnTo>
                <a:lnTo>
                  <a:pt x="0" y="4320"/>
                </a:lnTo>
                <a:lnTo>
                  <a:pt x="17" y="4278"/>
                </a:lnTo>
                <a:lnTo>
                  <a:pt x="33" y="4232"/>
                </a:lnTo>
                <a:lnTo>
                  <a:pt x="46" y="4183"/>
                </a:lnTo>
                <a:lnTo>
                  <a:pt x="60" y="4131"/>
                </a:lnTo>
                <a:lnTo>
                  <a:pt x="75" y="4075"/>
                </a:lnTo>
                <a:lnTo>
                  <a:pt x="90" y="4019"/>
                </a:lnTo>
                <a:lnTo>
                  <a:pt x="109" y="3964"/>
                </a:lnTo>
                <a:lnTo>
                  <a:pt x="129" y="3909"/>
                </a:lnTo>
                <a:lnTo>
                  <a:pt x="156" y="3855"/>
                </a:lnTo>
                <a:lnTo>
                  <a:pt x="186" y="3804"/>
                </a:lnTo>
                <a:lnTo>
                  <a:pt x="222" y="3756"/>
                </a:lnTo>
                <a:lnTo>
                  <a:pt x="261" y="3713"/>
                </a:lnTo>
                <a:lnTo>
                  <a:pt x="303" y="3672"/>
                </a:lnTo>
                <a:lnTo>
                  <a:pt x="348" y="3634"/>
                </a:lnTo>
                <a:lnTo>
                  <a:pt x="392" y="3599"/>
                </a:lnTo>
                <a:lnTo>
                  <a:pt x="438" y="3565"/>
                </a:lnTo>
                <a:lnTo>
                  <a:pt x="482" y="3531"/>
                </a:lnTo>
                <a:lnTo>
                  <a:pt x="523" y="3499"/>
                </a:lnTo>
                <a:lnTo>
                  <a:pt x="561" y="3466"/>
                </a:lnTo>
                <a:lnTo>
                  <a:pt x="594" y="3434"/>
                </a:lnTo>
                <a:lnTo>
                  <a:pt x="620" y="3400"/>
                </a:lnTo>
                <a:lnTo>
                  <a:pt x="638" y="3367"/>
                </a:lnTo>
                <a:lnTo>
                  <a:pt x="647" y="3336"/>
                </a:lnTo>
                <a:lnTo>
                  <a:pt x="652" y="3302"/>
                </a:lnTo>
                <a:lnTo>
                  <a:pt x="654" y="3265"/>
                </a:lnTo>
                <a:lnTo>
                  <a:pt x="651" y="3224"/>
                </a:lnTo>
                <a:lnTo>
                  <a:pt x="647" y="3181"/>
                </a:lnTo>
                <a:lnTo>
                  <a:pt x="642" y="3137"/>
                </a:lnTo>
                <a:lnTo>
                  <a:pt x="637" y="3091"/>
                </a:lnTo>
                <a:lnTo>
                  <a:pt x="626" y="3021"/>
                </a:lnTo>
                <a:lnTo>
                  <a:pt x="620" y="2952"/>
                </a:lnTo>
                <a:lnTo>
                  <a:pt x="616" y="2881"/>
                </a:lnTo>
                <a:lnTo>
                  <a:pt x="618" y="2809"/>
                </a:lnTo>
                <a:lnTo>
                  <a:pt x="628" y="2737"/>
                </a:lnTo>
                <a:lnTo>
                  <a:pt x="642" y="2681"/>
                </a:lnTo>
                <a:lnTo>
                  <a:pt x="661" y="2626"/>
                </a:lnTo>
                <a:lnTo>
                  <a:pt x="685" y="2574"/>
                </a:lnTo>
                <a:lnTo>
                  <a:pt x="711" y="2521"/>
                </a:lnTo>
                <a:lnTo>
                  <a:pt x="739" y="2472"/>
                </a:lnTo>
                <a:lnTo>
                  <a:pt x="767" y="2423"/>
                </a:lnTo>
                <a:lnTo>
                  <a:pt x="791" y="2381"/>
                </a:lnTo>
                <a:lnTo>
                  <a:pt x="813" y="2342"/>
                </a:lnTo>
                <a:lnTo>
                  <a:pt x="834" y="2303"/>
                </a:lnTo>
                <a:lnTo>
                  <a:pt x="851" y="2265"/>
                </a:lnTo>
                <a:lnTo>
                  <a:pt x="864" y="2228"/>
                </a:lnTo>
                <a:lnTo>
                  <a:pt x="873" y="2194"/>
                </a:lnTo>
                <a:lnTo>
                  <a:pt x="876" y="2160"/>
                </a:lnTo>
                <a:lnTo>
                  <a:pt x="873" y="2126"/>
                </a:lnTo>
                <a:lnTo>
                  <a:pt x="864" y="2092"/>
                </a:lnTo>
                <a:lnTo>
                  <a:pt x="851" y="2055"/>
                </a:lnTo>
                <a:lnTo>
                  <a:pt x="834" y="2017"/>
                </a:lnTo>
                <a:lnTo>
                  <a:pt x="813" y="1978"/>
                </a:lnTo>
                <a:lnTo>
                  <a:pt x="791" y="1939"/>
                </a:lnTo>
                <a:lnTo>
                  <a:pt x="767" y="1897"/>
                </a:lnTo>
                <a:lnTo>
                  <a:pt x="739" y="1848"/>
                </a:lnTo>
                <a:lnTo>
                  <a:pt x="711" y="1799"/>
                </a:lnTo>
                <a:lnTo>
                  <a:pt x="685" y="1746"/>
                </a:lnTo>
                <a:lnTo>
                  <a:pt x="661" y="1694"/>
                </a:lnTo>
                <a:lnTo>
                  <a:pt x="642" y="1639"/>
                </a:lnTo>
                <a:lnTo>
                  <a:pt x="628" y="1583"/>
                </a:lnTo>
                <a:lnTo>
                  <a:pt x="618" y="1511"/>
                </a:lnTo>
                <a:lnTo>
                  <a:pt x="616" y="1439"/>
                </a:lnTo>
                <a:lnTo>
                  <a:pt x="620" y="1368"/>
                </a:lnTo>
                <a:lnTo>
                  <a:pt x="626" y="1299"/>
                </a:lnTo>
                <a:lnTo>
                  <a:pt x="637" y="1229"/>
                </a:lnTo>
                <a:lnTo>
                  <a:pt x="642" y="1183"/>
                </a:lnTo>
                <a:lnTo>
                  <a:pt x="647" y="1139"/>
                </a:lnTo>
                <a:lnTo>
                  <a:pt x="651" y="1096"/>
                </a:lnTo>
                <a:lnTo>
                  <a:pt x="654" y="1055"/>
                </a:lnTo>
                <a:lnTo>
                  <a:pt x="652" y="1018"/>
                </a:lnTo>
                <a:lnTo>
                  <a:pt x="647" y="984"/>
                </a:lnTo>
                <a:lnTo>
                  <a:pt x="638" y="953"/>
                </a:lnTo>
                <a:lnTo>
                  <a:pt x="620" y="920"/>
                </a:lnTo>
                <a:lnTo>
                  <a:pt x="594" y="886"/>
                </a:lnTo>
                <a:lnTo>
                  <a:pt x="561" y="854"/>
                </a:lnTo>
                <a:lnTo>
                  <a:pt x="523" y="822"/>
                </a:lnTo>
                <a:lnTo>
                  <a:pt x="482" y="789"/>
                </a:lnTo>
                <a:lnTo>
                  <a:pt x="438" y="755"/>
                </a:lnTo>
                <a:lnTo>
                  <a:pt x="392" y="721"/>
                </a:lnTo>
                <a:lnTo>
                  <a:pt x="348" y="686"/>
                </a:lnTo>
                <a:lnTo>
                  <a:pt x="303" y="648"/>
                </a:lnTo>
                <a:lnTo>
                  <a:pt x="261" y="607"/>
                </a:lnTo>
                <a:lnTo>
                  <a:pt x="222" y="564"/>
                </a:lnTo>
                <a:lnTo>
                  <a:pt x="186" y="516"/>
                </a:lnTo>
                <a:lnTo>
                  <a:pt x="156" y="465"/>
                </a:lnTo>
                <a:lnTo>
                  <a:pt x="129" y="411"/>
                </a:lnTo>
                <a:lnTo>
                  <a:pt x="109" y="356"/>
                </a:lnTo>
                <a:lnTo>
                  <a:pt x="90" y="301"/>
                </a:lnTo>
                <a:lnTo>
                  <a:pt x="75" y="245"/>
                </a:lnTo>
                <a:lnTo>
                  <a:pt x="60" y="189"/>
                </a:lnTo>
                <a:lnTo>
                  <a:pt x="46" y="137"/>
                </a:lnTo>
                <a:lnTo>
                  <a:pt x="33" y="88"/>
                </a:lnTo>
                <a:lnTo>
                  <a:pt x="17" y="42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110979" cy="6858000"/>
            <a:chOff x="0" y="0"/>
            <a:chExt cx="2110979" cy="6858000"/>
          </a:xfrm>
        </p:grpSpPr>
        <p:sp>
          <p:nvSpPr>
            <p:cNvPr id="9" name="Freeform 8" title="left scallop shape"/>
            <p:cNvSpPr/>
            <p:nvPr/>
          </p:nvSpPr>
          <p:spPr bwMode="auto">
            <a:xfrm>
              <a:off x="0" y="0"/>
              <a:ext cx="2110979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0" name="Freeform 11" title="left scallop inline"/>
            <p:cNvSpPr/>
            <p:nvPr/>
          </p:nvSpPr>
          <p:spPr bwMode="auto">
            <a:xfrm>
              <a:off x="655786" y="0"/>
              <a:ext cx="1234679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590889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2975" y="2286000"/>
            <a:ext cx="3593592" cy="361950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85846" y="2286000"/>
            <a:ext cx="3593592" cy="361950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7100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2975" y="381001"/>
            <a:ext cx="7629525" cy="1493517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1832" y="2199634"/>
            <a:ext cx="361188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800" b="1" cap="all" spc="15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1832" y="2909102"/>
            <a:ext cx="3611880" cy="299639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75398" y="2199634"/>
            <a:ext cx="361188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800" b="1" cap="all" spc="15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75398" y="2909102"/>
            <a:ext cx="3611880" cy="299639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7350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405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228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5542359" y="0"/>
            <a:ext cx="3601641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53414" y="457200"/>
            <a:ext cx="2319086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800" b="1" i="0" cap="all" spc="225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3788" y="920377"/>
            <a:ext cx="4618814" cy="498512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53414" y="1741336"/>
            <a:ext cx="2319086" cy="4164164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1200"/>
              </a:spcBef>
              <a:buNone/>
              <a:defRPr sz="1400" baseline="0">
                <a:solidFill>
                  <a:schemeClr val="bg2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3789" y="6375679"/>
            <a:ext cx="925016" cy="348462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77716" y="6375679"/>
            <a:ext cx="2611634" cy="345796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268261" y="6375679"/>
            <a:ext cx="924342" cy="345796"/>
          </a:xfrm>
        </p:spPr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 title="left edge border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0436962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2598" y="1"/>
            <a:ext cx="5516689" cy="685799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5542359" y="0"/>
            <a:ext cx="3601641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53413" y="457200"/>
            <a:ext cx="2319088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800" b="1" i="0" spc="225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53413" y="1741336"/>
            <a:ext cx="2319088" cy="4164164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1200"/>
              </a:spcBef>
              <a:buNone/>
              <a:defRPr sz="1400" baseline="0">
                <a:solidFill>
                  <a:schemeClr val="bg2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4463" y="6375679"/>
            <a:ext cx="924342" cy="348462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77716" y="6375679"/>
            <a:ext cx="2611634" cy="345796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256153" y="6375679"/>
            <a:ext cx="947460" cy="345796"/>
          </a:xfrm>
        </p:spPr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77965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367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6911" y="382386"/>
            <a:ext cx="1771930" cy="5600404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42974" y="382386"/>
            <a:ext cx="5809517" cy="5600404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831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38758" y="382385"/>
            <a:ext cx="763374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758" y="2286002"/>
            <a:ext cx="763374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8758" y="6375679"/>
            <a:ext cx="174729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75679"/>
            <a:ext cx="30861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1" y="6375679"/>
            <a:ext cx="211454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8931402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10" name="Rectangle 9" title="right edge border"/>
          <p:cNvSpPr/>
          <p:nvPr/>
        </p:nvSpPr>
        <p:spPr>
          <a:xfrm>
            <a:off x="8931402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14" name="Freeform 5"/>
          <p:cNvSpPr/>
          <p:nvPr/>
        </p:nvSpPr>
        <p:spPr bwMode="auto">
          <a:xfrm>
            <a:off x="1" y="0"/>
            <a:ext cx="679090" cy="6858000"/>
          </a:xfrm>
          <a:custGeom>
            <a:avLst/>
            <a:gdLst/>
            <a:ahLst/>
            <a:cxnLst/>
            <a:rect l="0" t="0" r="r" b="b"/>
            <a:pathLst>
              <a:path w="211" h="2160">
                <a:moveTo>
                  <a:pt x="155" y="1728"/>
                </a:moveTo>
                <a:cubicBezTo>
                  <a:pt x="155" y="1620"/>
                  <a:pt x="211" y="1620"/>
                  <a:pt x="211" y="1512"/>
                </a:cubicBezTo>
                <a:cubicBezTo>
                  <a:pt x="211" y="1404"/>
                  <a:pt x="155" y="1404"/>
                  <a:pt x="155" y="1296"/>
                </a:cubicBezTo>
                <a:cubicBezTo>
                  <a:pt x="155" y="1188"/>
                  <a:pt x="211" y="1188"/>
                  <a:pt x="211" y="1080"/>
                </a:cubicBezTo>
                <a:cubicBezTo>
                  <a:pt x="211" y="972"/>
                  <a:pt x="155" y="972"/>
                  <a:pt x="155" y="864"/>
                </a:cubicBezTo>
                <a:cubicBezTo>
                  <a:pt x="155" y="756"/>
                  <a:pt x="211" y="756"/>
                  <a:pt x="211" y="648"/>
                </a:cubicBezTo>
                <a:cubicBezTo>
                  <a:pt x="211" y="540"/>
                  <a:pt x="155" y="540"/>
                  <a:pt x="155" y="432"/>
                </a:cubicBezTo>
                <a:cubicBezTo>
                  <a:pt x="155" y="324"/>
                  <a:pt x="211" y="324"/>
                  <a:pt x="211" y="216"/>
                </a:cubicBezTo>
                <a:cubicBezTo>
                  <a:pt x="211" y="108"/>
                  <a:pt x="155" y="108"/>
                  <a:pt x="155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160"/>
                  <a:pt x="0" y="2160"/>
                  <a:pt x="0" y="2160"/>
                </a:cubicBezTo>
                <a:cubicBezTo>
                  <a:pt x="155" y="2160"/>
                  <a:pt x="155" y="2160"/>
                  <a:pt x="155" y="2160"/>
                </a:cubicBezTo>
                <a:cubicBezTo>
                  <a:pt x="155" y="2052"/>
                  <a:pt x="211" y="2052"/>
                  <a:pt x="211" y="1944"/>
                </a:cubicBezTo>
                <a:cubicBezTo>
                  <a:pt x="211" y="1836"/>
                  <a:pt x="155" y="1836"/>
                  <a:pt x="155" y="1728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07696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5100" kern="1200" cap="all" spc="15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pos="594">
          <p15:clr>
            <a:srgbClr val="F26B43"/>
          </p15:clr>
        </p15:guide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pos="5400">
          <p15:clr>
            <a:srgbClr val="F26B43"/>
          </p15:clr>
        </p15:guide>
        <p15:guide id="4" orient="horz" pos="4008">
          <p15:clr>
            <a:srgbClr val="F26B43"/>
          </p15:clr>
        </p15:guide>
        <p15:guide id="5" orient="horz" pos="1440">
          <p15:clr>
            <a:srgbClr val="F26B43"/>
          </p15:clr>
        </p15:guide>
        <p15:guide id="6" orient="horz" pos="3720">
          <p15:clr>
            <a:srgbClr val="F26B43"/>
          </p15:clr>
        </p15:guide>
        <p15:guide id="7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iccardoSC2050/Progetto-ingegneria-del-software_1092954_1092457.git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0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3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2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svg"/><Relationship Id="rId3" Type="http://schemas.openxmlformats.org/officeDocument/2006/relationships/diagramLayout" Target="../diagrams/layout7.xml"/><Relationship Id="rId7" Type="http://schemas.openxmlformats.org/officeDocument/2006/relationships/image" Target="../media/image53.png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10" Type="http://schemas.openxmlformats.org/officeDocument/2006/relationships/image" Target="../media/image56.svg"/><Relationship Id="rId4" Type="http://schemas.openxmlformats.org/officeDocument/2006/relationships/diagramQuickStyle" Target="../diagrams/quickStyle7.xml"/><Relationship Id="rId9" Type="http://schemas.openxmlformats.org/officeDocument/2006/relationships/image" Target="../media/image5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59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png"/><Relationship Id="rId4" Type="http://schemas.openxmlformats.org/officeDocument/2006/relationships/image" Target="../media/image58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9.png"/><Relationship Id="rId4" Type="http://schemas.openxmlformats.org/officeDocument/2006/relationships/image" Target="../media/image50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9.xml"/><Relationship Id="rId3" Type="http://schemas.openxmlformats.org/officeDocument/2006/relationships/diagramLayout" Target="../diagrams/layout8.xml"/><Relationship Id="rId7" Type="http://schemas.openxmlformats.org/officeDocument/2006/relationships/diagramData" Target="../diagrams/data9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11" Type="http://schemas.microsoft.com/office/2007/relationships/diagramDrawing" Target="../diagrams/drawing9.xml"/><Relationship Id="rId5" Type="http://schemas.openxmlformats.org/officeDocument/2006/relationships/diagramColors" Target="../diagrams/colors8.xml"/><Relationship Id="rId10" Type="http://schemas.openxmlformats.org/officeDocument/2006/relationships/diagramColors" Target="../diagrams/colors9.xml"/><Relationship Id="rId4" Type="http://schemas.openxmlformats.org/officeDocument/2006/relationships/diagramQuickStyle" Target="../diagrams/quickStyle8.xml"/><Relationship Id="rId9" Type="http://schemas.openxmlformats.org/officeDocument/2006/relationships/diagramQuickStyle" Target="../diagrams/quickStyle9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7" Type="http://schemas.openxmlformats.org/officeDocument/2006/relationships/image" Target="../media/image74.png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Progetto Ingegneria del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b="1" i="1" dirty="0">
                <a:solidFill>
                  <a:schemeClr val="tx1"/>
                </a:solidFill>
              </a:rPr>
              <a:t>Sistema di Gestione Dipendenti Aziendali</a:t>
            </a:r>
          </a:p>
          <a:p>
            <a:pPr lvl="1"/>
            <a:r>
              <a:rPr lang="it-IT" dirty="0"/>
              <a:t>Anno Accademico 2025/2026</a:t>
            </a:r>
          </a:p>
          <a:p>
            <a:pPr lvl="1"/>
            <a:r>
              <a:rPr lang="it-IT" dirty="0"/>
              <a:t>Componenti del gruppo:</a:t>
            </a:r>
          </a:p>
          <a:p>
            <a:pPr lvl="2"/>
            <a:r>
              <a:rPr lang="it-IT" sz="1400" b="1" u="sng" dirty="0">
                <a:solidFill>
                  <a:schemeClr val="tx1"/>
                </a:solidFill>
              </a:rPr>
              <a:t>Riccardo Scola Colombo</a:t>
            </a:r>
          </a:p>
          <a:p>
            <a:pPr lvl="2"/>
            <a:r>
              <a:rPr lang="it-IT" sz="1400" b="1" u="sng" dirty="0">
                <a:solidFill>
                  <a:schemeClr val="tx1"/>
                </a:solidFill>
              </a:rPr>
              <a:t>Michael Leone Tomasoni 1092954</a:t>
            </a: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DA0780FE-DD74-D920-5B51-C45723819C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884" y="5022297"/>
            <a:ext cx="6475489" cy="395479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E00D339B-DDDA-F4FF-D03D-DFEE32695F96}"/>
              </a:ext>
            </a:extLst>
          </p:cNvPr>
          <p:cNvSpPr txBox="1"/>
          <p:nvPr/>
        </p:nvSpPr>
        <p:spPr>
          <a:xfrm>
            <a:off x="1348399" y="5541517"/>
            <a:ext cx="68144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solidFill>
                  <a:srgbClr val="00FF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https://github.com/RiccardoSC2050/Progetto-ingegneria-del-software_1092954_1092457.git</a:t>
            </a:r>
            <a:endParaRPr lang="it-IT" sz="1400" dirty="0">
              <a:solidFill>
                <a:srgbClr val="00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FC012A5-170D-4B0F-A916-A8EE2C6CE9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ttangolo con angoli arrotondati 27">
            <a:extLst>
              <a:ext uri="{FF2B5EF4-FFF2-40B4-BE49-F238E27FC236}">
                <a16:creationId xmlns:a16="http://schemas.microsoft.com/office/drawing/2014/main" id="{D7AA450F-BC56-8B05-0586-763AF88CBE0C}"/>
              </a:ext>
            </a:extLst>
          </p:cNvPr>
          <p:cNvSpPr/>
          <p:nvPr/>
        </p:nvSpPr>
        <p:spPr>
          <a:xfrm>
            <a:off x="2579913" y="1759498"/>
            <a:ext cx="6397832" cy="2956560"/>
          </a:xfrm>
          <a:prstGeom prst="roundRect">
            <a:avLst/>
          </a:prstGeom>
          <a:noFill/>
          <a:ln w="12700">
            <a:solidFill>
              <a:srgbClr val="CE8D0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6AB98D12-0DC4-65C2-313A-C9F2A9EBCCEC}"/>
              </a:ext>
            </a:extLst>
          </p:cNvPr>
          <p:cNvSpPr/>
          <p:nvPr/>
        </p:nvSpPr>
        <p:spPr>
          <a:xfrm>
            <a:off x="2579912" y="227289"/>
            <a:ext cx="6397833" cy="1200329"/>
          </a:xfrm>
          <a:prstGeom prst="roundRect">
            <a:avLst/>
          </a:prstGeom>
          <a:solidFill>
            <a:srgbClr val="F8B323"/>
          </a:solidFill>
          <a:ln>
            <a:solidFill>
              <a:srgbClr val="CE8D0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F40654-5E8C-468A-9596-50927AF19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50948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1354945"/>
            <a:ext cx="1544286" cy="4148110"/>
          </a:xfrm>
        </p:spPr>
        <p:txBody>
          <a:bodyPr anchor="ctr">
            <a:normAutofit/>
          </a:bodyPr>
          <a:lstStyle/>
          <a:p>
            <a:r>
              <a:rPr lang="it-IT" sz="2200" dirty="0">
                <a:solidFill>
                  <a:srgbClr val="2A1A00"/>
                </a:solidFill>
              </a:rPr>
              <a:t>Obiettivo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0B1BD4A-8DE6-4266-9C27-59260F938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26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9913" y="227291"/>
            <a:ext cx="6397832" cy="120032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it-IT" b="1" dirty="0"/>
              <a:t>L’obiettivo del progetto è sviluppare un’applicazione </a:t>
            </a:r>
            <a:r>
              <a:rPr lang="it-IT" sz="1600" dirty="0"/>
              <a:t>che permetta di:</a:t>
            </a:r>
            <a:endParaRPr lang="it-IT" sz="1400" b="1" i="1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5B6C7C33-34F0-A18E-3ED1-657F0343BAFB}"/>
              </a:ext>
            </a:extLst>
          </p:cNvPr>
          <p:cNvSpPr txBox="1"/>
          <p:nvPr/>
        </p:nvSpPr>
        <p:spPr>
          <a:xfrm>
            <a:off x="3041420" y="1995341"/>
            <a:ext cx="5570647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Gestire utenti con diversi livelli di accesso (Root e User)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Creare e gestire file CSV </a:t>
            </a:r>
            <a:r>
              <a:rPr lang="it-IT" b="1" i="1" u="sng" dirty="0">
                <a:solidFill>
                  <a:srgbClr val="F8B323"/>
                </a:solidFill>
              </a:rPr>
              <a:t>contenenti dati dei dipendenti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it-IT" sz="1400" dirty="0"/>
              <a:t>Effettuare operazioni di: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it-IT" sz="1400" b="1" i="1" dirty="0"/>
              <a:t>Inserimento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it-IT" sz="1400" b="1" i="1" dirty="0"/>
              <a:t>Ricerca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it-IT" sz="1400" b="1" i="1" dirty="0"/>
              <a:t>Modifica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it-IT" sz="1400" b="1" i="1" dirty="0"/>
              <a:t>Eliminazione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it-IT" sz="1400" b="1" i="1" dirty="0"/>
              <a:t>Statistiche</a:t>
            </a:r>
            <a:endParaRPr lang="it-IT" dirty="0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92441E1D-3A24-B690-517E-12DA17946D9B}"/>
              </a:ext>
            </a:extLst>
          </p:cNvPr>
          <p:cNvSpPr txBox="1"/>
          <p:nvPr/>
        </p:nvSpPr>
        <p:spPr>
          <a:xfrm>
            <a:off x="3041420" y="5009151"/>
            <a:ext cx="490681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i="1" dirty="0">
                <a:solidFill>
                  <a:srgbClr val="F8B323"/>
                </a:solidFill>
              </a:rPr>
              <a:t>Salvare i file CSV in modo persistente su database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800" i="1" dirty="0"/>
              <a:t>Utilizzare l’applicazione sia da terminale (CLI) </a:t>
            </a:r>
            <a:br>
              <a:rPr lang="it-IT" sz="1800" i="1" dirty="0"/>
            </a:br>
            <a:r>
              <a:rPr lang="it-IT" sz="1800" i="1" dirty="0"/>
              <a:t>sia tramite interfaccia grafica (GUI)</a:t>
            </a:r>
          </a:p>
        </p:txBody>
      </p:sp>
      <p:sp>
        <p:nvSpPr>
          <p:cNvPr id="15" name="Parentesi graffa chiusa 14">
            <a:extLst>
              <a:ext uri="{FF2B5EF4-FFF2-40B4-BE49-F238E27FC236}">
                <a16:creationId xmlns:a16="http://schemas.microsoft.com/office/drawing/2014/main" id="{A6E6DD14-C045-C62C-D34A-CE2796AFCF99}"/>
              </a:ext>
            </a:extLst>
          </p:cNvPr>
          <p:cNvSpPr/>
          <p:nvPr/>
        </p:nvSpPr>
        <p:spPr>
          <a:xfrm>
            <a:off x="5523346" y="3405416"/>
            <a:ext cx="406400" cy="951345"/>
          </a:xfrm>
          <a:prstGeom prst="rightBrac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27" name="Connettore curvo 26">
            <a:extLst>
              <a:ext uri="{FF2B5EF4-FFF2-40B4-BE49-F238E27FC236}">
                <a16:creationId xmlns:a16="http://schemas.microsoft.com/office/drawing/2014/main" id="{17ED8A90-B84D-5DDF-6C18-53EFD8F54BEA}"/>
              </a:ext>
            </a:extLst>
          </p:cNvPr>
          <p:cNvCxnSpPr>
            <a:cxnSpLocks/>
          </p:cNvCxnSpPr>
          <p:nvPr/>
        </p:nvCxnSpPr>
        <p:spPr>
          <a:xfrm rot="10800000" flipH="1">
            <a:off x="5929746" y="2891609"/>
            <a:ext cx="704602" cy="998187"/>
          </a:xfrm>
          <a:prstGeom prst="curvedConnector2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ttangolo con angoli arrotondati 28">
            <a:extLst>
              <a:ext uri="{FF2B5EF4-FFF2-40B4-BE49-F238E27FC236}">
                <a16:creationId xmlns:a16="http://schemas.microsoft.com/office/drawing/2014/main" id="{ADD7B756-25C2-0C42-01A6-CB9D3F023187}"/>
              </a:ext>
            </a:extLst>
          </p:cNvPr>
          <p:cNvSpPr/>
          <p:nvPr/>
        </p:nvSpPr>
        <p:spPr>
          <a:xfrm>
            <a:off x="2579913" y="4876453"/>
            <a:ext cx="6397832" cy="1253203"/>
          </a:xfrm>
          <a:prstGeom prst="roundRect">
            <a:avLst/>
          </a:prstGeom>
          <a:noFill/>
          <a:ln w="12700">
            <a:solidFill>
              <a:srgbClr val="CE8D0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31" name="Connettore 2 30">
            <a:extLst>
              <a:ext uri="{FF2B5EF4-FFF2-40B4-BE49-F238E27FC236}">
                <a16:creationId xmlns:a16="http://schemas.microsoft.com/office/drawing/2014/main" id="{079480CB-E99D-6FBF-7EE2-FC9A622EDF83}"/>
              </a:ext>
            </a:extLst>
          </p:cNvPr>
          <p:cNvCxnSpPr/>
          <p:nvPr/>
        </p:nvCxnSpPr>
        <p:spPr>
          <a:xfrm>
            <a:off x="7146472" y="2819400"/>
            <a:ext cx="0" cy="224418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8758" y="382385"/>
            <a:ext cx="7633742" cy="1492132"/>
          </a:xfrm>
        </p:spPr>
        <p:txBody>
          <a:bodyPr anchor="ctr">
            <a:normAutofit/>
          </a:bodyPr>
          <a:lstStyle/>
          <a:p>
            <a:r>
              <a:rPr lang="it-IT"/>
              <a:t>Difficoltà incontrate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1F00AB2E-0259-FF63-61CA-8245E9BAC7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7894482"/>
              </p:ext>
            </p:extLst>
          </p:nvPr>
        </p:nvGraphicFramePr>
        <p:xfrm>
          <a:off x="938212" y="1660073"/>
          <a:ext cx="7634288" cy="3594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CasellaDiTesto 5">
            <a:extLst>
              <a:ext uri="{FF2B5EF4-FFF2-40B4-BE49-F238E27FC236}">
                <a16:creationId xmlns:a16="http://schemas.microsoft.com/office/drawing/2014/main" id="{C50BBFA0-F7AB-88D4-F0EC-7B42B09C8D53}"/>
              </a:ext>
            </a:extLst>
          </p:cNvPr>
          <p:cNvSpPr txBox="1"/>
          <p:nvPr/>
        </p:nvSpPr>
        <p:spPr>
          <a:xfrm>
            <a:off x="1608364" y="5091866"/>
            <a:ext cx="59272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Prenderemo visione con il design e architettura</a:t>
            </a:r>
          </a:p>
          <a:p>
            <a:pPr algn="ctr"/>
            <a:endParaRPr lang="it-IT" dirty="0"/>
          </a:p>
          <a:p>
            <a:pPr algn="ctr"/>
            <a:r>
              <a:rPr lang="it-IT" dirty="0"/>
              <a:t>Ripercussioni sui test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8758" y="382385"/>
            <a:ext cx="7633742" cy="149213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pc="200"/>
              <a:t>Paradigma e Tools</a:t>
            </a:r>
          </a:p>
        </p:txBody>
      </p:sp>
      <p:graphicFrame>
        <p:nvGraphicFramePr>
          <p:cNvPr id="14" name="CasellaDiTesto 4">
            <a:extLst>
              <a:ext uri="{FF2B5EF4-FFF2-40B4-BE49-F238E27FC236}">
                <a16:creationId xmlns:a16="http://schemas.microsoft.com/office/drawing/2014/main" id="{E707BE8B-477D-3A21-8004-DA287E9DC42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85407110"/>
              </p:ext>
            </p:extLst>
          </p:nvPr>
        </p:nvGraphicFramePr>
        <p:xfrm>
          <a:off x="938212" y="2286000"/>
          <a:ext cx="7634288" cy="3594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7C615D28-8D37-47CB-9D5B-9ACFDA3089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1144" y="0"/>
            <a:ext cx="840285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142" y="563862"/>
            <a:ext cx="5153472" cy="1959685"/>
          </a:xfrm>
        </p:spPr>
        <p:txBody>
          <a:bodyPr>
            <a:normAutofit/>
          </a:bodyPr>
          <a:lstStyle/>
          <a:p>
            <a:r>
              <a:rPr lang="it-IT" sz="3200" dirty="0"/>
              <a:t>Software </a:t>
            </a:r>
            <a:r>
              <a:rPr lang="it-IT" sz="3200" dirty="0" err="1"/>
              <a:t>Configuration</a:t>
            </a:r>
            <a:r>
              <a:rPr lang="it-IT" sz="3200" dirty="0"/>
              <a:t> Management</a:t>
            </a: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D6B215F4-747D-4CC6-A400-179A94AB89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9751" y="-1423"/>
            <a:ext cx="3174249" cy="2775750"/>
          </a:xfrm>
          <a:custGeom>
            <a:avLst/>
            <a:gdLst>
              <a:gd name="connsiteX0" fmla="*/ 319701 w 4232332"/>
              <a:gd name="connsiteY0" fmla="*/ 0 h 3701000"/>
              <a:gd name="connsiteX1" fmla="*/ 4232332 w 4232332"/>
              <a:gd name="connsiteY1" fmla="*/ 0 h 3701000"/>
              <a:gd name="connsiteX2" fmla="*/ 4232332 w 4232332"/>
              <a:gd name="connsiteY2" fmla="*/ 3034486 h 3701000"/>
              <a:gd name="connsiteX3" fmla="*/ 4230268 w 4232332"/>
              <a:gd name="connsiteY3" fmla="*/ 3035198 h 3701000"/>
              <a:gd name="connsiteX4" fmla="*/ 4185051 w 4232332"/>
              <a:gd name="connsiteY4" fmla="*/ 3049231 h 3701000"/>
              <a:gd name="connsiteX5" fmla="*/ 4136714 w 4232332"/>
              <a:gd name="connsiteY5" fmla="*/ 3061706 h 3701000"/>
              <a:gd name="connsiteX6" fmla="*/ 4089935 w 4232332"/>
              <a:gd name="connsiteY6" fmla="*/ 3074180 h 3701000"/>
              <a:gd name="connsiteX7" fmla="*/ 4043158 w 4232332"/>
              <a:gd name="connsiteY7" fmla="*/ 3088214 h 3701000"/>
              <a:gd name="connsiteX8" fmla="*/ 3997940 w 4232332"/>
              <a:gd name="connsiteY8" fmla="*/ 3103806 h 3701000"/>
              <a:gd name="connsiteX9" fmla="*/ 3955840 w 4232332"/>
              <a:gd name="connsiteY9" fmla="*/ 3122518 h 3701000"/>
              <a:gd name="connsiteX10" fmla="*/ 3916860 w 4232332"/>
              <a:gd name="connsiteY10" fmla="*/ 3144346 h 3701000"/>
              <a:gd name="connsiteX11" fmla="*/ 3882555 w 4232332"/>
              <a:gd name="connsiteY11" fmla="*/ 3172413 h 3701000"/>
              <a:gd name="connsiteX12" fmla="*/ 3846692 w 4232332"/>
              <a:gd name="connsiteY12" fmla="*/ 3203599 h 3701000"/>
              <a:gd name="connsiteX13" fmla="*/ 3815506 w 4232332"/>
              <a:gd name="connsiteY13" fmla="*/ 3239461 h 3701000"/>
              <a:gd name="connsiteX14" fmla="*/ 3785881 w 4232332"/>
              <a:gd name="connsiteY14" fmla="*/ 3276884 h 3701000"/>
              <a:gd name="connsiteX15" fmla="*/ 3756254 w 4232332"/>
              <a:gd name="connsiteY15" fmla="*/ 3315864 h 3701000"/>
              <a:gd name="connsiteX16" fmla="*/ 3726629 w 4232332"/>
              <a:gd name="connsiteY16" fmla="*/ 3354846 h 3701000"/>
              <a:gd name="connsiteX17" fmla="*/ 3697003 w 4232332"/>
              <a:gd name="connsiteY17" fmla="*/ 3392268 h 3701000"/>
              <a:gd name="connsiteX18" fmla="*/ 3664258 w 4232332"/>
              <a:gd name="connsiteY18" fmla="*/ 3428131 h 3701000"/>
              <a:gd name="connsiteX19" fmla="*/ 3631513 w 4232332"/>
              <a:gd name="connsiteY19" fmla="*/ 3459315 h 3701000"/>
              <a:gd name="connsiteX20" fmla="*/ 3594093 w 4232332"/>
              <a:gd name="connsiteY20" fmla="*/ 3485823 h 3701000"/>
              <a:gd name="connsiteX21" fmla="*/ 3555111 w 4232332"/>
              <a:gd name="connsiteY21" fmla="*/ 3506094 h 3701000"/>
              <a:gd name="connsiteX22" fmla="*/ 3508332 w 4232332"/>
              <a:gd name="connsiteY22" fmla="*/ 3520128 h 3701000"/>
              <a:gd name="connsiteX23" fmla="*/ 3459994 w 4232332"/>
              <a:gd name="connsiteY23" fmla="*/ 3526365 h 3701000"/>
              <a:gd name="connsiteX24" fmla="*/ 3410100 w 4232332"/>
              <a:gd name="connsiteY24" fmla="*/ 3527923 h 3701000"/>
              <a:gd name="connsiteX25" fmla="*/ 3357084 w 4232332"/>
              <a:gd name="connsiteY25" fmla="*/ 3523245 h 3701000"/>
              <a:gd name="connsiteX26" fmla="*/ 3304070 w 4232332"/>
              <a:gd name="connsiteY26" fmla="*/ 3517009 h 3701000"/>
              <a:gd name="connsiteX27" fmla="*/ 3251054 w 4232332"/>
              <a:gd name="connsiteY27" fmla="*/ 3509211 h 3701000"/>
              <a:gd name="connsiteX28" fmla="*/ 3198040 w 4232332"/>
              <a:gd name="connsiteY28" fmla="*/ 3502976 h 3701000"/>
              <a:gd name="connsiteX29" fmla="*/ 3145024 w 4232332"/>
              <a:gd name="connsiteY29" fmla="*/ 3499857 h 3701000"/>
              <a:gd name="connsiteX30" fmla="*/ 3093569 w 4232332"/>
              <a:gd name="connsiteY30" fmla="*/ 3499857 h 3701000"/>
              <a:gd name="connsiteX31" fmla="*/ 3045233 w 4232332"/>
              <a:gd name="connsiteY31" fmla="*/ 3506094 h 3701000"/>
              <a:gd name="connsiteX32" fmla="*/ 2995337 w 4232332"/>
              <a:gd name="connsiteY32" fmla="*/ 3518569 h 3701000"/>
              <a:gd name="connsiteX33" fmla="*/ 2950118 w 4232332"/>
              <a:gd name="connsiteY33" fmla="*/ 3537278 h 3701000"/>
              <a:gd name="connsiteX34" fmla="*/ 2903340 w 4232332"/>
              <a:gd name="connsiteY34" fmla="*/ 3562227 h 3701000"/>
              <a:gd name="connsiteX35" fmla="*/ 2856564 w 4232332"/>
              <a:gd name="connsiteY35" fmla="*/ 3587176 h 3701000"/>
              <a:gd name="connsiteX36" fmla="*/ 2809785 w 4232332"/>
              <a:gd name="connsiteY36" fmla="*/ 3615241 h 3701000"/>
              <a:gd name="connsiteX37" fmla="*/ 2764565 w 4232332"/>
              <a:gd name="connsiteY37" fmla="*/ 3641749 h 3701000"/>
              <a:gd name="connsiteX38" fmla="*/ 2716230 w 4232332"/>
              <a:gd name="connsiteY38" fmla="*/ 3665138 h 3701000"/>
              <a:gd name="connsiteX39" fmla="*/ 2669451 w 4232332"/>
              <a:gd name="connsiteY39" fmla="*/ 3683850 h 3701000"/>
              <a:gd name="connsiteX40" fmla="*/ 2621114 w 4232332"/>
              <a:gd name="connsiteY40" fmla="*/ 3696324 h 3701000"/>
              <a:gd name="connsiteX41" fmla="*/ 2571219 w 4232332"/>
              <a:gd name="connsiteY41" fmla="*/ 3701000 h 3701000"/>
              <a:gd name="connsiteX42" fmla="*/ 2521322 w 4232332"/>
              <a:gd name="connsiteY42" fmla="*/ 3696324 h 3701000"/>
              <a:gd name="connsiteX43" fmla="*/ 2472985 w 4232332"/>
              <a:gd name="connsiteY43" fmla="*/ 3683850 h 3701000"/>
              <a:gd name="connsiteX44" fmla="*/ 2426209 w 4232332"/>
              <a:gd name="connsiteY44" fmla="*/ 3665138 h 3701000"/>
              <a:gd name="connsiteX45" fmla="*/ 2377871 w 4232332"/>
              <a:gd name="connsiteY45" fmla="*/ 3641749 h 3701000"/>
              <a:gd name="connsiteX46" fmla="*/ 2332651 w 4232332"/>
              <a:gd name="connsiteY46" fmla="*/ 3615241 h 3701000"/>
              <a:gd name="connsiteX47" fmla="*/ 2285874 w 4232332"/>
              <a:gd name="connsiteY47" fmla="*/ 3587176 h 3701000"/>
              <a:gd name="connsiteX48" fmla="*/ 2239096 w 4232332"/>
              <a:gd name="connsiteY48" fmla="*/ 3562227 h 3701000"/>
              <a:gd name="connsiteX49" fmla="*/ 2192319 w 4232332"/>
              <a:gd name="connsiteY49" fmla="*/ 3537278 h 3701000"/>
              <a:gd name="connsiteX50" fmla="*/ 2145542 w 4232332"/>
              <a:gd name="connsiteY50" fmla="*/ 3518569 h 3701000"/>
              <a:gd name="connsiteX51" fmla="*/ 2097204 w 4232332"/>
              <a:gd name="connsiteY51" fmla="*/ 3506094 h 3701000"/>
              <a:gd name="connsiteX52" fmla="*/ 2048867 w 4232332"/>
              <a:gd name="connsiteY52" fmla="*/ 3499857 h 3701000"/>
              <a:gd name="connsiteX53" fmla="*/ 1997410 w 4232332"/>
              <a:gd name="connsiteY53" fmla="*/ 3499857 h 3701000"/>
              <a:gd name="connsiteX54" fmla="*/ 1944396 w 4232332"/>
              <a:gd name="connsiteY54" fmla="*/ 3502976 h 3701000"/>
              <a:gd name="connsiteX55" fmla="*/ 1891382 w 4232332"/>
              <a:gd name="connsiteY55" fmla="*/ 3509211 h 3701000"/>
              <a:gd name="connsiteX56" fmla="*/ 1838366 w 4232332"/>
              <a:gd name="connsiteY56" fmla="*/ 3517009 h 3701000"/>
              <a:gd name="connsiteX57" fmla="*/ 1785350 w 4232332"/>
              <a:gd name="connsiteY57" fmla="*/ 3523245 h 3701000"/>
              <a:gd name="connsiteX58" fmla="*/ 1732336 w 4232332"/>
              <a:gd name="connsiteY58" fmla="*/ 3527923 h 3701000"/>
              <a:gd name="connsiteX59" fmla="*/ 1682442 w 4232332"/>
              <a:gd name="connsiteY59" fmla="*/ 3526365 h 3701000"/>
              <a:gd name="connsiteX60" fmla="*/ 1634105 w 4232332"/>
              <a:gd name="connsiteY60" fmla="*/ 3520128 h 3701000"/>
              <a:gd name="connsiteX61" fmla="*/ 1587326 w 4232332"/>
              <a:gd name="connsiteY61" fmla="*/ 3506094 h 3701000"/>
              <a:gd name="connsiteX62" fmla="*/ 1548345 w 4232332"/>
              <a:gd name="connsiteY62" fmla="*/ 3485823 h 3701000"/>
              <a:gd name="connsiteX63" fmla="*/ 1510922 w 4232332"/>
              <a:gd name="connsiteY63" fmla="*/ 3459315 h 3701000"/>
              <a:gd name="connsiteX64" fmla="*/ 1478179 w 4232332"/>
              <a:gd name="connsiteY64" fmla="*/ 3428131 h 3701000"/>
              <a:gd name="connsiteX65" fmla="*/ 1445433 w 4232332"/>
              <a:gd name="connsiteY65" fmla="*/ 3392268 h 3701000"/>
              <a:gd name="connsiteX66" fmla="*/ 1415807 w 4232332"/>
              <a:gd name="connsiteY66" fmla="*/ 3354846 h 3701000"/>
              <a:gd name="connsiteX67" fmla="*/ 1386182 w 4232332"/>
              <a:gd name="connsiteY67" fmla="*/ 3315864 h 3701000"/>
              <a:gd name="connsiteX68" fmla="*/ 1356556 w 4232332"/>
              <a:gd name="connsiteY68" fmla="*/ 3276884 h 3701000"/>
              <a:gd name="connsiteX69" fmla="*/ 1326930 w 4232332"/>
              <a:gd name="connsiteY69" fmla="*/ 3239461 h 3701000"/>
              <a:gd name="connsiteX70" fmla="*/ 1295744 w 4232332"/>
              <a:gd name="connsiteY70" fmla="*/ 3203599 h 3701000"/>
              <a:gd name="connsiteX71" fmla="*/ 1259881 w 4232332"/>
              <a:gd name="connsiteY71" fmla="*/ 3172413 h 3701000"/>
              <a:gd name="connsiteX72" fmla="*/ 1225577 w 4232332"/>
              <a:gd name="connsiteY72" fmla="*/ 3144346 h 3701000"/>
              <a:gd name="connsiteX73" fmla="*/ 1186596 w 4232332"/>
              <a:gd name="connsiteY73" fmla="*/ 3122518 h 3701000"/>
              <a:gd name="connsiteX74" fmla="*/ 1144496 w 4232332"/>
              <a:gd name="connsiteY74" fmla="*/ 3103806 h 3701000"/>
              <a:gd name="connsiteX75" fmla="*/ 1099278 w 4232332"/>
              <a:gd name="connsiteY75" fmla="*/ 3088214 h 3701000"/>
              <a:gd name="connsiteX76" fmla="*/ 1052499 w 4232332"/>
              <a:gd name="connsiteY76" fmla="*/ 3074180 h 3701000"/>
              <a:gd name="connsiteX77" fmla="*/ 1005723 w 4232332"/>
              <a:gd name="connsiteY77" fmla="*/ 3061706 h 3701000"/>
              <a:gd name="connsiteX78" fmla="*/ 957386 w 4232332"/>
              <a:gd name="connsiteY78" fmla="*/ 3049231 h 3701000"/>
              <a:gd name="connsiteX79" fmla="*/ 912167 w 4232332"/>
              <a:gd name="connsiteY79" fmla="*/ 3035198 h 3701000"/>
              <a:gd name="connsiteX80" fmla="*/ 866948 w 4232332"/>
              <a:gd name="connsiteY80" fmla="*/ 3019606 h 3701000"/>
              <a:gd name="connsiteX81" fmla="*/ 824850 w 4232332"/>
              <a:gd name="connsiteY81" fmla="*/ 3000894 h 3701000"/>
              <a:gd name="connsiteX82" fmla="*/ 787426 w 4232332"/>
              <a:gd name="connsiteY82" fmla="*/ 2977505 h 3701000"/>
              <a:gd name="connsiteX83" fmla="*/ 753122 w 4232332"/>
              <a:gd name="connsiteY83" fmla="*/ 2949439 h 3701000"/>
              <a:gd name="connsiteX84" fmla="*/ 725057 w 4232332"/>
              <a:gd name="connsiteY84" fmla="*/ 2915136 h 3701000"/>
              <a:gd name="connsiteX85" fmla="*/ 701668 w 4232332"/>
              <a:gd name="connsiteY85" fmla="*/ 2877713 h 3701000"/>
              <a:gd name="connsiteX86" fmla="*/ 682956 w 4232332"/>
              <a:gd name="connsiteY86" fmla="*/ 2835613 h 3701000"/>
              <a:gd name="connsiteX87" fmla="*/ 667364 w 4232332"/>
              <a:gd name="connsiteY87" fmla="*/ 2790396 h 3701000"/>
              <a:gd name="connsiteX88" fmla="*/ 653331 w 4232332"/>
              <a:gd name="connsiteY88" fmla="*/ 2745177 h 3701000"/>
              <a:gd name="connsiteX89" fmla="*/ 640857 w 4232332"/>
              <a:gd name="connsiteY89" fmla="*/ 2696840 h 3701000"/>
              <a:gd name="connsiteX90" fmla="*/ 628382 w 4232332"/>
              <a:gd name="connsiteY90" fmla="*/ 2650063 h 3701000"/>
              <a:gd name="connsiteX91" fmla="*/ 614349 w 4232332"/>
              <a:gd name="connsiteY91" fmla="*/ 2603285 h 3701000"/>
              <a:gd name="connsiteX92" fmla="*/ 598756 w 4232332"/>
              <a:gd name="connsiteY92" fmla="*/ 2558065 h 3701000"/>
              <a:gd name="connsiteX93" fmla="*/ 580044 w 4232332"/>
              <a:gd name="connsiteY93" fmla="*/ 2515965 h 3701000"/>
              <a:gd name="connsiteX94" fmla="*/ 558214 w 4232332"/>
              <a:gd name="connsiteY94" fmla="*/ 2476984 h 3701000"/>
              <a:gd name="connsiteX95" fmla="*/ 530150 w 4232332"/>
              <a:gd name="connsiteY95" fmla="*/ 2442681 h 3701000"/>
              <a:gd name="connsiteX96" fmla="*/ 498963 w 4232332"/>
              <a:gd name="connsiteY96" fmla="*/ 2406817 h 3701000"/>
              <a:gd name="connsiteX97" fmla="*/ 463101 w 4232332"/>
              <a:gd name="connsiteY97" fmla="*/ 2375633 h 3701000"/>
              <a:gd name="connsiteX98" fmla="*/ 424118 w 4232332"/>
              <a:gd name="connsiteY98" fmla="*/ 2346007 h 3701000"/>
              <a:gd name="connsiteX99" fmla="*/ 385138 w 4232332"/>
              <a:gd name="connsiteY99" fmla="*/ 2316382 h 3701000"/>
              <a:gd name="connsiteX100" fmla="*/ 346157 w 4232332"/>
              <a:gd name="connsiteY100" fmla="*/ 2286756 h 3701000"/>
              <a:gd name="connsiteX101" fmla="*/ 308733 w 4232332"/>
              <a:gd name="connsiteY101" fmla="*/ 2257129 h 3701000"/>
              <a:gd name="connsiteX102" fmla="*/ 272871 w 4232332"/>
              <a:gd name="connsiteY102" fmla="*/ 2224386 h 3701000"/>
              <a:gd name="connsiteX103" fmla="*/ 241686 w 4232332"/>
              <a:gd name="connsiteY103" fmla="*/ 2191641 h 3701000"/>
              <a:gd name="connsiteX104" fmla="*/ 215179 w 4232332"/>
              <a:gd name="connsiteY104" fmla="*/ 2154219 h 3701000"/>
              <a:gd name="connsiteX105" fmla="*/ 194909 w 4232332"/>
              <a:gd name="connsiteY105" fmla="*/ 2115238 h 3701000"/>
              <a:gd name="connsiteX106" fmla="*/ 180876 w 4232332"/>
              <a:gd name="connsiteY106" fmla="*/ 2068461 h 3701000"/>
              <a:gd name="connsiteX107" fmla="*/ 174638 w 4232332"/>
              <a:gd name="connsiteY107" fmla="*/ 2020123 h 3701000"/>
              <a:gd name="connsiteX108" fmla="*/ 173078 w 4232332"/>
              <a:gd name="connsiteY108" fmla="*/ 1970225 h 3701000"/>
              <a:gd name="connsiteX109" fmla="*/ 177756 w 4232332"/>
              <a:gd name="connsiteY109" fmla="*/ 1917211 h 3701000"/>
              <a:gd name="connsiteX110" fmla="*/ 183993 w 4232332"/>
              <a:gd name="connsiteY110" fmla="*/ 1864197 h 3701000"/>
              <a:gd name="connsiteX111" fmla="*/ 191789 w 4232332"/>
              <a:gd name="connsiteY111" fmla="*/ 1811182 h 3701000"/>
              <a:gd name="connsiteX112" fmla="*/ 198027 w 4232332"/>
              <a:gd name="connsiteY112" fmla="*/ 1758167 h 3701000"/>
              <a:gd name="connsiteX113" fmla="*/ 201146 w 4232332"/>
              <a:gd name="connsiteY113" fmla="*/ 1705153 h 3701000"/>
              <a:gd name="connsiteX114" fmla="*/ 201146 w 4232332"/>
              <a:gd name="connsiteY114" fmla="*/ 1653697 h 3701000"/>
              <a:gd name="connsiteX115" fmla="*/ 194909 w 4232332"/>
              <a:gd name="connsiteY115" fmla="*/ 1605362 h 3701000"/>
              <a:gd name="connsiteX116" fmla="*/ 182434 w 4232332"/>
              <a:gd name="connsiteY116" fmla="*/ 1557024 h 3701000"/>
              <a:gd name="connsiteX117" fmla="*/ 163723 w 4232332"/>
              <a:gd name="connsiteY117" fmla="*/ 1511804 h 3701000"/>
              <a:gd name="connsiteX118" fmla="*/ 140335 w 4232332"/>
              <a:gd name="connsiteY118" fmla="*/ 1465027 h 3701000"/>
              <a:gd name="connsiteX119" fmla="*/ 113826 w 4232332"/>
              <a:gd name="connsiteY119" fmla="*/ 1418251 h 3701000"/>
              <a:gd name="connsiteX120" fmla="*/ 85761 w 4232332"/>
              <a:gd name="connsiteY120" fmla="*/ 1371472 h 3701000"/>
              <a:gd name="connsiteX121" fmla="*/ 59253 w 4232332"/>
              <a:gd name="connsiteY121" fmla="*/ 1326252 h 3701000"/>
              <a:gd name="connsiteX122" fmla="*/ 35863 w 4232332"/>
              <a:gd name="connsiteY122" fmla="*/ 1277917 h 3701000"/>
              <a:gd name="connsiteX123" fmla="*/ 17153 w 4232332"/>
              <a:gd name="connsiteY123" fmla="*/ 1231139 h 3701000"/>
              <a:gd name="connsiteX124" fmla="*/ 4679 w 4232332"/>
              <a:gd name="connsiteY124" fmla="*/ 1182801 h 3701000"/>
              <a:gd name="connsiteX125" fmla="*/ 0 w 4232332"/>
              <a:gd name="connsiteY125" fmla="*/ 1132905 h 3701000"/>
              <a:gd name="connsiteX126" fmla="*/ 4679 w 4232332"/>
              <a:gd name="connsiteY126" fmla="*/ 1083010 h 3701000"/>
              <a:gd name="connsiteX127" fmla="*/ 17153 w 4232332"/>
              <a:gd name="connsiteY127" fmla="*/ 1034673 h 3701000"/>
              <a:gd name="connsiteX128" fmla="*/ 35863 w 4232332"/>
              <a:gd name="connsiteY128" fmla="*/ 987895 h 3701000"/>
              <a:gd name="connsiteX129" fmla="*/ 59253 w 4232332"/>
              <a:gd name="connsiteY129" fmla="*/ 939559 h 3701000"/>
              <a:gd name="connsiteX130" fmla="*/ 85761 w 4232332"/>
              <a:gd name="connsiteY130" fmla="*/ 894339 h 3701000"/>
              <a:gd name="connsiteX131" fmla="*/ 113826 w 4232332"/>
              <a:gd name="connsiteY131" fmla="*/ 847563 h 3701000"/>
              <a:gd name="connsiteX132" fmla="*/ 140335 w 4232332"/>
              <a:gd name="connsiteY132" fmla="*/ 800784 h 3701000"/>
              <a:gd name="connsiteX133" fmla="*/ 163723 w 4232332"/>
              <a:gd name="connsiteY133" fmla="*/ 754007 h 3701000"/>
              <a:gd name="connsiteX134" fmla="*/ 182434 w 4232332"/>
              <a:gd name="connsiteY134" fmla="*/ 708787 h 3701000"/>
              <a:gd name="connsiteX135" fmla="*/ 194909 w 4232332"/>
              <a:gd name="connsiteY135" fmla="*/ 660451 h 3701000"/>
              <a:gd name="connsiteX136" fmla="*/ 201146 w 4232332"/>
              <a:gd name="connsiteY136" fmla="*/ 612115 h 3701000"/>
              <a:gd name="connsiteX137" fmla="*/ 201146 w 4232332"/>
              <a:gd name="connsiteY137" fmla="*/ 560659 h 3701000"/>
              <a:gd name="connsiteX138" fmla="*/ 198027 w 4232332"/>
              <a:gd name="connsiteY138" fmla="*/ 507644 h 3701000"/>
              <a:gd name="connsiteX139" fmla="*/ 191789 w 4232332"/>
              <a:gd name="connsiteY139" fmla="*/ 454630 h 3701000"/>
              <a:gd name="connsiteX140" fmla="*/ 183993 w 4232332"/>
              <a:gd name="connsiteY140" fmla="*/ 401614 h 3701000"/>
              <a:gd name="connsiteX141" fmla="*/ 177756 w 4232332"/>
              <a:gd name="connsiteY141" fmla="*/ 348600 h 3701000"/>
              <a:gd name="connsiteX142" fmla="*/ 173078 w 4232332"/>
              <a:gd name="connsiteY142" fmla="*/ 295586 h 3701000"/>
              <a:gd name="connsiteX143" fmla="*/ 174638 w 4232332"/>
              <a:gd name="connsiteY143" fmla="*/ 245689 h 3701000"/>
              <a:gd name="connsiteX144" fmla="*/ 180876 w 4232332"/>
              <a:gd name="connsiteY144" fmla="*/ 197353 h 3701000"/>
              <a:gd name="connsiteX145" fmla="*/ 194909 w 4232332"/>
              <a:gd name="connsiteY145" fmla="*/ 150574 h 3701000"/>
              <a:gd name="connsiteX146" fmla="*/ 215179 w 4232332"/>
              <a:gd name="connsiteY146" fmla="*/ 111594 h 3701000"/>
              <a:gd name="connsiteX147" fmla="*/ 241686 w 4232332"/>
              <a:gd name="connsiteY147" fmla="*/ 74171 h 3701000"/>
              <a:gd name="connsiteX148" fmla="*/ 272871 w 4232332"/>
              <a:gd name="connsiteY148" fmla="*/ 41427 h 3701000"/>
              <a:gd name="connsiteX149" fmla="*/ 308733 w 4232332"/>
              <a:gd name="connsiteY149" fmla="*/ 8683 h 370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4232332" h="3701000">
                <a:moveTo>
                  <a:pt x="319701" y="0"/>
                </a:moveTo>
                <a:lnTo>
                  <a:pt x="4232332" y="0"/>
                </a:lnTo>
                <a:lnTo>
                  <a:pt x="4232332" y="3034486"/>
                </a:lnTo>
                <a:lnTo>
                  <a:pt x="4230268" y="3035198"/>
                </a:lnTo>
                <a:lnTo>
                  <a:pt x="4185051" y="3049231"/>
                </a:lnTo>
                <a:lnTo>
                  <a:pt x="4136714" y="3061706"/>
                </a:lnTo>
                <a:lnTo>
                  <a:pt x="4089935" y="3074180"/>
                </a:lnTo>
                <a:lnTo>
                  <a:pt x="4043158" y="3088214"/>
                </a:lnTo>
                <a:lnTo>
                  <a:pt x="3997940" y="3103806"/>
                </a:lnTo>
                <a:lnTo>
                  <a:pt x="3955840" y="3122518"/>
                </a:lnTo>
                <a:lnTo>
                  <a:pt x="3916860" y="3144346"/>
                </a:lnTo>
                <a:lnTo>
                  <a:pt x="3882555" y="3172413"/>
                </a:lnTo>
                <a:lnTo>
                  <a:pt x="3846692" y="3203599"/>
                </a:lnTo>
                <a:lnTo>
                  <a:pt x="3815506" y="3239461"/>
                </a:lnTo>
                <a:lnTo>
                  <a:pt x="3785881" y="3276884"/>
                </a:lnTo>
                <a:lnTo>
                  <a:pt x="3756254" y="3315864"/>
                </a:lnTo>
                <a:lnTo>
                  <a:pt x="3726629" y="3354846"/>
                </a:lnTo>
                <a:lnTo>
                  <a:pt x="3697003" y="3392268"/>
                </a:lnTo>
                <a:lnTo>
                  <a:pt x="3664258" y="3428131"/>
                </a:lnTo>
                <a:lnTo>
                  <a:pt x="3631513" y="3459315"/>
                </a:lnTo>
                <a:lnTo>
                  <a:pt x="3594093" y="3485823"/>
                </a:lnTo>
                <a:lnTo>
                  <a:pt x="3555111" y="3506094"/>
                </a:lnTo>
                <a:lnTo>
                  <a:pt x="3508332" y="3520128"/>
                </a:lnTo>
                <a:lnTo>
                  <a:pt x="3459994" y="3526365"/>
                </a:lnTo>
                <a:lnTo>
                  <a:pt x="3410100" y="3527923"/>
                </a:lnTo>
                <a:lnTo>
                  <a:pt x="3357084" y="3523245"/>
                </a:lnTo>
                <a:lnTo>
                  <a:pt x="3304070" y="3517009"/>
                </a:lnTo>
                <a:lnTo>
                  <a:pt x="3251054" y="3509211"/>
                </a:lnTo>
                <a:lnTo>
                  <a:pt x="3198040" y="3502976"/>
                </a:lnTo>
                <a:lnTo>
                  <a:pt x="3145024" y="3499857"/>
                </a:lnTo>
                <a:lnTo>
                  <a:pt x="3093569" y="3499857"/>
                </a:lnTo>
                <a:lnTo>
                  <a:pt x="3045233" y="3506094"/>
                </a:lnTo>
                <a:lnTo>
                  <a:pt x="2995337" y="3518569"/>
                </a:lnTo>
                <a:lnTo>
                  <a:pt x="2950118" y="3537278"/>
                </a:lnTo>
                <a:lnTo>
                  <a:pt x="2903340" y="3562227"/>
                </a:lnTo>
                <a:lnTo>
                  <a:pt x="2856564" y="3587176"/>
                </a:lnTo>
                <a:lnTo>
                  <a:pt x="2809785" y="3615241"/>
                </a:lnTo>
                <a:lnTo>
                  <a:pt x="2764565" y="3641749"/>
                </a:lnTo>
                <a:lnTo>
                  <a:pt x="2716230" y="3665138"/>
                </a:lnTo>
                <a:lnTo>
                  <a:pt x="2669451" y="3683850"/>
                </a:lnTo>
                <a:lnTo>
                  <a:pt x="2621114" y="3696324"/>
                </a:lnTo>
                <a:lnTo>
                  <a:pt x="2571219" y="3701000"/>
                </a:lnTo>
                <a:lnTo>
                  <a:pt x="2521322" y="3696324"/>
                </a:lnTo>
                <a:lnTo>
                  <a:pt x="2472985" y="3683850"/>
                </a:lnTo>
                <a:lnTo>
                  <a:pt x="2426209" y="3665138"/>
                </a:lnTo>
                <a:lnTo>
                  <a:pt x="2377871" y="3641749"/>
                </a:lnTo>
                <a:lnTo>
                  <a:pt x="2332651" y="3615241"/>
                </a:lnTo>
                <a:lnTo>
                  <a:pt x="2285874" y="3587176"/>
                </a:lnTo>
                <a:lnTo>
                  <a:pt x="2239096" y="3562227"/>
                </a:lnTo>
                <a:lnTo>
                  <a:pt x="2192319" y="3537278"/>
                </a:lnTo>
                <a:lnTo>
                  <a:pt x="2145542" y="3518569"/>
                </a:lnTo>
                <a:lnTo>
                  <a:pt x="2097204" y="3506094"/>
                </a:lnTo>
                <a:lnTo>
                  <a:pt x="2048867" y="3499857"/>
                </a:lnTo>
                <a:lnTo>
                  <a:pt x="1997410" y="3499857"/>
                </a:lnTo>
                <a:lnTo>
                  <a:pt x="1944396" y="3502976"/>
                </a:lnTo>
                <a:lnTo>
                  <a:pt x="1891382" y="3509211"/>
                </a:lnTo>
                <a:lnTo>
                  <a:pt x="1838366" y="3517009"/>
                </a:lnTo>
                <a:lnTo>
                  <a:pt x="1785350" y="3523245"/>
                </a:lnTo>
                <a:lnTo>
                  <a:pt x="1732336" y="3527923"/>
                </a:lnTo>
                <a:lnTo>
                  <a:pt x="1682442" y="3526365"/>
                </a:lnTo>
                <a:lnTo>
                  <a:pt x="1634105" y="3520128"/>
                </a:lnTo>
                <a:lnTo>
                  <a:pt x="1587326" y="3506094"/>
                </a:lnTo>
                <a:lnTo>
                  <a:pt x="1548345" y="3485823"/>
                </a:lnTo>
                <a:lnTo>
                  <a:pt x="1510922" y="3459315"/>
                </a:lnTo>
                <a:lnTo>
                  <a:pt x="1478179" y="3428131"/>
                </a:lnTo>
                <a:lnTo>
                  <a:pt x="1445433" y="3392268"/>
                </a:lnTo>
                <a:lnTo>
                  <a:pt x="1415807" y="3354846"/>
                </a:lnTo>
                <a:lnTo>
                  <a:pt x="1386182" y="3315864"/>
                </a:lnTo>
                <a:lnTo>
                  <a:pt x="1356556" y="3276884"/>
                </a:lnTo>
                <a:lnTo>
                  <a:pt x="1326930" y="3239461"/>
                </a:lnTo>
                <a:lnTo>
                  <a:pt x="1295744" y="3203599"/>
                </a:lnTo>
                <a:lnTo>
                  <a:pt x="1259881" y="3172413"/>
                </a:lnTo>
                <a:lnTo>
                  <a:pt x="1225577" y="3144346"/>
                </a:lnTo>
                <a:lnTo>
                  <a:pt x="1186596" y="3122518"/>
                </a:lnTo>
                <a:lnTo>
                  <a:pt x="1144496" y="3103806"/>
                </a:lnTo>
                <a:lnTo>
                  <a:pt x="1099278" y="3088214"/>
                </a:lnTo>
                <a:lnTo>
                  <a:pt x="1052499" y="3074180"/>
                </a:lnTo>
                <a:lnTo>
                  <a:pt x="1005723" y="3061706"/>
                </a:lnTo>
                <a:lnTo>
                  <a:pt x="957386" y="3049231"/>
                </a:lnTo>
                <a:lnTo>
                  <a:pt x="912167" y="3035198"/>
                </a:lnTo>
                <a:lnTo>
                  <a:pt x="866948" y="3019606"/>
                </a:lnTo>
                <a:lnTo>
                  <a:pt x="824850" y="3000894"/>
                </a:lnTo>
                <a:lnTo>
                  <a:pt x="787426" y="2977505"/>
                </a:lnTo>
                <a:lnTo>
                  <a:pt x="753122" y="2949439"/>
                </a:lnTo>
                <a:lnTo>
                  <a:pt x="725057" y="2915136"/>
                </a:lnTo>
                <a:lnTo>
                  <a:pt x="701668" y="2877713"/>
                </a:lnTo>
                <a:lnTo>
                  <a:pt x="682956" y="2835613"/>
                </a:lnTo>
                <a:lnTo>
                  <a:pt x="667364" y="2790396"/>
                </a:lnTo>
                <a:lnTo>
                  <a:pt x="653331" y="2745177"/>
                </a:lnTo>
                <a:lnTo>
                  <a:pt x="640857" y="2696840"/>
                </a:lnTo>
                <a:lnTo>
                  <a:pt x="628382" y="2650063"/>
                </a:lnTo>
                <a:lnTo>
                  <a:pt x="614349" y="2603285"/>
                </a:lnTo>
                <a:lnTo>
                  <a:pt x="598756" y="2558065"/>
                </a:lnTo>
                <a:lnTo>
                  <a:pt x="580044" y="2515965"/>
                </a:lnTo>
                <a:lnTo>
                  <a:pt x="558214" y="2476984"/>
                </a:lnTo>
                <a:lnTo>
                  <a:pt x="530150" y="2442681"/>
                </a:lnTo>
                <a:lnTo>
                  <a:pt x="498963" y="2406817"/>
                </a:lnTo>
                <a:lnTo>
                  <a:pt x="463101" y="2375633"/>
                </a:lnTo>
                <a:lnTo>
                  <a:pt x="424118" y="2346007"/>
                </a:lnTo>
                <a:lnTo>
                  <a:pt x="385138" y="2316382"/>
                </a:lnTo>
                <a:lnTo>
                  <a:pt x="346157" y="2286756"/>
                </a:lnTo>
                <a:lnTo>
                  <a:pt x="308733" y="2257129"/>
                </a:lnTo>
                <a:lnTo>
                  <a:pt x="272871" y="2224386"/>
                </a:lnTo>
                <a:lnTo>
                  <a:pt x="241686" y="2191641"/>
                </a:lnTo>
                <a:lnTo>
                  <a:pt x="215179" y="2154219"/>
                </a:lnTo>
                <a:lnTo>
                  <a:pt x="194909" y="2115238"/>
                </a:lnTo>
                <a:lnTo>
                  <a:pt x="180876" y="2068461"/>
                </a:lnTo>
                <a:lnTo>
                  <a:pt x="174638" y="2020123"/>
                </a:lnTo>
                <a:lnTo>
                  <a:pt x="173078" y="1970225"/>
                </a:lnTo>
                <a:lnTo>
                  <a:pt x="177756" y="1917211"/>
                </a:lnTo>
                <a:lnTo>
                  <a:pt x="183993" y="1864197"/>
                </a:lnTo>
                <a:lnTo>
                  <a:pt x="191789" y="1811182"/>
                </a:lnTo>
                <a:lnTo>
                  <a:pt x="198027" y="1758167"/>
                </a:lnTo>
                <a:lnTo>
                  <a:pt x="201146" y="1705153"/>
                </a:lnTo>
                <a:lnTo>
                  <a:pt x="201146" y="1653697"/>
                </a:lnTo>
                <a:lnTo>
                  <a:pt x="194909" y="1605362"/>
                </a:lnTo>
                <a:lnTo>
                  <a:pt x="182434" y="1557024"/>
                </a:lnTo>
                <a:lnTo>
                  <a:pt x="163723" y="1511804"/>
                </a:lnTo>
                <a:lnTo>
                  <a:pt x="140335" y="1465027"/>
                </a:lnTo>
                <a:lnTo>
                  <a:pt x="113826" y="1418251"/>
                </a:lnTo>
                <a:lnTo>
                  <a:pt x="85761" y="1371472"/>
                </a:lnTo>
                <a:lnTo>
                  <a:pt x="59253" y="1326252"/>
                </a:lnTo>
                <a:lnTo>
                  <a:pt x="35863" y="1277917"/>
                </a:lnTo>
                <a:lnTo>
                  <a:pt x="17153" y="1231139"/>
                </a:lnTo>
                <a:lnTo>
                  <a:pt x="4679" y="1182801"/>
                </a:lnTo>
                <a:lnTo>
                  <a:pt x="0" y="1132905"/>
                </a:lnTo>
                <a:lnTo>
                  <a:pt x="4679" y="1083010"/>
                </a:lnTo>
                <a:lnTo>
                  <a:pt x="17153" y="1034673"/>
                </a:lnTo>
                <a:lnTo>
                  <a:pt x="35863" y="987895"/>
                </a:lnTo>
                <a:lnTo>
                  <a:pt x="59253" y="939559"/>
                </a:lnTo>
                <a:lnTo>
                  <a:pt x="85761" y="894339"/>
                </a:lnTo>
                <a:lnTo>
                  <a:pt x="113826" y="847563"/>
                </a:lnTo>
                <a:lnTo>
                  <a:pt x="140335" y="800784"/>
                </a:lnTo>
                <a:lnTo>
                  <a:pt x="163723" y="754007"/>
                </a:lnTo>
                <a:lnTo>
                  <a:pt x="182434" y="708787"/>
                </a:lnTo>
                <a:lnTo>
                  <a:pt x="194909" y="660451"/>
                </a:lnTo>
                <a:lnTo>
                  <a:pt x="201146" y="612115"/>
                </a:lnTo>
                <a:lnTo>
                  <a:pt x="201146" y="560659"/>
                </a:lnTo>
                <a:lnTo>
                  <a:pt x="198027" y="507644"/>
                </a:lnTo>
                <a:lnTo>
                  <a:pt x="191789" y="454630"/>
                </a:lnTo>
                <a:lnTo>
                  <a:pt x="183993" y="401614"/>
                </a:lnTo>
                <a:lnTo>
                  <a:pt x="177756" y="348600"/>
                </a:lnTo>
                <a:lnTo>
                  <a:pt x="173078" y="295586"/>
                </a:lnTo>
                <a:lnTo>
                  <a:pt x="174638" y="245689"/>
                </a:lnTo>
                <a:lnTo>
                  <a:pt x="180876" y="197353"/>
                </a:lnTo>
                <a:lnTo>
                  <a:pt x="194909" y="150574"/>
                </a:lnTo>
                <a:lnTo>
                  <a:pt x="215179" y="111594"/>
                </a:lnTo>
                <a:lnTo>
                  <a:pt x="241686" y="74171"/>
                </a:lnTo>
                <a:lnTo>
                  <a:pt x="272871" y="41427"/>
                </a:lnTo>
                <a:lnTo>
                  <a:pt x="308733" y="8683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C336FE1A-0BAD-4B17-A0E2-47F328026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56337" y="-1423"/>
            <a:ext cx="3087664" cy="2689292"/>
          </a:xfrm>
          <a:custGeom>
            <a:avLst/>
            <a:gdLst>
              <a:gd name="connsiteX0" fmla="*/ 371204 w 4116885"/>
              <a:gd name="connsiteY0" fmla="*/ 0 h 3585722"/>
              <a:gd name="connsiteX1" fmla="*/ 4116885 w 4116885"/>
              <a:gd name="connsiteY1" fmla="*/ 0 h 3585722"/>
              <a:gd name="connsiteX2" fmla="*/ 4116885 w 4116885"/>
              <a:gd name="connsiteY2" fmla="*/ 2920084 h 3585722"/>
              <a:gd name="connsiteX3" fmla="*/ 4083518 w 4116885"/>
              <a:gd name="connsiteY3" fmla="*/ 2934914 h 3585722"/>
              <a:gd name="connsiteX4" fmla="*/ 4040331 w 4116885"/>
              <a:gd name="connsiteY4" fmla="*/ 2949806 h 3585722"/>
              <a:gd name="connsiteX5" fmla="*/ 3997143 w 4116885"/>
              <a:gd name="connsiteY5" fmla="*/ 2963209 h 3585722"/>
              <a:gd name="connsiteX6" fmla="*/ 3950976 w 4116885"/>
              <a:gd name="connsiteY6" fmla="*/ 2975125 h 3585722"/>
              <a:gd name="connsiteX7" fmla="*/ 3906298 w 4116885"/>
              <a:gd name="connsiteY7" fmla="*/ 2987039 h 3585722"/>
              <a:gd name="connsiteX8" fmla="*/ 3861622 w 4116885"/>
              <a:gd name="connsiteY8" fmla="*/ 3000442 h 3585722"/>
              <a:gd name="connsiteX9" fmla="*/ 3818433 w 4116885"/>
              <a:gd name="connsiteY9" fmla="*/ 3015336 h 3585722"/>
              <a:gd name="connsiteX10" fmla="*/ 3778225 w 4116885"/>
              <a:gd name="connsiteY10" fmla="*/ 3033207 h 3585722"/>
              <a:gd name="connsiteX11" fmla="*/ 3740994 w 4116885"/>
              <a:gd name="connsiteY11" fmla="*/ 3054056 h 3585722"/>
              <a:gd name="connsiteX12" fmla="*/ 3708230 w 4116885"/>
              <a:gd name="connsiteY12" fmla="*/ 3080861 h 3585722"/>
              <a:gd name="connsiteX13" fmla="*/ 3673977 w 4116885"/>
              <a:gd name="connsiteY13" fmla="*/ 3110649 h 3585722"/>
              <a:gd name="connsiteX14" fmla="*/ 3644190 w 4116885"/>
              <a:gd name="connsiteY14" fmla="*/ 3144902 h 3585722"/>
              <a:gd name="connsiteX15" fmla="*/ 3615895 w 4116885"/>
              <a:gd name="connsiteY15" fmla="*/ 3180643 h 3585722"/>
              <a:gd name="connsiteX16" fmla="*/ 3587600 w 4116885"/>
              <a:gd name="connsiteY16" fmla="*/ 3217874 h 3585722"/>
              <a:gd name="connsiteX17" fmla="*/ 3559305 w 4116885"/>
              <a:gd name="connsiteY17" fmla="*/ 3255107 h 3585722"/>
              <a:gd name="connsiteX18" fmla="*/ 3531009 w 4116885"/>
              <a:gd name="connsiteY18" fmla="*/ 3290849 h 3585722"/>
              <a:gd name="connsiteX19" fmla="*/ 3499734 w 4116885"/>
              <a:gd name="connsiteY19" fmla="*/ 3325101 h 3585722"/>
              <a:gd name="connsiteX20" fmla="*/ 3468459 w 4116885"/>
              <a:gd name="connsiteY20" fmla="*/ 3354887 h 3585722"/>
              <a:gd name="connsiteX21" fmla="*/ 3432719 w 4116885"/>
              <a:gd name="connsiteY21" fmla="*/ 3380204 h 3585722"/>
              <a:gd name="connsiteX22" fmla="*/ 3395487 w 4116885"/>
              <a:gd name="connsiteY22" fmla="*/ 3399565 h 3585722"/>
              <a:gd name="connsiteX23" fmla="*/ 3350809 w 4116885"/>
              <a:gd name="connsiteY23" fmla="*/ 3412968 h 3585722"/>
              <a:gd name="connsiteX24" fmla="*/ 3304642 w 4116885"/>
              <a:gd name="connsiteY24" fmla="*/ 3418925 h 3585722"/>
              <a:gd name="connsiteX25" fmla="*/ 3256988 w 4116885"/>
              <a:gd name="connsiteY25" fmla="*/ 3420415 h 3585722"/>
              <a:gd name="connsiteX26" fmla="*/ 3206353 w 4116885"/>
              <a:gd name="connsiteY26" fmla="*/ 3415946 h 3585722"/>
              <a:gd name="connsiteX27" fmla="*/ 3155719 w 4116885"/>
              <a:gd name="connsiteY27" fmla="*/ 3409991 h 3585722"/>
              <a:gd name="connsiteX28" fmla="*/ 3105083 w 4116885"/>
              <a:gd name="connsiteY28" fmla="*/ 3402543 h 3585722"/>
              <a:gd name="connsiteX29" fmla="*/ 3054450 w 4116885"/>
              <a:gd name="connsiteY29" fmla="*/ 3396587 h 3585722"/>
              <a:gd name="connsiteX30" fmla="*/ 3003814 w 4116885"/>
              <a:gd name="connsiteY30" fmla="*/ 3393607 h 3585722"/>
              <a:gd name="connsiteX31" fmla="*/ 2954669 w 4116885"/>
              <a:gd name="connsiteY31" fmla="*/ 3393607 h 3585722"/>
              <a:gd name="connsiteX32" fmla="*/ 2908503 w 4116885"/>
              <a:gd name="connsiteY32" fmla="*/ 3399565 h 3585722"/>
              <a:gd name="connsiteX33" fmla="*/ 2860847 w 4116885"/>
              <a:gd name="connsiteY33" fmla="*/ 3411479 h 3585722"/>
              <a:gd name="connsiteX34" fmla="*/ 2817659 w 4116885"/>
              <a:gd name="connsiteY34" fmla="*/ 3429350 h 3585722"/>
              <a:gd name="connsiteX35" fmla="*/ 2772981 w 4116885"/>
              <a:gd name="connsiteY35" fmla="*/ 3453178 h 3585722"/>
              <a:gd name="connsiteX36" fmla="*/ 2728305 w 4116885"/>
              <a:gd name="connsiteY36" fmla="*/ 3477008 h 3585722"/>
              <a:gd name="connsiteX37" fmla="*/ 2683627 w 4116885"/>
              <a:gd name="connsiteY37" fmla="*/ 3503814 h 3585722"/>
              <a:gd name="connsiteX38" fmla="*/ 2640437 w 4116885"/>
              <a:gd name="connsiteY38" fmla="*/ 3529131 h 3585722"/>
              <a:gd name="connsiteX39" fmla="*/ 2594272 w 4116885"/>
              <a:gd name="connsiteY39" fmla="*/ 3551469 h 3585722"/>
              <a:gd name="connsiteX40" fmla="*/ 2549594 w 4116885"/>
              <a:gd name="connsiteY40" fmla="*/ 3569341 h 3585722"/>
              <a:gd name="connsiteX41" fmla="*/ 2503426 w 4116885"/>
              <a:gd name="connsiteY41" fmla="*/ 3581255 h 3585722"/>
              <a:gd name="connsiteX42" fmla="*/ 2455772 w 4116885"/>
              <a:gd name="connsiteY42" fmla="*/ 3585722 h 3585722"/>
              <a:gd name="connsiteX43" fmla="*/ 2408116 w 4116885"/>
              <a:gd name="connsiteY43" fmla="*/ 3581255 h 3585722"/>
              <a:gd name="connsiteX44" fmla="*/ 2361949 w 4116885"/>
              <a:gd name="connsiteY44" fmla="*/ 3569341 h 3585722"/>
              <a:gd name="connsiteX45" fmla="*/ 2317272 w 4116885"/>
              <a:gd name="connsiteY45" fmla="*/ 3551469 h 3585722"/>
              <a:gd name="connsiteX46" fmla="*/ 2271105 w 4116885"/>
              <a:gd name="connsiteY46" fmla="*/ 3529131 h 3585722"/>
              <a:gd name="connsiteX47" fmla="*/ 2227917 w 4116885"/>
              <a:gd name="connsiteY47" fmla="*/ 3503814 h 3585722"/>
              <a:gd name="connsiteX48" fmla="*/ 2183239 w 4116885"/>
              <a:gd name="connsiteY48" fmla="*/ 3477008 h 3585722"/>
              <a:gd name="connsiteX49" fmla="*/ 2138561 w 4116885"/>
              <a:gd name="connsiteY49" fmla="*/ 3453178 h 3585722"/>
              <a:gd name="connsiteX50" fmla="*/ 2093885 w 4116885"/>
              <a:gd name="connsiteY50" fmla="*/ 3429350 h 3585722"/>
              <a:gd name="connsiteX51" fmla="*/ 2049208 w 4116885"/>
              <a:gd name="connsiteY51" fmla="*/ 3411479 h 3585722"/>
              <a:gd name="connsiteX52" fmla="*/ 2003041 w 4116885"/>
              <a:gd name="connsiteY52" fmla="*/ 3399565 h 3585722"/>
              <a:gd name="connsiteX53" fmla="*/ 1956874 w 4116885"/>
              <a:gd name="connsiteY53" fmla="*/ 3393607 h 3585722"/>
              <a:gd name="connsiteX54" fmla="*/ 1907728 w 4116885"/>
              <a:gd name="connsiteY54" fmla="*/ 3393607 h 3585722"/>
              <a:gd name="connsiteX55" fmla="*/ 1857094 w 4116885"/>
              <a:gd name="connsiteY55" fmla="*/ 3396587 h 3585722"/>
              <a:gd name="connsiteX56" fmla="*/ 1806460 w 4116885"/>
              <a:gd name="connsiteY56" fmla="*/ 3402543 h 3585722"/>
              <a:gd name="connsiteX57" fmla="*/ 1755825 w 4116885"/>
              <a:gd name="connsiteY57" fmla="*/ 3409991 h 3585722"/>
              <a:gd name="connsiteX58" fmla="*/ 1705189 w 4116885"/>
              <a:gd name="connsiteY58" fmla="*/ 3415946 h 3585722"/>
              <a:gd name="connsiteX59" fmla="*/ 1654555 w 4116885"/>
              <a:gd name="connsiteY59" fmla="*/ 3420415 h 3585722"/>
              <a:gd name="connsiteX60" fmla="*/ 1606901 w 4116885"/>
              <a:gd name="connsiteY60" fmla="*/ 3418925 h 3585722"/>
              <a:gd name="connsiteX61" fmla="*/ 1560733 w 4116885"/>
              <a:gd name="connsiteY61" fmla="*/ 3412968 h 3585722"/>
              <a:gd name="connsiteX62" fmla="*/ 1516055 w 4116885"/>
              <a:gd name="connsiteY62" fmla="*/ 3399565 h 3585722"/>
              <a:gd name="connsiteX63" fmla="*/ 1478825 w 4116885"/>
              <a:gd name="connsiteY63" fmla="*/ 3380204 h 3585722"/>
              <a:gd name="connsiteX64" fmla="*/ 1443081 w 4116885"/>
              <a:gd name="connsiteY64" fmla="*/ 3354887 h 3585722"/>
              <a:gd name="connsiteX65" fmla="*/ 1411808 w 4116885"/>
              <a:gd name="connsiteY65" fmla="*/ 3325101 h 3585722"/>
              <a:gd name="connsiteX66" fmla="*/ 1380533 w 4116885"/>
              <a:gd name="connsiteY66" fmla="*/ 3290849 h 3585722"/>
              <a:gd name="connsiteX67" fmla="*/ 1352239 w 4116885"/>
              <a:gd name="connsiteY67" fmla="*/ 3255107 h 3585722"/>
              <a:gd name="connsiteX68" fmla="*/ 1323942 w 4116885"/>
              <a:gd name="connsiteY68" fmla="*/ 3217874 h 3585722"/>
              <a:gd name="connsiteX69" fmla="*/ 1295647 w 4116885"/>
              <a:gd name="connsiteY69" fmla="*/ 3180643 h 3585722"/>
              <a:gd name="connsiteX70" fmla="*/ 1267352 w 4116885"/>
              <a:gd name="connsiteY70" fmla="*/ 3144902 h 3585722"/>
              <a:gd name="connsiteX71" fmla="*/ 1237566 w 4116885"/>
              <a:gd name="connsiteY71" fmla="*/ 3110649 h 3585722"/>
              <a:gd name="connsiteX72" fmla="*/ 1203314 w 4116885"/>
              <a:gd name="connsiteY72" fmla="*/ 3080861 h 3585722"/>
              <a:gd name="connsiteX73" fmla="*/ 1170550 w 4116885"/>
              <a:gd name="connsiteY73" fmla="*/ 3054056 h 3585722"/>
              <a:gd name="connsiteX74" fmla="*/ 1133319 w 4116885"/>
              <a:gd name="connsiteY74" fmla="*/ 3033207 h 3585722"/>
              <a:gd name="connsiteX75" fmla="*/ 1093109 w 4116885"/>
              <a:gd name="connsiteY75" fmla="*/ 3015336 h 3585722"/>
              <a:gd name="connsiteX76" fmla="*/ 1049921 w 4116885"/>
              <a:gd name="connsiteY76" fmla="*/ 3000442 h 3585722"/>
              <a:gd name="connsiteX77" fmla="*/ 1005242 w 4116885"/>
              <a:gd name="connsiteY77" fmla="*/ 2987039 h 3585722"/>
              <a:gd name="connsiteX78" fmla="*/ 960566 w 4116885"/>
              <a:gd name="connsiteY78" fmla="*/ 2975125 h 3585722"/>
              <a:gd name="connsiteX79" fmla="*/ 914400 w 4116885"/>
              <a:gd name="connsiteY79" fmla="*/ 2963209 h 3585722"/>
              <a:gd name="connsiteX80" fmla="*/ 871211 w 4116885"/>
              <a:gd name="connsiteY80" fmla="*/ 2949806 h 3585722"/>
              <a:gd name="connsiteX81" fmla="*/ 828022 w 4116885"/>
              <a:gd name="connsiteY81" fmla="*/ 2934914 h 3585722"/>
              <a:gd name="connsiteX82" fmla="*/ 787813 w 4116885"/>
              <a:gd name="connsiteY82" fmla="*/ 2917043 h 3585722"/>
              <a:gd name="connsiteX83" fmla="*/ 752072 w 4116885"/>
              <a:gd name="connsiteY83" fmla="*/ 2894704 h 3585722"/>
              <a:gd name="connsiteX84" fmla="*/ 719306 w 4116885"/>
              <a:gd name="connsiteY84" fmla="*/ 2867898 h 3585722"/>
              <a:gd name="connsiteX85" fmla="*/ 692502 w 4116885"/>
              <a:gd name="connsiteY85" fmla="*/ 2835134 h 3585722"/>
              <a:gd name="connsiteX86" fmla="*/ 670163 w 4116885"/>
              <a:gd name="connsiteY86" fmla="*/ 2799391 h 3585722"/>
              <a:gd name="connsiteX87" fmla="*/ 652291 w 4116885"/>
              <a:gd name="connsiteY87" fmla="*/ 2759180 h 3585722"/>
              <a:gd name="connsiteX88" fmla="*/ 637399 w 4116885"/>
              <a:gd name="connsiteY88" fmla="*/ 2715993 h 3585722"/>
              <a:gd name="connsiteX89" fmla="*/ 623997 w 4116885"/>
              <a:gd name="connsiteY89" fmla="*/ 2672804 h 3585722"/>
              <a:gd name="connsiteX90" fmla="*/ 612083 w 4116885"/>
              <a:gd name="connsiteY90" fmla="*/ 2626638 h 3585722"/>
              <a:gd name="connsiteX91" fmla="*/ 600169 w 4116885"/>
              <a:gd name="connsiteY91" fmla="*/ 2581960 h 3585722"/>
              <a:gd name="connsiteX92" fmla="*/ 586764 w 4116885"/>
              <a:gd name="connsiteY92" fmla="*/ 2537281 h 3585722"/>
              <a:gd name="connsiteX93" fmla="*/ 571872 w 4116885"/>
              <a:gd name="connsiteY93" fmla="*/ 2494092 h 3585722"/>
              <a:gd name="connsiteX94" fmla="*/ 554000 w 4116885"/>
              <a:gd name="connsiteY94" fmla="*/ 2453882 h 3585722"/>
              <a:gd name="connsiteX95" fmla="*/ 533152 w 4116885"/>
              <a:gd name="connsiteY95" fmla="*/ 2416651 h 3585722"/>
              <a:gd name="connsiteX96" fmla="*/ 506346 w 4116885"/>
              <a:gd name="connsiteY96" fmla="*/ 2383887 h 3585722"/>
              <a:gd name="connsiteX97" fmla="*/ 476561 w 4116885"/>
              <a:gd name="connsiteY97" fmla="*/ 2349633 h 3585722"/>
              <a:gd name="connsiteX98" fmla="*/ 442308 w 4116885"/>
              <a:gd name="connsiteY98" fmla="*/ 2319849 h 3585722"/>
              <a:gd name="connsiteX99" fmla="*/ 405075 w 4116885"/>
              <a:gd name="connsiteY99" fmla="*/ 2291554 h 3585722"/>
              <a:gd name="connsiteX100" fmla="*/ 367844 w 4116885"/>
              <a:gd name="connsiteY100" fmla="*/ 2263257 h 3585722"/>
              <a:gd name="connsiteX101" fmla="*/ 330615 w 4116885"/>
              <a:gd name="connsiteY101" fmla="*/ 2234962 h 3585722"/>
              <a:gd name="connsiteX102" fmla="*/ 294872 w 4116885"/>
              <a:gd name="connsiteY102" fmla="*/ 2206664 h 3585722"/>
              <a:gd name="connsiteX103" fmla="*/ 260619 w 4116885"/>
              <a:gd name="connsiteY103" fmla="*/ 2175390 h 3585722"/>
              <a:gd name="connsiteX104" fmla="*/ 230835 w 4116885"/>
              <a:gd name="connsiteY104" fmla="*/ 2144116 h 3585722"/>
              <a:gd name="connsiteX105" fmla="*/ 205519 w 4116885"/>
              <a:gd name="connsiteY105" fmla="*/ 2108372 h 3585722"/>
              <a:gd name="connsiteX106" fmla="*/ 186158 w 4116885"/>
              <a:gd name="connsiteY106" fmla="*/ 2071141 h 3585722"/>
              <a:gd name="connsiteX107" fmla="*/ 172755 w 4116885"/>
              <a:gd name="connsiteY107" fmla="*/ 2026465 h 3585722"/>
              <a:gd name="connsiteX108" fmla="*/ 166797 w 4116885"/>
              <a:gd name="connsiteY108" fmla="*/ 1980297 h 3585722"/>
              <a:gd name="connsiteX109" fmla="*/ 165306 w 4116885"/>
              <a:gd name="connsiteY109" fmla="*/ 1932640 h 3585722"/>
              <a:gd name="connsiteX110" fmla="*/ 169775 w 4116885"/>
              <a:gd name="connsiteY110" fmla="*/ 1882006 h 3585722"/>
              <a:gd name="connsiteX111" fmla="*/ 175733 w 4116885"/>
              <a:gd name="connsiteY111" fmla="*/ 1831370 h 3585722"/>
              <a:gd name="connsiteX112" fmla="*/ 183178 w 4116885"/>
              <a:gd name="connsiteY112" fmla="*/ 1780735 h 3585722"/>
              <a:gd name="connsiteX113" fmla="*/ 189136 w 4116885"/>
              <a:gd name="connsiteY113" fmla="*/ 1730101 h 3585722"/>
              <a:gd name="connsiteX114" fmla="*/ 192116 w 4116885"/>
              <a:gd name="connsiteY114" fmla="*/ 1679466 h 3585722"/>
              <a:gd name="connsiteX115" fmla="*/ 192116 w 4116885"/>
              <a:gd name="connsiteY115" fmla="*/ 1630319 h 3585722"/>
              <a:gd name="connsiteX116" fmla="*/ 186158 w 4116885"/>
              <a:gd name="connsiteY116" fmla="*/ 1584152 h 3585722"/>
              <a:gd name="connsiteX117" fmla="*/ 174244 w 4116885"/>
              <a:gd name="connsiteY117" fmla="*/ 1537986 h 3585722"/>
              <a:gd name="connsiteX118" fmla="*/ 156372 w 4116885"/>
              <a:gd name="connsiteY118" fmla="*/ 1494795 h 3585722"/>
              <a:gd name="connsiteX119" fmla="*/ 134033 w 4116885"/>
              <a:gd name="connsiteY119" fmla="*/ 1450119 h 3585722"/>
              <a:gd name="connsiteX120" fmla="*/ 108716 w 4116885"/>
              <a:gd name="connsiteY120" fmla="*/ 1405442 h 3585722"/>
              <a:gd name="connsiteX121" fmla="*/ 81910 w 4116885"/>
              <a:gd name="connsiteY121" fmla="*/ 1360762 h 3585722"/>
              <a:gd name="connsiteX122" fmla="*/ 56594 w 4116885"/>
              <a:gd name="connsiteY122" fmla="*/ 1317574 h 3585722"/>
              <a:gd name="connsiteX123" fmla="*/ 34253 w 4116885"/>
              <a:gd name="connsiteY123" fmla="*/ 1271407 h 3585722"/>
              <a:gd name="connsiteX124" fmla="*/ 16383 w 4116885"/>
              <a:gd name="connsiteY124" fmla="*/ 1226729 h 3585722"/>
              <a:gd name="connsiteX125" fmla="*/ 4469 w 4116885"/>
              <a:gd name="connsiteY125" fmla="*/ 1180561 h 3585722"/>
              <a:gd name="connsiteX126" fmla="*/ 0 w 4116885"/>
              <a:gd name="connsiteY126" fmla="*/ 1132905 h 3585722"/>
              <a:gd name="connsiteX127" fmla="*/ 4469 w 4116885"/>
              <a:gd name="connsiteY127" fmla="*/ 1085249 h 3585722"/>
              <a:gd name="connsiteX128" fmla="*/ 16383 w 4116885"/>
              <a:gd name="connsiteY128" fmla="*/ 1039083 h 3585722"/>
              <a:gd name="connsiteX129" fmla="*/ 34253 w 4116885"/>
              <a:gd name="connsiteY129" fmla="*/ 994403 h 3585722"/>
              <a:gd name="connsiteX130" fmla="*/ 56594 w 4116885"/>
              <a:gd name="connsiteY130" fmla="*/ 948238 h 3585722"/>
              <a:gd name="connsiteX131" fmla="*/ 81910 w 4116885"/>
              <a:gd name="connsiteY131" fmla="*/ 905048 h 3585722"/>
              <a:gd name="connsiteX132" fmla="*/ 108716 w 4116885"/>
              <a:gd name="connsiteY132" fmla="*/ 860370 h 3585722"/>
              <a:gd name="connsiteX133" fmla="*/ 134033 w 4116885"/>
              <a:gd name="connsiteY133" fmla="*/ 815693 h 3585722"/>
              <a:gd name="connsiteX134" fmla="*/ 156372 w 4116885"/>
              <a:gd name="connsiteY134" fmla="*/ 771015 h 3585722"/>
              <a:gd name="connsiteX135" fmla="*/ 174244 w 4116885"/>
              <a:gd name="connsiteY135" fmla="*/ 727825 h 3585722"/>
              <a:gd name="connsiteX136" fmla="*/ 186158 w 4116885"/>
              <a:gd name="connsiteY136" fmla="*/ 681658 h 3585722"/>
              <a:gd name="connsiteX137" fmla="*/ 192116 w 4116885"/>
              <a:gd name="connsiteY137" fmla="*/ 635491 h 3585722"/>
              <a:gd name="connsiteX138" fmla="*/ 192116 w 4116885"/>
              <a:gd name="connsiteY138" fmla="*/ 586346 h 3585722"/>
              <a:gd name="connsiteX139" fmla="*/ 189136 w 4116885"/>
              <a:gd name="connsiteY139" fmla="*/ 535711 h 3585722"/>
              <a:gd name="connsiteX140" fmla="*/ 183178 w 4116885"/>
              <a:gd name="connsiteY140" fmla="*/ 485075 h 3585722"/>
              <a:gd name="connsiteX141" fmla="*/ 175733 w 4116885"/>
              <a:gd name="connsiteY141" fmla="*/ 434440 h 3585722"/>
              <a:gd name="connsiteX142" fmla="*/ 169775 w 4116885"/>
              <a:gd name="connsiteY142" fmla="*/ 383806 h 3585722"/>
              <a:gd name="connsiteX143" fmla="*/ 165306 w 4116885"/>
              <a:gd name="connsiteY143" fmla="*/ 333172 h 3585722"/>
              <a:gd name="connsiteX144" fmla="*/ 166797 w 4116885"/>
              <a:gd name="connsiteY144" fmla="*/ 285515 h 3585722"/>
              <a:gd name="connsiteX145" fmla="*/ 172755 w 4116885"/>
              <a:gd name="connsiteY145" fmla="*/ 239348 h 3585722"/>
              <a:gd name="connsiteX146" fmla="*/ 186158 w 4116885"/>
              <a:gd name="connsiteY146" fmla="*/ 194669 h 3585722"/>
              <a:gd name="connsiteX147" fmla="*/ 205519 w 4116885"/>
              <a:gd name="connsiteY147" fmla="*/ 157438 h 3585722"/>
              <a:gd name="connsiteX148" fmla="*/ 230835 w 4116885"/>
              <a:gd name="connsiteY148" fmla="*/ 121696 h 3585722"/>
              <a:gd name="connsiteX149" fmla="*/ 260619 w 4116885"/>
              <a:gd name="connsiteY149" fmla="*/ 90421 h 3585722"/>
              <a:gd name="connsiteX150" fmla="*/ 294872 w 4116885"/>
              <a:gd name="connsiteY150" fmla="*/ 59147 h 3585722"/>
              <a:gd name="connsiteX151" fmla="*/ 330615 w 4116885"/>
              <a:gd name="connsiteY151" fmla="*/ 30850 h 3585722"/>
              <a:gd name="connsiteX152" fmla="*/ 367844 w 4116885"/>
              <a:gd name="connsiteY152" fmla="*/ 2553 h 3585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</a:cxnLst>
            <a:rect l="l" t="t" r="r" b="b"/>
            <a:pathLst>
              <a:path w="4116885" h="3585722">
                <a:moveTo>
                  <a:pt x="371204" y="0"/>
                </a:moveTo>
                <a:lnTo>
                  <a:pt x="4116885" y="0"/>
                </a:lnTo>
                <a:lnTo>
                  <a:pt x="4116885" y="2920084"/>
                </a:lnTo>
                <a:lnTo>
                  <a:pt x="4083518" y="2934914"/>
                </a:lnTo>
                <a:lnTo>
                  <a:pt x="4040331" y="2949806"/>
                </a:lnTo>
                <a:lnTo>
                  <a:pt x="3997143" y="2963209"/>
                </a:lnTo>
                <a:lnTo>
                  <a:pt x="3950976" y="2975125"/>
                </a:lnTo>
                <a:lnTo>
                  <a:pt x="3906298" y="2987039"/>
                </a:lnTo>
                <a:lnTo>
                  <a:pt x="3861622" y="3000442"/>
                </a:lnTo>
                <a:lnTo>
                  <a:pt x="3818433" y="3015336"/>
                </a:lnTo>
                <a:lnTo>
                  <a:pt x="3778225" y="3033207"/>
                </a:lnTo>
                <a:lnTo>
                  <a:pt x="3740994" y="3054056"/>
                </a:lnTo>
                <a:lnTo>
                  <a:pt x="3708230" y="3080861"/>
                </a:lnTo>
                <a:lnTo>
                  <a:pt x="3673977" y="3110649"/>
                </a:lnTo>
                <a:lnTo>
                  <a:pt x="3644190" y="3144902"/>
                </a:lnTo>
                <a:lnTo>
                  <a:pt x="3615895" y="3180643"/>
                </a:lnTo>
                <a:lnTo>
                  <a:pt x="3587600" y="3217874"/>
                </a:lnTo>
                <a:lnTo>
                  <a:pt x="3559305" y="3255107"/>
                </a:lnTo>
                <a:lnTo>
                  <a:pt x="3531009" y="3290849"/>
                </a:lnTo>
                <a:lnTo>
                  <a:pt x="3499734" y="3325101"/>
                </a:lnTo>
                <a:lnTo>
                  <a:pt x="3468459" y="3354887"/>
                </a:lnTo>
                <a:lnTo>
                  <a:pt x="3432719" y="3380204"/>
                </a:lnTo>
                <a:lnTo>
                  <a:pt x="3395487" y="3399565"/>
                </a:lnTo>
                <a:lnTo>
                  <a:pt x="3350809" y="3412968"/>
                </a:lnTo>
                <a:lnTo>
                  <a:pt x="3304642" y="3418925"/>
                </a:lnTo>
                <a:lnTo>
                  <a:pt x="3256988" y="3420415"/>
                </a:lnTo>
                <a:lnTo>
                  <a:pt x="3206353" y="3415946"/>
                </a:lnTo>
                <a:lnTo>
                  <a:pt x="3155719" y="3409991"/>
                </a:lnTo>
                <a:lnTo>
                  <a:pt x="3105083" y="3402543"/>
                </a:lnTo>
                <a:lnTo>
                  <a:pt x="3054450" y="3396587"/>
                </a:lnTo>
                <a:lnTo>
                  <a:pt x="3003814" y="3393607"/>
                </a:lnTo>
                <a:lnTo>
                  <a:pt x="2954669" y="3393607"/>
                </a:lnTo>
                <a:lnTo>
                  <a:pt x="2908503" y="3399565"/>
                </a:lnTo>
                <a:lnTo>
                  <a:pt x="2860847" y="3411479"/>
                </a:lnTo>
                <a:lnTo>
                  <a:pt x="2817659" y="3429350"/>
                </a:lnTo>
                <a:lnTo>
                  <a:pt x="2772981" y="3453178"/>
                </a:lnTo>
                <a:lnTo>
                  <a:pt x="2728305" y="3477008"/>
                </a:lnTo>
                <a:lnTo>
                  <a:pt x="2683627" y="3503814"/>
                </a:lnTo>
                <a:lnTo>
                  <a:pt x="2640437" y="3529131"/>
                </a:lnTo>
                <a:lnTo>
                  <a:pt x="2594272" y="3551469"/>
                </a:lnTo>
                <a:lnTo>
                  <a:pt x="2549594" y="3569341"/>
                </a:lnTo>
                <a:lnTo>
                  <a:pt x="2503426" y="3581255"/>
                </a:lnTo>
                <a:lnTo>
                  <a:pt x="2455772" y="3585722"/>
                </a:lnTo>
                <a:lnTo>
                  <a:pt x="2408116" y="3581255"/>
                </a:lnTo>
                <a:lnTo>
                  <a:pt x="2361949" y="3569341"/>
                </a:lnTo>
                <a:lnTo>
                  <a:pt x="2317272" y="3551469"/>
                </a:lnTo>
                <a:lnTo>
                  <a:pt x="2271105" y="3529131"/>
                </a:lnTo>
                <a:lnTo>
                  <a:pt x="2227917" y="3503814"/>
                </a:lnTo>
                <a:lnTo>
                  <a:pt x="2183239" y="3477008"/>
                </a:lnTo>
                <a:lnTo>
                  <a:pt x="2138561" y="3453178"/>
                </a:lnTo>
                <a:lnTo>
                  <a:pt x="2093885" y="3429350"/>
                </a:lnTo>
                <a:lnTo>
                  <a:pt x="2049208" y="3411479"/>
                </a:lnTo>
                <a:lnTo>
                  <a:pt x="2003041" y="3399565"/>
                </a:lnTo>
                <a:lnTo>
                  <a:pt x="1956874" y="3393607"/>
                </a:lnTo>
                <a:lnTo>
                  <a:pt x="1907728" y="3393607"/>
                </a:lnTo>
                <a:lnTo>
                  <a:pt x="1857094" y="3396587"/>
                </a:lnTo>
                <a:lnTo>
                  <a:pt x="1806460" y="3402543"/>
                </a:lnTo>
                <a:lnTo>
                  <a:pt x="1755825" y="3409991"/>
                </a:lnTo>
                <a:lnTo>
                  <a:pt x="1705189" y="3415946"/>
                </a:lnTo>
                <a:lnTo>
                  <a:pt x="1654555" y="3420415"/>
                </a:lnTo>
                <a:lnTo>
                  <a:pt x="1606901" y="3418925"/>
                </a:lnTo>
                <a:lnTo>
                  <a:pt x="1560733" y="3412968"/>
                </a:lnTo>
                <a:lnTo>
                  <a:pt x="1516055" y="3399565"/>
                </a:lnTo>
                <a:lnTo>
                  <a:pt x="1478825" y="3380204"/>
                </a:lnTo>
                <a:lnTo>
                  <a:pt x="1443081" y="3354887"/>
                </a:lnTo>
                <a:lnTo>
                  <a:pt x="1411808" y="3325101"/>
                </a:lnTo>
                <a:lnTo>
                  <a:pt x="1380533" y="3290849"/>
                </a:lnTo>
                <a:lnTo>
                  <a:pt x="1352239" y="3255107"/>
                </a:lnTo>
                <a:lnTo>
                  <a:pt x="1323942" y="3217874"/>
                </a:lnTo>
                <a:lnTo>
                  <a:pt x="1295647" y="3180643"/>
                </a:lnTo>
                <a:lnTo>
                  <a:pt x="1267352" y="3144902"/>
                </a:lnTo>
                <a:lnTo>
                  <a:pt x="1237566" y="3110649"/>
                </a:lnTo>
                <a:lnTo>
                  <a:pt x="1203314" y="3080861"/>
                </a:lnTo>
                <a:lnTo>
                  <a:pt x="1170550" y="3054056"/>
                </a:lnTo>
                <a:lnTo>
                  <a:pt x="1133319" y="3033207"/>
                </a:lnTo>
                <a:lnTo>
                  <a:pt x="1093109" y="3015336"/>
                </a:lnTo>
                <a:lnTo>
                  <a:pt x="1049921" y="3000442"/>
                </a:lnTo>
                <a:lnTo>
                  <a:pt x="1005242" y="2987039"/>
                </a:lnTo>
                <a:lnTo>
                  <a:pt x="960566" y="2975125"/>
                </a:lnTo>
                <a:lnTo>
                  <a:pt x="914400" y="2963209"/>
                </a:lnTo>
                <a:lnTo>
                  <a:pt x="871211" y="2949806"/>
                </a:lnTo>
                <a:lnTo>
                  <a:pt x="828022" y="2934914"/>
                </a:lnTo>
                <a:lnTo>
                  <a:pt x="787813" y="2917043"/>
                </a:lnTo>
                <a:lnTo>
                  <a:pt x="752072" y="2894704"/>
                </a:lnTo>
                <a:lnTo>
                  <a:pt x="719306" y="2867898"/>
                </a:lnTo>
                <a:lnTo>
                  <a:pt x="692502" y="2835134"/>
                </a:lnTo>
                <a:lnTo>
                  <a:pt x="670163" y="2799391"/>
                </a:lnTo>
                <a:lnTo>
                  <a:pt x="652291" y="2759180"/>
                </a:lnTo>
                <a:lnTo>
                  <a:pt x="637399" y="2715993"/>
                </a:lnTo>
                <a:lnTo>
                  <a:pt x="623997" y="2672804"/>
                </a:lnTo>
                <a:lnTo>
                  <a:pt x="612083" y="2626638"/>
                </a:lnTo>
                <a:lnTo>
                  <a:pt x="600169" y="2581960"/>
                </a:lnTo>
                <a:lnTo>
                  <a:pt x="586764" y="2537281"/>
                </a:lnTo>
                <a:lnTo>
                  <a:pt x="571872" y="2494092"/>
                </a:lnTo>
                <a:lnTo>
                  <a:pt x="554000" y="2453882"/>
                </a:lnTo>
                <a:lnTo>
                  <a:pt x="533152" y="2416651"/>
                </a:lnTo>
                <a:lnTo>
                  <a:pt x="506346" y="2383887"/>
                </a:lnTo>
                <a:lnTo>
                  <a:pt x="476561" y="2349633"/>
                </a:lnTo>
                <a:lnTo>
                  <a:pt x="442308" y="2319849"/>
                </a:lnTo>
                <a:lnTo>
                  <a:pt x="405075" y="2291554"/>
                </a:lnTo>
                <a:lnTo>
                  <a:pt x="367844" y="2263257"/>
                </a:lnTo>
                <a:lnTo>
                  <a:pt x="330615" y="2234962"/>
                </a:lnTo>
                <a:lnTo>
                  <a:pt x="294872" y="2206664"/>
                </a:lnTo>
                <a:lnTo>
                  <a:pt x="260619" y="2175390"/>
                </a:lnTo>
                <a:lnTo>
                  <a:pt x="230835" y="2144116"/>
                </a:lnTo>
                <a:lnTo>
                  <a:pt x="205519" y="2108372"/>
                </a:lnTo>
                <a:lnTo>
                  <a:pt x="186158" y="2071141"/>
                </a:lnTo>
                <a:lnTo>
                  <a:pt x="172755" y="2026465"/>
                </a:lnTo>
                <a:lnTo>
                  <a:pt x="166797" y="1980297"/>
                </a:lnTo>
                <a:lnTo>
                  <a:pt x="165306" y="1932640"/>
                </a:lnTo>
                <a:lnTo>
                  <a:pt x="169775" y="1882006"/>
                </a:lnTo>
                <a:lnTo>
                  <a:pt x="175733" y="1831370"/>
                </a:lnTo>
                <a:lnTo>
                  <a:pt x="183178" y="1780735"/>
                </a:lnTo>
                <a:lnTo>
                  <a:pt x="189136" y="1730101"/>
                </a:lnTo>
                <a:lnTo>
                  <a:pt x="192116" y="1679466"/>
                </a:lnTo>
                <a:lnTo>
                  <a:pt x="192116" y="1630319"/>
                </a:lnTo>
                <a:lnTo>
                  <a:pt x="186158" y="1584152"/>
                </a:lnTo>
                <a:lnTo>
                  <a:pt x="174244" y="1537986"/>
                </a:lnTo>
                <a:lnTo>
                  <a:pt x="156372" y="1494795"/>
                </a:lnTo>
                <a:lnTo>
                  <a:pt x="134033" y="1450119"/>
                </a:lnTo>
                <a:lnTo>
                  <a:pt x="108716" y="1405442"/>
                </a:lnTo>
                <a:lnTo>
                  <a:pt x="81910" y="1360762"/>
                </a:lnTo>
                <a:lnTo>
                  <a:pt x="56594" y="1317574"/>
                </a:lnTo>
                <a:lnTo>
                  <a:pt x="34253" y="1271407"/>
                </a:lnTo>
                <a:lnTo>
                  <a:pt x="16383" y="1226729"/>
                </a:lnTo>
                <a:lnTo>
                  <a:pt x="4469" y="1180561"/>
                </a:lnTo>
                <a:lnTo>
                  <a:pt x="0" y="1132905"/>
                </a:lnTo>
                <a:lnTo>
                  <a:pt x="4469" y="1085249"/>
                </a:lnTo>
                <a:lnTo>
                  <a:pt x="16383" y="1039083"/>
                </a:lnTo>
                <a:lnTo>
                  <a:pt x="34253" y="994403"/>
                </a:lnTo>
                <a:lnTo>
                  <a:pt x="56594" y="948238"/>
                </a:lnTo>
                <a:lnTo>
                  <a:pt x="81910" y="905048"/>
                </a:lnTo>
                <a:lnTo>
                  <a:pt x="108716" y="860370"/>
                </a:lnTo>
                <a:lnTo>
                  <a:pt x="134033" y="815693"/>
                </a:lnTo>
                <a:lnTo>
                  <a:pt x="156372" y="771015"/>
                </a:lnTo>
                <a:lnTo>
                  <a:pt x="174244" y="727825"/>
                </a:lnTo>
                <a:lnTo>
                  <a:pt x="186158" y="681658"/>
                </a:lnTo>
                <a:lnTo>
                  <a:pt x="192116" y="635491"/>
                </a:lnTo>
                <a:lnTo>
                  <a:pt x="192116" y="586346"/>
                </a:lnTo>
                <a:lnTo>
                  <a:pt x="189136" y="535711"/>
                </a:lnTo>
                <a:lnTo>
                  <a:pt x="183178" y="485075"/>
                </a:lnTo>
                <a:lnTo>
                  <a:pt x="175733" y="434440"/>
                </a:lnTo>
                <a:lnTo>
                  <a:pt x="169775" y="383806"/>
                </a:lnTo>
                <a:lnTo>
                  <a:pt x="165306" y="333172"/>
                </a:lnTo>
                <a:lnTo>
                  <a:pt x="166797" y="285515"/>
                </a:lnTo>
                <a:lnTo>
                  <a:pt x="172755" y="239348"/>
                </a:lnTo>
                <a:lnTo>
                  <a:pt x="186158" y="194669"/>
                </a:lnTo>
                <a:lnTo>
                  <a:pt x="205519" y="157438"/>
                </a:lnTo>
                <a:lnTo>
                  <a:pt x="230835" y="121696"/>
                </a:lnTo>
                <a:lnTo>
                  <a:pt x="260619" y="90421"/>
                </a:lnTo>
                <a:lnTo>
                  <a:pt x="294872" y="59147"/>
                </a:lnTo>
                <a:lnTo>
                  <a:pt x="330615" y="30850"/>
                </a:lnTo>
                <a:lnTo>
                  <a:pt x="367844" y="255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7281" y="2805402"/>
            <a:ext cx="3464039" cy="2946524"/>
          </a:xfrm>
        </p:spPr>
        <p:txBody>
          <a:bodyPr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it-IT" sz="3200" b="1" dirty="0" err="1">
                <a:solidFill>
                  <a:schemeClr val="tx1"/>
                </a:solidFill>
              </a:rPr>
              <a:t>Git</a:t>
            </a:r>
            <a:r>
              <a:rPr lang="it-IT" sz="3200" b="1" dirty="0">
                <a:solidFill>
                  <a:schemeClr val="tx1"/>
                </a:solidFill>
              </a:rPr>
              <a:t> e GitHub</a:t>
            </a:r>
          </a:p>
          <a:p>
            <a:pPr lvl="1"/>
            <a:r>
              <a:rPr lang="it-IT" sz="1600" i="1" dirty="0" err="1">
                <a:solidFill>
                  <a:schemeClr val="tx1"/>
                </a:solidFill>
              </a:rPr>
              <a:t>Versionamento</a:t>
            </a:r>
            <a:r>
              <a:rPr lang="it-IT" sz="1600" i="1" dirty="0">
                <a:solidFill>
                  <a:schemeClr val="tx1"/>
                </a:solidFill>
              </a:rPr>
              <a:t> continuo</a:t>
            </a:r>
          </a:p>
          <a:p>
            <a:pPr lvl="1"/>
            <a:r>
              <a:rPr lang="it-IT" sz="1600" i="1" dirty="0" err="1">
                <a:solidFill>
                  <a:schemeClr val="tx1"/>
                </a:solidFill>
              </a:rPr>
              <a:t>Commit</a:t>
            </a:r>
            <a:r>
              <a:rPr lang="it-IT" sz="1600" i="1" dirty="0">
                <a:solidFill>
                  <a:schemeClr val="tx1"/>
                </a:solidFill>
              </a:rPr>
              <a:t> incrementali</a:t>
            </a:r>
          </a:p>
          <a:p>
            <a:pPr lvl="1"/>
            <a:r>
              <a:rPr lang="it-IT" sz="1600" i="1" dirty="0">
                <a:solidFill>
                  <a:schemeClr val="tx1"/>
                </a:solidFill>
              </a:rPr>
              <a:t>Gestione </a:t>
            </a:r>
            <a:r>
              <a:rPr lang="it-IT" sz="1600" i="1" dirty="0" err="1">
                <a:solidFill>
                  <a:schemeClr val="tx1"/>
                </a:solidFill>
              </a:rPr>
              <a:t>branch</a:t>
            </a:r>
            <a:r>
              <a:rPr lang="it-IT" sz="1600" i="1" dirty="0">
                <a:solidFill>
                  <a:schemeClr val="tx1"/>
                </a:solidFill>
              </a:rPr>
              <a:t> e milestone</a:t>
            </a: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9563FBA8-D302-415D-ACB8-C0406838D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0266" y="2795848"/>
            <a:ext cx="2446284" cy="2443313"/>
          </a:xfrm>
          <a:custGeom>
            <a:avLst/>
            <a:gdLst>
              <a:gd name="connsiteX0" fmla="*/ 3095991 w 6191980"/>
              <a:gd name="connsiteY0" fmla="*/ 0 h 6184462"/>
              <a:gd name="connsiteX1" fmla="*/ 3156069 w 6191980"/>
              <a:gd name="connsiteY1" fmla="*/ 5631 h 6184462"/>
              <a:gd name="connsiteX2" fmla="*/ 3214272 w 6191980"/>
              <a:gd name="connsiteY2" fmla="*/ 20652 h 6184462"/>
              <a:gd name="connsiteX3" fmla="*/ 3270598 w 6191980"/>
              <a:gd name="connsiteY3" fmla="*/ 43182 h 6184462"/>
              <a:gd name="connsiteX4" fmla="*/ 3328798 w 6191980"/>
              <a:gd name="connsiteY4" fmla="*/ 71344 h 6184462"/>
              <a:gd name="connsiteX5" fmla="*/ 3383247 w 6191980"/>
              <a:gd name="connsiteY5" fmla="*/ 103262 h 6184462"/>
              <a:gd name="connsiteX6" fmla="*/ 3439573 w 6191980"/>
              <a:gd name="connsiteY6" fmla="*/ 137057 h 6184462"/>
              <a:gd name="connsiteX7" fmla="*/ 3495897 w 6191980"/>
              <a:gd name="connsiteY7" fmla="*/ 167096 h 6184462"/>
              <a:gd name="connsiteX8" fmla="*/ 3552221 w 6191980"/>
              <a:gd name="connsiteY8" fmla="*/ 197137 h 6184462"/>
              <a:gd name="connsiteX9" fmla="*/ 3606669 w 6191980"/>
              <a:gd name="connsiteY9" fmla="*/ 219666 h 6184462"/>
              <a:gd name="connsiteX10" fmla="*/ 3666749 w 6191980"/>
              <a:gd name="connsiteY10" fmla="*/ 234686 h 6184462"/>
              <a:gd name="connsiteX11" fmla="*/ 3724950 w 6191980"/>
              <a:gd name="connsiteY11" fmla="*/ 242197 h 6184462"/>
              <a:gd name="connsiteX12" fmla="*/ 3786907 w 6191980"/>
              <a:gd name="connsiteY12" fmla="*/ 242197 h 6184462"/>
              <a:gd name="connsiteX13" fmla="*/ 3850743 w 6191980"/>
              <a:gd name="connsiteY13" fmla="*/ 238443 h 6184462"/>
              <a:gd name="connsiteX14" fmla="*/ 3914577 w 6191980"/>
              <a:gd name="connsiteY14" fmla="*/ 230932 h 6184462"/>
              <a:gd name="connsiteX15" fmla="*/ 3978413 w 6191980"/>
              <a:gd name="connsiteY15" fmla="*/ 221545 h 6184462"/>
              <a:gd name="connsiteX16" fmla="*/ 4042247 w 6191980"/>
              <a:gd name="connsiteY16" fmla="*/ 214035 h 6184462"/>
              <a:gd name="connsiteX17" fmla="*/ 4106083 w 6191980"/>
              <a:gd name="connsiteY17" fmla="*/ 208401 h 6184462"/>
              <a:gd name="connsiteX18" fmla="*/ 4166161 w 6191980"/>
              <a:gd name="connsiteY18" fmla="*/ 210279 h 6184462"/>
              <a:gd name="connsiteX19" fmla="*/ 4224364 w 6191980"/>
              <a:gd name="connsiteY19" fmla="*/ 217789 h 6184462"/>
              <a:gd name="connsiteX20" fmla="*/ 4280690 w 6191980"/>
              <a:gd name="connsiteY20" fmla="*/ 234686 h 6184462"/>
              <a:gd name="connsiteX21" fmla="*/ 4327628 w 6191980"/>
              <a:gd name="connsiteY21" fmla="*/ 259094 h 6184462"/>
              <a:gd name="connsiteX22" fmla="*/ 4372686 w 6191980"/>
              <a:gd name="connsiteY22" fmla="*/ 291012 h 6184462"/>
              <a:gd name="connsiteX23" fmla="*/ 4412114 w 6191980"/>
              <a:gd name="connsiteY23" fmla="*/ 328561 h 6184462"/>
              <a:gd name="connsiteX24" fmla="*/ 4451542 w 6191980"/>
              <a:gd name="connsiteY24" fmla="*/ 371743 h 6184462"/>
              <a:gd name="connsiteX25" fmla="*/ 4487214 w 6191980"/>
              <a:gd name="connsiteY25" fmla="*/ 416803 h 6184462"/>
              <a:gd name="connsiteX26" fmla="*/ 4522886 w 6191980"/>
              <a:gd name="connsiteY26" fmla="*/ 463741 h 6184462"/>
              <a:gd name="connsiteX27" fmla="*/ 4558559 w 6191980"/>
              <a:gd name="connsiteY27" fmla="*/ 510678 h 6184462"/>
              <a:gd name="connsiteX28" fmla="*/ 4594231 w 6191980"/>
              <a:gd name="connsiteY28" fmla="*/ 555737 h 6184462"/>
              <a:gd name="connsiteX29" fmla="*/ 4631782 w 6191980"/>
              <a:gd name="connsiteY29" fmla="*/ 598919 h 6184462"/>
              <a:gd name="connsiteX30" fmla="*/ 4674964 w 6191980"/>
              <a:gd name="connsiteY30" fmla="*/ 636471 h 6184462"/>
              <a:gd name="connsiteX31" fmla="*/ 4716270 w 6191980"/>
              <a:gd name="connsiteY31" fmla="*/ 670266 h 6184462"/>
              <a:gd name="connsiteX32" fmla="*/ 4763206 w 6191980"/>
              <a:gd name="connsiteY32" fmla="*/ 696549 h 6184462"/>
              <a:gd name="connsiteX33" fmla="*/ 4813899 w 6191980"/>
              <a:gd name="connsiteY33" fmla="*/ 719079 h 6184462"/>
              <a:gd name="connsiteX34" fmla="*/ 4868345 w 6191980"/>
              <a:gd name="connsiteY34" fmla="*/ 737854 h 6184462"/>
              <a:gd name="connsiteX35" fmla="*/ 4924669 w 6191980"/>
              <a:gd name="connsiteY35" fmla="*/ 754751 h 6184462"/>
              <a:gd name="connsiteX36" fmla="*/ 4980995 w 6191980"/>
              <a:gd name="connsiteY36" fmla="*/ 769772 h 6184462"/>
              <a:gd name="connsiteX37" fmla="*/ 5039198 w 6191980"/>
              <a:gd name="connsiteY37" fmla="*/ 784792 h 6184462"/>
              <a:gd name="connsiteX38" fmla="*/ 5093644 w 6191980"/>
              <a:gd name="connsiteY38" fmla="*/ 801690 h 6184462"/>
              <a:gd name="connsiteX39" fmla="*/ 5148091 w 6191980"/>
              <a:gd name="connsiteY39" fmla="*/ 820464 h 6184462"/>
              <a:gd name="connsiteX40" fmla="*/ 5198784 w 6191980"/>
              <a:gd name="connsiteY40" fmla="*/ 842995 h 6184462"/>
              <a:gd name="connsiteX41" fmla="*/ 5243845 w 6191980"/>
              <a:gd name="connsiteY41" fmla="*/ 871157 h 6184462"/>
              <a:gd name="connsiteX42" fmla="*/ 5285151 w 6191980"/>
              <a:gd name="connsiteY42" fmla="*/ 904952 h 6184462"/>
              <a:gd name="connsiteX43" fmla="*/ 5318944 w 6191980"/>
              <a:gd name="connsiteY43" fmla="*/ 946257 h 6184462"/>
              <a:gd name="connsiteX44" fmla="*/ 5347108 w 6191980"/>
              <a:gd name="connsiteY44" fmla="*/ 991317 h 6184462"/>
              <a:gd name="connsiteX45" fmla="*/ 5369636 w 6191980"/>
              <a:gd name="connsiteY45" fmla="*/ 1042007 h 6184462"/>
              <a:gd name="connsiteX46" fmla="*/ 5388410 w 6191980"/>
              <a:gd name="connsiteY46" fmla="*/ 1096456 h 6184462"/>
              <a:gd name="connsiteX47" fmla="*/ 5405308 w 6191980"/>
              <a:gd name="connsiteY47" fmla="*/ 1150903 h 6184462"/>
              <a:gd name="connsiteX48" fmla="*/ 5420328 w 6191980"/>
              <a:gd name="connsiteY48" fmla="*/ 1209105 h 6184462"/>
              <a:gd name="connsiteX49" fmla="*/ 5435349 w 6191980"/>
              <a:gd name="connsiteY49" fmla="*/ 1265429 h 6184462"/>
              <a:gd name="connsiteX50" fmla="*/ 5452246 w 6191980"/>
              <a:gd name="connsiteY50" fmla="*/ 1321755 h 6184462"/>
              <a:gd name="connsiteX51" fmla="*/ 5471021 w 6191980"/>
              <a:gd name="connsiteY51" fmla="*/ 1376203 h 6184462"/>
              <a:gd name="connsiteX52" fmla="*/ 5493550 w 6191980"/>
              <a:gd name="connsiteY52" fmla="*/ 1426896 h 6184462"/>
              <a:gd name="connsiteX53" fmla="*/ 5519836 w 6191980"/>
              <a:gd name="connsiteY53" fmla="*/ 1473832 h 6184462"/>
              <a:gd name="connsiteX54" fmla="*/ 5553632 w 6191980"/>
              <a:gd name="connsiteY54" fmla="*/ 1515138 h 6184462"/>
              <a:gd name="connsiteX55" fmla="*/ 5591181 w 6191980"/>
              <a:gd name="connsiteY55" fmla="*/ 1558320 h 6184462"/>
              <a:gd name="connsiteX56" fmla="*/ 5634364 w 6191980"/>
              <a:gd name="connsiteY56" fmla="*/ 1595869 h 6184462"/>
              <a:gd name="connsiteX57" fmla="*/ 5679425 w 6191980"/>
              <a:gd name="connsiteY57" fmla="*/ 1631541 h 6184462"/>
              <a:gd name="connsiteX58" fmla="*/ 5728238 w 6191980"/>
              <a:gd name="connsiteY58" fmla="*/ 1667213 h 6184462"/>
              <a:gd name="connsiteX59" fmla="*/ 5775175 w 6191980"/>
              <a:gd name="connsiteY59" fmla="*/ 1702885 h 6184462"/>
              <a:gd name="connsiteX60" fmla="*/ 5820236 w 6191980"/>
              <a:gd name="connsiteY60" fmla="*/ 1738560 h 6184462"/>
              <a:gd name="connsiteX61" fmla="*/ 5863416 w 6191980"/>
              <a:gd name="connsiteY61" fmla="*/ 1777986 h 6184462"/>
              <a:gd name="connsiteX62" fmla="*/ 5900968 w 6191980"/>
              <a:gd name="connsiteY62" fmla="*/ 1817414 h 6184462"/>
              <a:gd name="connsiteX63" fmla="*/ 5932886 w 6191980"/>
              <a:gd name="connsiteY63" fmla="*/ 1862474 h 6184462"/>
              <a:gd name="connsiteX64" fmla="*/ 5957294 w 6191980"/>
              <a:gd name="connsiteY64" fmla="*/ 1909410 h 6184462"/>
              <a:gd name="connsiteX65" fmla="*/ 5974191 w 6191980"/>
              <a:gd name="connsiteY65" fmla="*/ 1965736 h 6184462"/>
              <a:gd name="connsiteX66" fmla="*/ 5981700 w 6191980"/>
              <a:gd name="connsiteY66" fmla="*/ 2023938 h 6184462"/>
              <a:gd name="connsiteX67" fmla="*/ 5983578 w 6191980"/>
              <a:gd name="connsiteY67" fmla="*/ 2084018 h 6184462"/>
              <a:gd name="connsiteX68" fmla="*/ 5977945 w 6191980"/>
              <a:gd name="connsiteY68" fmla="*/ 2147852 h 6184462"/>
              <a:gd name="connsiteX69" fmla="*/ 5970435 w 6191980"/>
              <a:gd name="connsiteY69" fmla="*/ 2211686 h 6184462"/>
              <a:gd name="connsiteX70" fmla="*/ 5961048 w 6191980"/>
              <a:gd name="connsiteY70" fmla="*/ 2275522 h 6184462"/>
              <a:gd name="connsiteX71" fmla="*/ 5953538 w 6191980"/>
              <a:gd name="connsiteY71" fmla="*/ 2339356 h 6184462"/>
              <a:gd name="connsiteX72" fmla="*/ 5949784 w 6191980"/>
              <a:gd name="connsiteY72" fmla="*/ 2403192 h 6184462"/>
              <a:gd name="connsiteX73" fmla="*/ 5949784 w 6191980"/>
              <a:gd name="connsiteY73" fmla="*/ 2465149 h 6184462"/>
              <a:gd name="connsiteX74" fmla="*/ 5957294 w 6191980"/>
              <a:gd name="connsiteY74" fmla="*/ 2523350 h 6184462"/>
              <a:gd name="connsiteX75" fmla="*/ 5972312 w 6191980"/>
              <a:gd name="connsiteY75" fmla="*/ 2581552 h 6184462"/>
              <a:gd name="connsiteX76" fmla="*/ 5994843 w 6191980"/>
              <a:gd name="connsiteY76" fmla="*/ 2636001 h 6184462"/>
              <a:gd name="connsiteX77" fmla="*/ 6024884 w 6191980"/>
              <a:gd name="connsiteY77" fmla="*/ 2692325 h 6184462"/>
              <a:gd name="connsiteX78" fmla="*/ 6054922 w 6191980"/>
              <a:gd name="connsiteY78" fmla="*/ 2748651 h 6184462"/>
              <a:gd name="connsiteX79" fmla="*/ 6088718 w 6191980"/>
              <a:gd name="connsiteY79" fmla="*/ 2804974 h 6184462"/>
              <a:gd name="connsiteX80" fmla="*/ 6120634 w 6191980"/>
              <a:gd name="connsiteY80" fmla="*/ 2859423 h 6184462"/>
              <a:gd name="connsiteX81" fmla="*/ 6148798 w 6191980"/>
              <a:gd name="connsiteY81" fmla="*/ 2917624 h 6184462"/>
              <a:gd name="connsiteX82" fmla="*/ 6171326 w 6191980"/>
              <a:gd name="connsiteY82" fmla="*/ 2973950 h 6184462"/>
              <a:gd name="connsiteX83" fmla="*/ 6186347 w 6191980"/>
              <a:gd name="connsiteY83" fmla="*/ 3032152 h 6184462"/>
              <a:gd name="connsiteX84" fmla="*/ 6191980 w 6191980"/>
              <a:gd name="connsiteY84" fmla="*/ 3092230 h 6184462"/>
              <a:gd name="connsiteX85" fmla="*/ 6186347 w 6191980"/>
              <a:gd name="connsiteY85" fmla="*/ 3152310 h 6184462"/>
              <a:gd name="connsiteX86" fmla="*/ 6171326 w 6191980"/>
              <a:gd name="connsiteY86" fmla="*/ 3210513 h 6184462"/>
              <a:gd name="connsiteX87" fmla="*/ 6148798 w 6191980"/>
              <a:gd name="connsiteY87" fmla="*/ 3266839 h 6184462"/>
              <a:gd name="connsiteX88" fmla="*/ 6120634 w 6191980"/>
              <a:gd name="connsiteY88" fmla="*/ 3325039 h 6184462"/>
              <a:gd name="connsiteX89" fmla="*/ 6088718 w 6191980"/>
              <a:gd name="connsiteY89" fmla="*/ 3379488 h 6184462"/>
              <a:gd name="connsiteX90" fmla="*/ 6054922 w 6191980"/>
              <a:gd name="connsiteY90" fmla="*/ 3435814 h 6184462"/>
              <a:gd name="connsiteX91" fmla="*/ 6024884 w 6191980"/>
              <a:gd name="connsiteY91" fmla="*/ 3492137 h 6184462"/>
              <a:gd name="connsiteX92" fmla="*/ 5994843 w 6191980"/>
              <a:gd name="connsiteY92" fmla="*/ 3548461 h 6184462"/>
              <a:gd name="connsiteX93" fmla="*/ 5972312 w 6191980"/>
              <a:gd name="connsiteY93" fmla="*/ 3602910 h 6184462"/>
              <a:gd name="connsiteX94" fmla="*/ 5957294 w 6191980"/>
              <a:gd name="connsiteY94" fmla="*/ 3661113 h 6184462"/>
              <a:gd name="connsiteX95" fmla="*/ 5949784 w 6191980"/>
              <a:gd name="connsiteY95" fmla="*/ 3719313 h 6184462"/>
              <a:gd name="connsiteX96" fmla="*/ 5949784 w 6191980"/>
              <a:gd name="connsiteY96" fmla="*/ 3781272 h 6184462"/>
              <a:gd name="connsiteX97" fmla="*/ 5953538 w 6191980"/>
              <a:gd name="connsiteY97" fmla="*/ 3845106 h 6184462"/>
              <a:gd name="connsiteX98" fmla="*/ 5961048 w 6191980"/>
              <a:gd name="connsiteY98" fmla="*/ 3908940 h 6184462"/>
              <a:gd name="connsiteX99" fmla="*/ 5970435 w 6191980"/>
              <a:gd name="connsiteY99" fmla="*/ 3972776 h 6184462"/>
              <a:gd name="connsiteX100" fmla="*/ 5977945 w 6191980"/>
              <a:gd name="connsiteY100" fmla="*/ 4036610 h 6184462"/>
              <a:gd name="connsiteX101" fmla="*/ 5983578 w 6191980"/>
              <a:gd name="connsiteY101" fmla="*/ 4100444 h 6184462"/>
              <a:gd name="connsiteX102" fmla="*/ 5981700 w 6191980"/>
              <a:gd name="connsiteY102" fmla="*/ 4160526 h 6184462"/>
              <a:gd name="connsiteX103" fmla="*/ 5974191 w 6191980"/>
              <a:gd name="connsiteY103" fmla="*/ 4218729 h 6184462"/>
              <a:gd name="connsiteX104" fmla="*/ 5957294 w 6191980"/>
              <a:gd name="connsiteY104" fmla="*/ 4275053 h 6184462"/>
              <a:gd name="connsiteX105" fmla="*/ 5932886 w 6191980"/>
              <a:gd name="connsiteY105" fmla="*/ 4321989 h 6184462"/>
              <a:gd name="connsiteX106" fmla="*/ 5900968 w 6191980"/>
              <a:gd name="connsiteY106" fmla="*/ 4367050 h 6184462"/>
              <a:gd name="connsiteX107" fmla="*/ 5863416 w 6191980"/>
              <a:gd name="connsiteY107" fmla="*/ 4406477 h 6184462"/>
              <a:gd name="connsiteX108" fmla="*/ 5820236 w 6191980"/>
              <a:gd name="connsiteY108" fmla="*/ 4445903 h 6184462"/>
              <a:gd name="connsiteX109" fmla="*/ 5775175 w 6191980"/>
              <a:gd name="connsiteY109" fmla="*/ 4481577 h 6184462"/>
              <a:gd name="connsiteX110" fmla="*/ 5728238 w 6191980"/>
              <a:gd name="connsiteY110" fmla="*/ 4517249 h 6184462"/>
              <a:gd name="connsiteX111" fmla="*/ 5679425 w 6191980"/>
              <a:gd name="connsiteY111" fmla="*/ 4552921 h 6184462"/>
              <a:gd name="connsiteX112" fmla="*/ 5634364 w 6191980"/>
              <a:gd name="connsiteY112" fmla="*/ 4588593 h 6184462"/>
              <a:gd name="connsiteX113" fmla="*/ 5591181 w 6191980"/>
              <a:gd name="connsiteY113" fmla="*/ 4626142 h 6184462"/>
              <a:gd name="connsiteX114" fmla="*/ 5553632 w 6191980"/>
              <a:gd name="connsiteY114" fmla="*/ 4669325 h 6184462"/>
              <a:gd name="connsiteX115" fmla="*/ 5519836 w 6191980"/>
              <a:gd name="connsiteY115" fmla="*/ 4710630 h 6184462"/>
              <a:gd name="connsiteX116" fmla="*/ 5493550 w 6191980"/>
              <a:gd name="connsiteY116" fmla="*/ 4757566 h 6184462"/>
              <a:gd name="connsiteX117" fmla="*/ 5471021 w 6191980"/>
              <a:gd name="connsiteY117" fmla="*/ 4808259 h 6184462"/>
              <a:gd name="connsiteX118" fmla="*/ 5452246 w 6191980"/>
              <a:gd name="connsiteY118" fmla="*/ 4862708 h 6184462"/>
              <a:gd name="connsiteX119" fmla="*/ 5435349 w 6191980"/>
              <a:gd name="connsiteY119" fmla="*/ 4919033 h 6184462"/>
              <a:gd name="connsiteX120" fmla="*/ 5420328 w 6191980"/>
              <a:gd name="connsiteY120" fmla="*/ 4975357 h 6184462"/>
              <a:gd name="connsiteX121" fmla="*/ 5405308 w 6191980"/>
              <a:gd name="connsiteY121" fmla="*/ 5033560 h 6184462"/>
              <a:gd name="connsiteX122" fmla="*/ 5388410 w 6191980"/>
              <a:gd name="connsiteY122" fmla="*/ 5088007 h 6184462"/>
              <a:gd name="connsiteX123" fmla="*/ 5369636 w 6191980"/>
              <a:gd name="connsiteY123" fmla="*/ 5142453 h 6184462"/>
              <a:gd name="connsiteX124" fmla="*/ 5347108 w 6191980"/>
              <a:gd name="connsiteY124" fmla="*/ 5193146 h 6184462"/>
              <a:gd name="connsiteX125" fmla="*/ 5318944 w 6191980"/>
              <a:gd name="connsiteY125" fmla="*/ 5238207 h 6184462"/>
              <a:gd name="connsiteX126" fmla="*/ 5285151 w 6191980"/>
              <a:gd name="connsiteY126" fmla="*/ 5279510 h 6184462"/>
              <a:gd name="connsiteX127" fmla="*/ 5243845 w 6191980"/>
              <a:gd name="connsiteY127" fmla="*/ 5313305 h 6184462"/>
              <a:gd name="connsiteX128" fmla="*/ 5198784 w 6191980"/>
              <a:gd name="connsiteY128" fmla="*/ 5341467 h 6184462"/>
              <a:gd name="connsiteX129" fmla="*/ 5148091 w 6191980"/>
              <a:gd name="connsiteY129" fmla="*/ 5363998 h 6184462"/>
              <a:gd name="connsiteX130" fmla="*/ 5093644 w 6191980"/>
              <a:gd name="connsiteY130" fmla="*/ 5382773 h 6184462"/>
              <a:gd name="connsiteX131" fmla="*/ 5039198 w 6191980"/>
              <a:gd name="connsiteY131" fmla="*/ 5399670 h 6184462"/>
              <a:gd name="connsiteX132" fmla="*/ 4980995 w 6191980"/>
              <a:gd name="connsiteY132" fmla="*/ 5414691 h 6184462"/>
              <a:gd name="connsiteX133" fmla="*/ 4924669 w 6191980"/>
              <a:gd name="connsiteY133" fmla="*/ 5429711 h 6184462"/>
              <a:gd name="connsiteX134" fmla="*/ 4868345 w 6191980"/>
              <a:gd name="connsiteY134" fmla="*/ 5446609 h 6184462"/>
              <a:gd name="connsiteX135" fmla="*/ 4813899 w 6191980"/>
              <a:gd name="connsiteY135" fmla="*/ 5465383 h 6184462"/>
              <a:gd name="connsiteX136" fmla="*/ 4763206 w 6191980"/>
              <a:gd name="connsiteY136" fmla="*/ 5487914 h 6184462"/>
              <a:gd name="connsiteX137" fmla="*/ 4716270 w 6191980"/>
              <a:gd name="connsiteY137" fmla="*/ 5514197 h 6184462"/>
              <a:gd name="connsiteX138" fmla="*/ 4674964 w 6191980"/>
              <a:gd name="connsiteY138" fmla="*/ 5547992 h 6184462"/>
              <a:gd name="connsiteX139" fmla="*/ 4631782 w 6191980"/>
              <a:gd name="connsiteY139" fmla="*/ 5585543 h 6184462"/>
              <a:gd name="connsiteX140" fmla="*/ 4594231 w 6191980"/>
              <a:gd name="connsiteY140" fmla="*/ 5628725 h 6184462"/>
              <a:gd name="connsiteX141" fmla="*/ 4558559 w 6191980"/>
              <a:gd name="connsiteY141" fmla="*/ 5673785 h 6184462"/>
              <a:gd name="connsiteX142" fmla="*/ 4522886 w 6191980"/>
              <a:gd name="connsiteY142" fmla="*/ 5720721 h 6184462"/>
              <a:gd name="connsiteX143" fmla="*/ 4487214 w 6191980"/>
              <a:gd name="connsiteY143" fmla="*/ 5767659 h 6184462"/>
              <a:gd name="connsiteX144" fmla="*/ 4451542 w 6191980"/>
              <a:gd name="connsiteY144" fmla="*/ 5812719 h 6184462"/>
              <a:gd name="connsiteX145" fmla="*/ 4412114 w 6191980"/>
              <a:gd name="connsiteY145" fmla="*/ 5855901 h 6184462"/>
              <a:gd name="connsiteX146" fmla="*/ 4372686 w 6191980"/>
              <a:gd name="connsiteY146" fmla="*/ 5893450 h 6184462"/>
              <a:gd name="connsiteX147" fmla="*/ 4327628 w 6191980"/>
              <a:gd name="connsiteY147" fmla="*/ 5925368 h 6184462"/>
              <a:gd name="connsiteX148" fmla="*/ 4280690 w 6191980"/>
              <a:gd name="connsiteY148" fmla="*/ 5949776 h 6184462"/>
              <a:gd name="connsiteX149" fmla="*/ 4224364 w 6191980"/>
              <a:gd name="connsiteY149" fmla="*/ 5966674 h 6184462"/>
              <a:gd name="connsiteX150" fmla="*/ 4166161 w 6191980"/>
              <a:gd name="connsiteY150" fmla="*/ 5974184 h 6184462"/>
              <a:gd name="connsiteX151" fmla="*/ 4106083 w 6191980"/>
              <a:gd name="connsiteY151" fmla="*/ 5976061 h 6184462"/>
              <a:gd name="connsiteX152" fmla="*/ 4042247 w 6191980"/>
              <a:gd name="connsiteY152" fmla="*/ 5970428 h 6184462"/>
              <a:gd name="connsiteX153" fmla="*/ 3978413 w 6191980"/>
              <a:gd name="connsiteY153" fmla="*/ 5962919 h 6184462"/>
              <a:gd name="connsiteX154" fmla="*/ 3914577 w 6191980"/>
              <a:gd name="connsiteY154" fmla="*/ 5953530 h 6184462"/>
              <a:gd name="connsiteX155" fmla="*/ 3850743 w 6191980"/>
              <a:gd name="connsiteY155" fmla="*/ 5946022 h 6184462"/>
              <a:gd name="connsiteX156" fmla="*/ 3786907 w 6191980"/>
              <a:gd name="connsiteY156" fmla="*/ 5942266 h 6184462"/>
              <a:gd name="connsiteX157" fmla="*/ 3724950 w 6191980"/>
              <a:gd name="connsiteY157" fmla="*/ 5942266 h 6184462"/>
              <a:gd name="connsiteX158" fmla="*/ 3666749 w 6191980"/>
              <a:gd name="connsiteY158" fmla="*/ 5949776 h 6184462"/>
              <a:gd name="connsiteX159" fmla="*/ 3606669 w 6191980"/>
              <a:gd name="connsiteY159" fmla="*/ 5964797 h 6184462"/>
              <a:gd name="connsiteX160" fmla="*/ 3552221 w 6191980"/>
              <a:gd name="connsiteY160" fmla="*/ 5987325 h 6184462"/>
              <a:gd name="connsiteX161" fmla="*/ 3495897 w 6191980"/>
              <a:gd name="connsiteY161" fmla="*/ 6017366 h 6184462"/>
              <a:gd name="connsiteX162" fmla="*/ 3439573 w 6191980"/>
              <a:gd name="connsiteY162" fmla="*/ 6047407 h 6184462"/>
              <a:gd name="connsiteX163" fmla="*/ 3383247 w 6191980"/>
              <a:gd name="connsiteY163" fmla="*/ 6081200 h 6184462"/>
              <a:gd name="connsiteX164" fmla="*/ 3328798 w 6191980"/>
              <a:gd name="connsiteY164" fmla="*/ 6113118 h 6184462"/>
              <a:gd name="connsiteX165" fmla="*/ 3270598 w 6191980"/>
              <a:gd name="connsiteY165" fmla="*/ 6141280 h 6184462"/>
              <a:gd name="connsiteX166" fmla="*/ 3214272 w 6191980"/>
              <a:gd name="connsiteY166" fmla="*/ 6163811 h 6184462"/>
              <a:gd name="connsiteX167" fmla="*/ 3156069 w 6191980"/>
              <a:gd name="connsiteY167" fmla="*/ 6178831 h 6184462"/>
              <a:gd name="connsiteX168" fmla="*/ 3095991 w 6191980"/>
              <a:gd name="connsiteY168" fmla="*/ 6184462 h 6184462"/>
              <a:gd name="connsiteX169" fmla="*/ 3035911 w 6191980"/>
              <a:gd name="connsiteY169" fmla="*/ 6178831 h 6184462"/>
              <a:gd name="connsiteX170" fmla="*/ 2977708 w 6191980"/>
              <a:gd name="connsiteY170" fmla="*/ 6163811 h 6184462"/>
              <a:gd name="connsiteX171" fmla="*/ 2921385 w 6191980"/>
              <a:gd name="connsiteY171" fmla="*/ 6141280 h 6184462"/>
              <a:gd name="connsiteX172" fmla="*/ 2863182 w 6191980"/>
              <a:gd name="connsiteY172" fmla="*/ 6113118 h 6184462"/>
              <a:gd name="connsiteX173" fmla="*/ 2808733 w 6191980"/>
              <a:gd name="connsiteY173" fmla="*/ 6081200 h 6184462"/>
              <a:gd name="connsiteX174" fmla="*/ 2752409 w 6191980"/>
              <a:gd name="connsiteY174" fmla="*/ 6047407 h 6184462"/>
              <a:gd name="connsiteX175" fmla="*/ 2696083 w 6191980"/>
              <a:gd name="connsiteY175" fmla="*/ 6017366 h 6184462"/>
              <a:gd name="connsiteX176" fmla="*/ 2639760 w 6191980"/>
              <a:gd name="connsiteY176" fmla="*/ 5987325 h 6184462"/>
              <a:gd name="connsiteX177" fmla="*/ 2583436 w 6191980"/>
              <a:gd name="connsiteY177" fmla="*/ 5964797 h 6184462"/>
              <a:gd name="connsiteX178" fmla="*/ 2525233 w 6191980"/>
              <a:gd name="connsiteY178" fmla="*/ 5949776 h 6184462"/>
              <a:gd name="connsiteX179" fmla="*/ 2467030 w 6191980"/>
              <a:gd name="connsiteY179" fmla="*/ 5942266 h 6184462"/>
              <a:gd name="connsiteX180" fmla="*/ 2405071 w 6191980"/>
              <a:gd name="connsiteY180" fmla="*/ 5942266 h 6184462"/>
              <a:gd name="connsiteX181" fmla="*/ 2341237 w 6191980"/>
              <a:gd name="connsiteY181" fmla="*/ 5946022 h 6184462"/>
              <a:gd name="connsiteX182" fmla="*/ 2277403 w 6191980"/>
              <a:gd name="connsiteY182" fmla="*/ 5953530 h 6184462"/>
              <a:gd name="connsiteX183" fmla="*/ 2213567 w 6191980"/>
              <a:gd name="connsiteY183" fmla="*/ 5962919 h 6184462"/>
              <a:gd name="connsiteX184" fmla="*/ 2149731 w 6191980"/>
              <a:gd name="connsiteY184" fmla="*/ 5970428 h 6184462"/>
              <a:gd name="connsiteX185" fmla="*/ 2085897 w 6191980"/>
              <a:gd name="connsiteY185" fmla="*/ 5976061 h 6184462"/>
              <a:gd name="connsiteX186" fmla="*/ 2025819 w 6191980"/>
              <a:gd name="connsiteY186" fmla="*/ 5974184 h 6184462"/>
              <a:gd name="connsiteX187" fmla="*/ 1967617 w 6191980"/>
              <a:gd name="connsiteY187" fmla="*/ 5966674 h 6184462"/>
              <a:gd name="connsiteX188" fmla="*/ 1911291 w 6191980"/>
              <a:gd name="connsiteY188" fmla="*/ 5949776 h 6184462"/>
              <a:gd name="connsiteX189" fmla="*/ 1864354 w 6191980"/>
              <a:gd name="connsiteY189" fmla="*/ 5925368 h 6184462"/>
              <a:gd name="connsiteX190" fmla="*/ 1819293 w 6191980"/>
              <a:gd name="connsiteY190" fmla="*/ 5893450 h 6184462"/>
              <a:gd name="connsiteX191" fmla="*/ 1779867 w 6191980"/>
              <a:gd name="connsiteY191" fmla="*/ 5855901 h 6184462"/>
              <a:gd name="connsiteX192" fmla="*/ 1740438 w 6191980"/>
              <a:gd name="connsiteY192" fmla="*/ 5812719 h 6184462"/>
              <a:gd name="connsiteX193" fmla="*/ 1704766 w 6191980"/>
              <a:gd name="connsiteY193" fmla="*/ 5767659 h 6184462"/>
              <a:gd name="connsiteX194" fmla="*/ 1669094 w 6191980"/>
              <a:gd name="connsiteY194" fmla="*/ 5720721 h 6184462"/>
              <a:gd name="connsiteX195" fmla="*/ 1633422 w 6191980"/>
              <a:gd name="connsiteY195" fmla="*/ 5673785 h 6184462"/>
              <a:gd name="connsiteX196" fmla="*/ 1597750 w 6191980"/>
              <a:gd name="connsiteY196" fmla="*/ 5628725 h 6184462"/>
              <a:gd name="connsiteX197" fmla="*/ 1560199 w 6191980"/>
              <a:gd name="connsiteY197" fmla="*/ 5585543 h 6184462"/>
              <a:gd name="connsiteX198" fmla="*/ 1517016 w 6191980"/>
              <a:gd name="connsiteY198" fmla="*/ 5547992 h 6184462"/>
              <a:gd name="connsiteX199" fmla="*/ 1475711 w 6191980"/>
              <a:gd name="connsiteY199" fmla="*/ 5514197 h 6184462"/>
              <a:gd name="connsiteX200" fmla="*/ 1428774 w 6191980"/>
              <a:gd name="connsiteY200" fmla="*/ 5487914 h 6184462"/>
              <a:gd name="connsiteX201" fmla="*/ 1378082 w 6191980"/>
              <a:gd name="connsiteY201" fmla="*/ 5465383 h 6184462"/>
              <a:gd name="connsiteX202" fmla="*/ 1323635 w 6191980"/>
              <a:gd name="connsiteY202" fmla="*/ 5446609 h 6184462"/>
              <a:gd name="connsiteX203" fmla="*/ 1267309 w 6191980"/>
              <a:gd name="connsiteY203" fmla="*/ 5429711 h 6184462"/>
              <a:gd name="connsiteX204" fmla="*/ 1210986 w 6191980"/>
              <a:gd name="connsiteY204" fmla="*/ 5414691 h 6184462"/>
              <a:gd name="connsiteX205" fmla="*/ 1152783 w 6191980"/>
              <a:gd name="connsiteY205" fmla="*/ 5399670 h 6184462"/>
              <a:gd name="connsiteX206" fmla="*/ 1098336 w 6191980"/>
              <a:gd name="connsiteY206" fmla="*/ 5382773 h 6184462"/>
              <a:gd name="connsiteX207" fmla="*/ 1043887 w 6191980"/>
              <a:gd name="connsiteY207" fmla="*/ 5363998 h 6184462"/>
              <a:gd name="connsiteX208" fmla="*/ 993197 w 6191980"/>
              <a:gd name="connsiteY208" fmla="*/ 5341467 h 6184462"/>
              <a:gd name="connsiteX209" fmla="*/ 948135 w 6191980"/>
              <a:gd name="connsiteY209" fmla="*/ 5313305 h 6184462"/>
              <a:gd name="connsiteX210" fmla="*/ 906830 w 6191980"/>
              <a:gd name="connsiteY210" fmla="*/ 5279510 h 6184462"/>
              <a:gd name="connsiteX211" fmla="*/ 873037 w 6191980"/>
              <a:gd name="connsiteY211" fmla="*/ 5238207 h 6184462"/>
              <a:gd name="connsiteX212" fmla="*/ 844875 w 6191980"/>
              <a:gd name="connsiteY212" fmla="*/ 5193146 h 6184462"/>
              <a:gd name="connsiteX213" fmla="*/ 822344 w 6191980"/>
              <a:gd name="connsiteY213" fmla="*/ 5142453 h 6184462"/>
              <a:gd name="connsiteX214" fmla="*/ 803570 w 6191980"/>
              <a:gd name="connsiteY214" fmla="*/ 5088007 h 6184462"/>
              <a:gd name="connsiteX215" fmla="*/ 786672 w 6191980"/>
              <a:gd name="connsiteY215" fmla="*/ 5033560 h 6184462"/>
              <a:gd name="connsiteX216" fmla="*/ 771652 w 6191980"/>
              <a:gd name="connsiteY216" fmla="*/ 4975357 h 6184462"/>
              <a:gd name="connsiteX217" fmla="*/ 756631 w 6191980"/>
              <a:gd name="connsiteY217" fmla="*/ 4919033 h 6184462"/>
              <a:gd name="connsiteX218" fmla="*/ 739734 w 6191980"/>
              <a:gd name="connsiteY218" fmla="*/ 4862708 h 6184462"/>
              <a:gd name="connsiteX219" fmla="*/ 720959 w 6191980"/>
              <a:gd name="connsiteY219" fmla="*/ 4808259 h 6184462"/>
              <a:gd name="connsiteX220" fmla="*/ 698428 w 6191980"/>
              <a:gd name="connsiteY220" fmla="*/ 4757566 h 6184462"/>
              <a:gd name="connsiteX221" fmla="*/ 672143 w 6191980"/>
              <a:gd name="connsiteY221" fmla="*/ 4710630 h 6184462"/>
              <a:gd name="connsiteX222" fmla="*/ 638351 w 6191980"/>
              <a:gd name="connsiteY222" fmla="*/ 4669325 h 6184462"/>
              <a:gd name="connsiteX223" fmla="*/ 600799 w 6191980"/>
              <a:gd name="connsiteY223" fmla="*/ 4626142 h 6184462"/>
              <a:gd name="connsiteX224" fmla="*/ 557617 w 6191980"/>
              <a:gd name="connsiteY224" fmla="*/ 4588593 h 6184462"/>
              <a:gd name="connsiteX225" fmla="*/ 510678 w 6191980"/>
              <a:gd name="connsiteY225" fmla="*/ 4552921 h 6184462"/>
              <a:gd name="connsiteX226" fmla="*/ 463742 w 6191980"/>
              <a:gd name="connsiteY226" fmla="*/ 4517249 h 6184462"/>
              <a:gd name="connsiteX227" fmla="*/ 416805 w 6191980"/>
              <a:gd name="connsiteY227" fmla="*/ 4481577 h 6184462"/>
              <a:gd name="connsiteX228" fmla="*/ 371744 w 6191980"/>
              <a:gd name="connsiteY228" fmla="*/ 4445903 h 6184462"/>
              <a:gd name="connsiteX229" fmla="*/ 328562 w 6191980"/>
              <a:gd name="connsiteY229" fmla="*/ 4406477 h 6184462"/>
              <a:gd name="connsiteX230" fmla="*/ 291012 w 6191980"/>
              <a:gd name="connsiteY230" fmla="*/ 4367050 h 6184462"/>
              <a:gd name="connsiteX231" fmla="*/ 259096 w 6191980"/>
              <a:gd name="connsiteY231" fmla="*/ 4321989 h 6184462"/>
              <a:gd name="connsiteX232" fmla="*/ 234689 w 6191980"/>
              <a:gd name="connsiteY232" fmla="*/ 4275053 h 6184462"/>
              <a:gd name="connsiteX233" fmla="*/ 217791 w 6191980"/>
              <a:gd name="connsiteY233" fmla="*/ 4218729 h 6184462"/>
              <a:gd name="connsiteX234" fmla="*/ 210281 w 6191980"/>
              <a:gd name="connsiteY234" fmla="*/ 4160526 h 6184462"/>
              <a:gd name="connsiteX235" fmla="*/ 208402 w 6191980"/>
              <a:gd name="connsiteY235" fmla="*/ 4100444 h 6184462"/>
              <a:gd name="connsiteX236" fmla="*/ 214035 w 6191980"/>
              <a:gd name="connsiteY236" fmla="*/ 4036610 h 6184462"/>
              <a:gd name="connsiteX237" fmla="*/ 221545 w 6191980"/>
              <a:gd name="connsiteY237" fmla="*/ 3972776 h 6184462"/>
              <a:gd name="connsiteX238" fmla="*/ 230932 w 6191980"/>
              <a:gd name="connsiteY238" fmla="*/ 3908940 h 6184462"/>
              <a:gd name="connsiteX239" fmla="*/ 238443 w 6191980"/>
              <a:gd name="connsiteY239" fmla="*/ 3845106 h 6184462"/>
              <a:gd name="connsiteX240" fmla="*/ 242199 w 6191980"/>
              <a:gd name="connsiteY240" fmla="*/ 3781272 h 6184462"/>
              <a:gd name="connsiteX241" fmla="*/ 242199 w 6191980"/>
              <a:gd name="connsiteY241" fmla="*/ 3719313 h 6184462"/>
              <a:gd name="connsiteX242" fmla="*/ 234689 w 6191980"/>
              <a:gd name="connsiteY242" fmla="*/ 3661113 h 6184462"/>
              <a:gd name="connsiteX243" fmla="*/ 219668 w 6191980"/>
              <a:gd name="connsiteY243" fmla="*/ 3602910 h 6184462"/>
              <a:gd name="connsiteX244" fmla="*/ 197138 w 6191980"/>
              <a:gd name="connsiteY244" fmla="*/ 3548461 h 6184462"/>
              <a:gd name="connsiteX245" fmla="*/ 168976 w 6191980"/>
              <a:gd name="connsiteY245" fmla="*/ 3492137 h 6184462"/>
              <a:gd name="connsiteX246" fmla="*/ 137057 w 6191980"/>
              <a:gd name="connsiteY246" fmla="*/ 3435814 h 6184462"/>
              <a:gd name="connsiteX247" fmla="*/ 103264 w 6191980"/>
              <a:gd name="connsiteY247" fmla="*/ 3379488 h 6184462"/>
              <a:gd name="connsiteX248" fmla="*/ 71346 w 6191980"/>
              <a:gd name="connsiteY248" fmla="*/ 3325039 h 6184462"/>
              <a:gd name="connsiteX249" fmla="*/ 43182 w 6191980"/>
              <a:gd name="connsiteY249" fmla="*/ 3266839 h 6184462"/>
              <a:gd name="connsiteX250" fmla="*/ 20654 w 6191980"/>
              <a:gd name="connsiteY250" fmla="*/ 3210513 h 6184462"/>
              <a:gd name="connsiteX251" fmla="*/ 5634 w 6191980"/>
              <a:gd name="connsiteY251" fmla="*/ 3152310 h 6184462"/>
              <a:gd name="connsiteX252" fmla="*/ 0 w 6191980"/>
              <a:gd name="connsiteY252" fmla="*/ 3092230 h 6184462"/>
              <a:gd name="connsiteX253" fmla="*/ 5634 w 6191980"/>
              <a:gd name="connsiteY253" fmla="*/ 3032152 h 6184462"/>
              <a:gd name="connsiteX254" fmla="*/ 20654 w 6191980"/>
              <a:gd name="connsiteY254" fmla="*/ 2973950 h 6184462"/>
              <a:gd name="connsiteX255" fmla="*/ 43182 w 6191980"/>
              <a:gd name="connsiteY255" fmla="*/ 2917624 h 6184462"/>
              <a:gd name="connsiteX256" fmla="*/ 71346 w 6191980"/>
              <a:gd name="connsiteY256" fmla="*/ 2859423 h 6184462"/>
              <a:gd name="connsiteX257" fmla="*/ 103264 w 6191980"/>
              <a:gd name="connsiteY257" fmla="*/ 2804974 h 6184462"/>
              <a:gd name="connsiteX258" fmla="*/ 137057 w 6191980"/>
              <a:gd name="connsiteY258" fmla="*/ 2748651 h 6184462"/>
              <a:gd name="connsiteX259" fmla="*/ 168976 w 6191980"/>
              <a:gd name="connsiteY259" fmla="*/ 2692325 h 6184462"/>
              <a:gd name="connsiteX260" fmla="*/ 197138 w 6191980"/>
              <a:gd name="connsiteY260" fmla="*/ 2636001 h 6184462"/>
              <a:gd name="connsiteX261" fmla="*/ 219668 w 6191980"/>
              <a:gd name="connsiteY261" fmla="*/ 2581552 h 6184462"/>
              <a:gd name="connsiteX262" fmla="*/ 234689 w 6191980"/>
              <a:gd name="connsiteY262" fmla="*/ 2523350 h 6184462"/>
              <a:gd name="connsiteX263" fmla="*/ 242199 w 6191980"/>
              <a:gd name="connsiteY263" fmla="*/ 2465149 h 6184462"/>
              <a:gd name="connsiteX264" fmla="*/ 242199 w 6191980"/>
              <a:gd name="connsiteY264" fmla="*/ 2403192 h 6184462"/>
              <a:gd name="connsiteX265" fmla="*/ 238443 w 6191980"/>
              <a:gd name="connsiteY265" fmla="*/ 2339356 h 6184462"/>
              <a:gd name="connsiteX266" fmla="*/ 230932 w 6191980"/>
              <a:gd name="connsiteY266" fmla="*/ 2275522 h 6184462"/>
              <a:gd name="connsiteX267" fmla="*/ 221545 w 6191980"/>
              <a:gd name="connsiteY267" fmla="*/ 2211686 h 6184462"/>
              <a:gd name="connsiteX268" fmla="*/ 214035 w 6191980"/>
              <a:gd name="connsiteY268" fmla="*/ 2147852 h 6184462"/>
              <a:gd name="connsiteX269" fmla="*/ 208402 w 6191980"/>
              <a:gd name="connsiteY269" fmla="*/ 2084018 h 6184462"/>
              <a:gd name="connsiteX270" fmla="*/ 210281 w 6191980"/>
              <a:gd name="connsiteY270" fmla="*/ 2023938 h 6184462"/>
              <a:gd name="connsiteX271" fmla="*/ 217791 w 6191980"/>
              <a:gd name="connsiteY271" fmla="*/ 1965736 h 6184462"/>
              <a:gd name="connsiteX272" fmla="*/ 234689 w 6191980"/>
              <a:gd name="connsiteY272" fmla="*/ 1909410 h 6184462"/>
              <a:gd name="connsiteX273" fmla="*/ 259096 w 6191980"/>
              <a:gd name="connsiteY273" fmla="*/ 1862474 h 6184462"/>
              <a:gd name="connsiteX274" fmla="*/ 291012 w 6191980"/>
              <a:gd name="connsiteY274" fmla="*/ 1817414 h 6184462"/>
              <a:gd name="connsiteX275" fmla="*/ 328562 w 6191980"/>
              <a:gd name="connsiteY275" fmla="*/ 1777986 h 6184462"/>
              <a:gd name="connsiteX276" fmla="*/ 371744 w 6191980"/>
              <a:gd name="connsiteY276" fmla="*/ 1738560 h 6184462"/>
              <a:gd name="connsiteX277" fmla="*/ 416805 w 6191980"/>
              <a:gd name="connsiteY277" fmla="*/ 1702885 h 6184462"/>
              <a:gd name="connsiteX278" fmla="*/ 463742 w 6191980"/>
              <a:gd name="connsiteY278" fmla="*/ 1667213 h 6184462"/>
              <a:gd name="connsiteX279" fmla="*/ 510678 w 6191980"/>
              <a:gd name="connsiteY279" fmla="*/ 1631541 h 6184462"/>
              <a:gd name="connsiteX280" fmla="*/ 557617 w 6191980"/>
              <a:gd name="connsiteY280" fmla="*/ 1595869 h 6184462"/>
              <a:gd name="connsiteX281" fmla="*/ 600799 w 6191980"/>
              <a:gd name="connsiteY281" fmla="*/ 1558320 h 6184462"/>
              <a:gd name="connsiteX282" fmla="*/ 638351 w 6191980"/>
              <a:gd name="connsiteY282" fmla="*/ 1515138 h 6184462"/>
              <a:gd name="connsiteX283" fmla="*/ 672143 w 6191980"/>
              <a:gd name="connsiteY283" fmla="*/ 1473832 h 6184462"/>
              <a:gd name="connsiteX284" fmla="*/ 698428 w 6191980"/>
              <a:gd name="connsiteY284" fmla="*/ 1426896 h 6184462"/>
              <a:gd name="connsiteX285" fmla="*/ 720959 w 6191980"/>
              <a:gd name="connsiteY285" fmla="*/ 1376203 h 6184462"/>
              <a:gd name="connsiteX286" fmla="*/ 739734 w 6191980"/>
              <a:gd name="connsiteY286" fmla="*/ 1321755 h 6184462"/>
              <a:gd name="connsiteX287" fmla="*/ 756631 w 6191980"/>
              <a:gd name="connsiteY287" fmla="*/ 1265429 h 6184462"/>
              <a:gd name="connsiteX288" fmla="*/ 771652 w 6191980"/>
              <a:gd name="connsiteY288" fmla="*/ 1209105 h 6184462"/>
              <a:gd name="connsiteX289" fmla="*/ 786672 w 6191980"/>
              <a:gd name="connsiteY289" fmla="*/ 1150903 h 6184462"/>
              <a:gd name="connsiteX290" fmla="*/ 803570 w 6191980"/>
              <a:gd name="connsiteY290" fmla="*/ 1096456 h 6184462"/>
              <a:gd name="connsiteX291" fmla="*/ 822344 w 6191980"/>
              <a:gd name="connsiteY291" fmla="*/ 1042007 h 6184462"/>
              <a:gd name="connsiteX292" fmla="*/ 844875 w 6191980"/>
              <a:gd name="connsiteY292" fmla="*/ 991317 h 6184462"/>
              <a:gd name="connsiteX293" fmla="*/ 873037 w 6191980"/>
              <a:gd name="connsiteY293" fmla="*/ 946257 h 6184462"/>
              <a:gd name="connsiteX294" fmla="*/ 906830 w 6191980"/>
              <a:gd name="connsiteY294" fmla="*/ 904952 h 6184462"/>
              <a:gd name="connsiteX295" fmla="*/ 948135 w 6191980"/>
              <a:gd name="connsiteY295" fmla="*/ 871157 h 6184462"/>
              <a:gd name="connsiteX296" fmla="*/ 993197 w 6191980"/>
              <a:gd name="connsiteY296" fmla="*/ 842995 h 6184462"/>
              <a:gd name="connsiteX297" fmla="*/ 1043887 w 6191980"/>
              <a:gd name="connsiteY297" fmla="*/ 820464 h 6184462"/>
              <a:gd name="connsiteX298" fmla="*/ 1098336 w 6191980"/>
              <a:gd name="connsiteY298" fmla="*/ 801690 h 6184462"/>
              <a:gd name="connsiteX299" fmla="*/ 1152783 w 6191980"/>
              <a:gd name="connsiteY299" fmla="*/ 784792 h 6184462"/>
              <a:gd name="connsiteX300" fmla="*/ 1210986 w 6191980"/>
              <a:gd name="connsiteY300" fmla="*/ 769772 h 6184462"/>
              <a:gd name="connsiteX301" fmla="*/ 1267309 w 6191980"/>
              <a:gd name="connsiteY301" fmla="*/ 754751 h 6184462"/>
              <a:gd name="connsiteX302" fmla="*/ 1323635 w 6191980"/>
              <a:gd name="connsiteY302" fmla="*/ 737854 h 6184462"/>
              <a:gd name="connsiteX303" fmla="*/ 1378082 w 6191980"/>
              <a:gd name="connsiteY303" fmla="*/ 719079 h 6184462"/>
              <a:gd name="connsiteX304" fmla="*/ 1428774 w 6191980"/>
              <a:gd name="connsiteY304" fmla="*/ 696549 h 6184462"/>
              <a:gd name="connsiteX305" fmla="*/ 1475711 w 6191980"/>
              <a:gd name="connsiteY305" fmla="*/ 670266 h 6184462"/>
              <a:gd name="connsiteX306" fmla="*/ 1517016 w 6191980"/>
              <a:gd name="connsiteY306" fmla="*/ 636471 h 6184462"/>
              <a:gd name="connsiteX307" fmla="*/ 1560199 w 6191980"/>
              <a:gd name="connsiteY307" fmla="*/ 598919 h 6184462"/>
              <a:gd name="connsiteX308" fmla="*/ 1597750 w 6191980"/>
              <a:gd name="connsiteY308" fmla="*/ 555737 h 6184462"/>
              <a:gd name="connsiteX309" fmla="*/ 1633422 w 6191980"/>
              <a:gd name="connsiteY309" fmla="*/ 510678 h 6184462"/>
              <a:gd name="connsiteX310" fmla="*/ 1669094 w 6191980"/>
              <a:gd name="connsiteY310" fmla="*/ 463741 h 6184462"/>
              <a:gd name="connsiteX311" fmla="*/ 1704766 w 6191980"/>
              <a:gd name="connsiteY311" fmla="*/ 416803 h 6184462"/>
              <a:gd name="connsiteX312" fmla="*/ 1740438 w 6191980"/>
              <a:gd name="connsiteY312" fmla="*/ 371743 h 6184462"/>
              <a:gd name="connsiteX313" fmla="*/ 1779867 w 6191980"/>
              <a:gd name="connsiteY313" fmla="*/ 328561 h 6184462"/>
              <a:gd name="connsiteX314" fmla="*/ 1819293 w 6191980"/>
              <a:gd name="connsiteY314" fmla="*/ 291012 h 6184462"/>
              <a:gd name="connsiteX315" fmla="*/ 1864354 w 6191980"/>
              <a:gd name="connsiteY315" fmla="*/ 259094 h 6184462"/>
              <a:gd name="connsiteX316" fmla="*/ 1911291 w 6191980"/>
              <a:gd name="connsiteY316" fmla="*/ 234686 h 6184462"/>
              <a:gd name="connsiteX317" fmla="*/ 1967617 w 6191980"/>
              <a:gd name="connsiteY317" fmla="*/ 217789 h 6184462"/>
              <a:gd name="connsiteX318" fmla="*/ 2025819 w 6191980"/>
              <a:gd name="connsiteY318" fmla="*/ 210279 h 6184462"/>
              <a:gd name="connsiteX319" fmla="*/ 2085897 w 6191980"/>
              <a:gd name="connsiteY319" fmla="*/ 208401 h 6184462"/>
              <a:gd name="connsiteX320" fmla="*/ 2149731 w 6191980"/>
              <a:gd name="connsiteY320" fmla="*/ 214035 h 6184462"/>
              <a:gd name="connsiteX321" fmla="*/ 2213567 w 6191980"/>
              <a:gd name="connsiteY321" fmla="*/ 221545 h 6184462"/>
              <a:gd name="connsiteX322" fmla="*/ 2277403 w 6191980"/>
              <a:gd name="connsiteY322" fmla="*/ 230932 h 6184462"/>
              <a:gd name="connsiteX323" fmla="*/ 2341237 w 6191980"/>
              <a:gd name="connsiteY323" fmla="*/ 238443 h 6184462"/>
              <a:gd name="connsiteX324" fmla="*/ 2405071 w 6191980"/>
              <a:gd name="connsiteY324" fmla="*/ 242197 h 6184462"/>
              <a:gd name="connsiteX325" fmla="*/ 2467030 w 6191980"/>
              <a:gd name="connsiteY325" fmla="*/ 242197 h 6184462"/>
              <a:gd name="connsiteX326" fmla="*/ 2525233 w 6191980"/>
              <a:gd name="connsiteY326" fmla="*/ 234686 h 6184462"/>
              <a:gd name="connsiteX327" fmla="*/ 2583436 w 6191980"/>
              <a:gd name="connsiteY327" fmla="*/ 219666 h 6184462"/>
              <a:gd name="connsiteX328" fmla="*/ 2639760 w 6191980"/>
              <a:gd name="connsiteY328" fmla="*/ 197137 h 6184462"/>
              <a:gd name="connsiteX329" fmla="*/ 2696083 w 6191980"/>
              <a:gd name="connsiteY329" fmla="*/ 167096 h 6184462"/>
              <a:gd name="connsiteX330" fmla="*/ 2752409 w 6191980"/>
              <a:gd name="connsiteY330" fmla="*/ 137057 h 6184462"/>
              <a:gd name="connsiteX331" fmla="*/ 2808733 w 6191980"/>
              <a:gd name="connsiteY331" fmla="*/ 103262 h 6184462"/>
              <a:gd name="connsiteX332" fmla="*/ 2863182 w 6191980"/>
              <a:gd name="connsiteY332" fmla="*/ 71344 h 6184462"/>
              <a:gd name="connsiteX333" fmla="*/ 2921385 w 6191980"/>
              <a:gd name="connsiteY333" fmla="*/ 43182 h 6184462"/>
              <a:gd name="connsiteX334" fmla="*/ 2977708 w 6191980"/>
              <a:gd name="connsiteY334" fmla="*/ 20652 h 6184462"/>
              <a:gd name="connsiteX335" fmla="*/ 3035911 w 6191980"/>
              <a:gd name="connsiteY335" fmla="*/ 5631 h 6184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</a:cxnLst>
            <a:rect l="l" t="t" r="r" b="b"/>
            <a:pathLst>
              <a:path w="6191980" h="6184462">
                <a:moveTo>
                  <a:pt x="3095991" y="0"/>
                </a:moveTo>
                <a:lnTo>
                  <a:pt x="3156069" y="5631"/>
                </a:lnTo>
                <a:lnTo>
                  <a:pt x="3214272" y="20652"/>
                </a:lnTo>
                <a:lnTo>
                  <a:pt x="3270598" y="43182"/>
                </a:lnTo>
                <a:lnTo>
                  <a:pt x="3328798" y="71344"/>
                </a:lnTo>
                <a:lnTo>
                  <a:pt x="3383247" y="103262"/>
                </a:lnTo>
                <a:lnTo>
                  <a:pt x="3439573" y="137057"/>
                </a:lnTo>
                <a:lnTo>
                  <a:pt x="3495897" y="167096"/>
                </a:lnTo>
                <a:lnTo>
                  <a:pt x="3552221" y="197137"/>
                </a:lnTo>
                <a:lnTo>
                  <a:pt x="3606669" y="219666"/>
                </a:lnTo>
                <a:lnTo>
                  <a:pt x="3666749" y="234686"/>
                </a:lnTo>
                <a:lnTo>
                  <a:pt x="3724950" y="242197"/>
                </a:lnTo>
                <a:lnTo>
                  <a:pt x="3786907" y="242197"/>
                </a:lnTo>
                <a:lnTo>
                  <a:pt x="3850743" y="238443"/>
                </a:lnTo>
                <a:lnTo>
                  <a:pt x="3914577" y="230932"/>
                </a:lnTo>
                <a:lnTo>
                  <a:pt x="3978413" y="221545"/>
                </a:lnTo>
                <a:lnTo>
                  <a:pt x="4042247" y="214035"/>
                </a:lnTo>
                <a:lnTo>
                  <a:pt x="4106083" y="208401"/>
                </a:lnTo>
                <a:lnTo>
                  <a:pt x="4166161" y="210279"/>
                </a:lnTo>
                <a:lnTo>
                  <a:pt x="4224364" y="217789"/>
                </a:lnTo>
                <a:lnTo>
                  <a:pt x="4280690" y="234686"/>
                </a:lnTo>
                <a:lnTo>
                  <a:pt x="4327628" y="259094"/>
                </a:lnTo>
                <a:lnTo>
                  <a:pt x="4372686" y="291012"/>
                </a:lnTo>
                <a:lnTo>
                  <a:pt x="4412114" y="328561"/>
                </a:lnTo>
                <a:lnTo>
                  <a:pt x="4451542" y="371743"/>
                </a:lnTo>
                <a:lnTo>
                  <a:pt x="4487214" y="416803"/>
                </a:lnTo>
                <a:lnTo>
                  <a:pt x="4522886" y="463741"/>
                </a:lnTo>
                <a:lnTo>
                  <a:pt x="4558559" y="510678"/>
                </a:lnTo>
                <a:lnTo>
                  <a:pt x="4594231" y="555737"/>
                </a:lnTo>
                <a:lnTo>
                  <a:pt x="4631782" y="598919"/>
                </a:lnTo>
                <a:lnTo>
                  <a:pt x="4674964" y="636471"/>
                </a:lnTo>
                <a:lnTo>
                  <a:pt x="4716270" y="670266"/>
                </a:lnTo>
                <a:lnTo>
                  <a:pt x="4763206" y="696549"/>
                </a:lnTo>
                <a:lnTo>
                  <a:pt x="4813899" y="719079"/>
                </a:lnTo>
                <a:lnTo>
                  <a:pt x="4868345" y="737854"/>
                </a:lnTo>
                <a:lnTo>
                  <a:pt x="4924669" y="754751"/>
                </a:lnTo>
                <a:lnTo>
                  <a:pt x="4980995" y="769772"/>
                </a:lnTo>
                <a:lnTo>
                  <a:pt x="5039198" y="784792"/>
                </a:lnTo>
                <a:lnTo>
                  <a:pt x="5093644" y="801690"/>
                </a:lnTo>
                <a:lnTo>
                  <a:pt x="5148091" y="820464"/>
                </a:lnTo>
                <a:lnTo>
                  <a:pt x="5198784" y="842995"/>
                </a:lnTo>
                <a:lnTo>
                  <a:pt x="5243845" y="871157"/>
                </a:lnTo>
                <a:lnTo>
                  <a:pt x="5285151" y="904952"/>
                </a:lnTo>
                <a:lnTo>
                  <a:pt x="5318944" y="946257"/>
                </a:lnTo>
                <a:lnTo>
                  <a:pt x="5347108" y="991317"/>
                </a:lnTo>
                <a:lnTo>
                  <a:pt x="5369636" y="1042007"/>
                </a:lnTo>
                <a:lnTo>
                  <a:pt x="5388410" y="1096456"/>
                </a:lnTo>
                <a:lnTo>
                  <a:pt x="5405308" y="1150903"/>
                </a:lnTo>
                <a:lnTo>
                  <a:pt x="5420328" y="1209105"/>
                </a:lnTo>
                <a:lnTo>
                  <a:pt x="5435349" y="1265429"/>
                </a:lnTo>
                <a:lnTo>
                  <a:pt x="5452246" y="1321755"/>
                </a:lnTo>
                <a:lnTo>
                  <a:pt x="5471021" y="1376203"/>
                </a:lnTo>
                <a:lnTo>
                  <a:pt x="5493550" y="1426896"/>
                </a:lnTo>
                <a:lnTo>
                  <a:pt x="5519836" y="1473832"/>
                </a:lnTo>
                <a:lnTo>
                  <a:pt x="5553632" y="1515138"/>
                </a:lnTo>
                <a:lnTo>
                  <a:pt x="5591181" y="1558320"/>
                </a:lnTo>
                <a:lnTo>
                  <a:pt x="5634364" y="1595869"/>
                </a:lnTo>
                <a:lnTo>
                  <a:pt x="5679425" y="1631541"/>
                </a:lnTo>
                <a:lnTo>
                  <a:pt x="5728238" y="1667213"/>
                </a:lnTo>
                <a:lnTo>
                  <a:pt x="5775175" y="1702885"/>
                </a:lnTo>
                <a:lnTo>
                  <a:pt x="5820236" y="1738560"/>
                </a:lnTo>
                <a:lnTo>
                  <a:pt x="5863416" y="1777986"/>
                </a:lnTo>
                <a:lnTo>
                  <a:pt x="5900968" y="1817414"/>
                </a:lnTo>
                <a:lnTo>
                  <a:pt x="5932886" y="1862474"/>
                </a:lnTo>
                <a:lnTo>
                  <a:pt x="5957294" y="1909410"/>
                </a:lnTo>
                <a:lnTo>
                  <a:pt x="5974191" y="1965736"/>
                </a:lnTo>
                <a:lnTo>
                  <a:pt x="5981700" y="2023938"/>
                </a:lnTo>
                <a:lnTo>
                  <a:pt x="5983578" y="2084018"/>
                </a:lnTo>
                <a:lnTo>
                  <a:pt x="5977945" y="2147852"/>
                </a:lnTo>
                <a:lnTo>
                  <a:pt x="5970435" y="2211686"/>
                </a:lnTo>
                <a:lnTo>
                  <a:pt x="5961048" y="2275522"/>
                </a:lnTo>
                <a:lnTo>
                  <a:pt x="5953538" y="2339356"/>
                </a:lnTo>
                <a:lnTo>
                  <a:pt x="5949784" y="2403192"/>
                </a:lnTo>
                <a:lnTo>
                  <a:pt x="5949784" y="2465149"/>
                </a:lnTo>
                <a:lnTo>
                  <a:pt x="5957294" y="2523350"/>
                </a:lnTo>
                <a:lnTo>
                  <a:pt x="5972312" y="2581552"/>
                </a:lnTo>
                <a:lnTo>
                  <a:pt x="5994843" y="2636001"/>
                </a:lnTo>
                <a:lnTo>
                  <a:pt x="6024884" y="2692325"/>
                </a:lnTo>
                <a:lnTo>
                  <a:pt x="6054922" y="2748651"/>
                </a:lnTo>
                <a:lnTo>
                  <a:pt x="6088718" y="2804974"/>
                </a:lnTo>
                <a:lnTo>
                  <a:pt x="6120634" y="2859423"/>
                </a:lnTo>
                <a:lnTo>
                  <a:pt x="6148798" y="2917624"/>
                </a:lnTo>
                <a:lnTo>
                  <a:pt x="6171326" y="2973950"/>
                </a:lnTo>
                <a:lnTo>
                  <a:pt x="6186347" y="3032152"/>
                </a:lnTo>
                <a:lnTo>
                  <a:pt x="6191980" y="3092230"/>
                </a:lnTo>
                <a:lnTo>
                  <a:pt x="6186347" y="3152310"/>
                </a:lnTo>
                <a:lnTo>
                  <a:pt x="6171326" y="3210513"/>
                </a:lnTo>
                <a:lnTo>
                  <a:pt x="6148798" y="3266839"/>
                </a:lnTo>
                <a:lnTo>
                  <a:pt x="6120634" y="3325039"/>
                </a:lnTo>
                <a:lnTo>
                  <a:pt x="6088718" y="3379488"/>
                </a:lnTo>
                <a:lnTo>
                  <a:pt x="6054922" y="3435814"/>
                </a:lnTo>
                <a:lnTo>
                  <a:pt x="6024884" y="3492137"/>
                </a:lnTo>
                <a:lnTo>
                  <a:pt x="5994843" y="3548461"/>
                </a:lnTo>
                <a:lnTo>
                  <a:pt x="5972312" y="3602910"/>
                </a:lnTo>
                <a:lnTo>
                  <a:pt x="5957294" y="3661113"/>
                </a:lnTo>
                <a:lnTo>
                  <a:pt x="5949784" y="3719313"/>
                </a:lnTo>
                <a:lnTo>
                  <a:pt x="5949784" y="3781272"/>
                </a:lnTo>
                <a:lnTo>
                  <a:pt x="5953538" y="3845106"/>
                </a:lnTo>
                <a:lnTo>
                  <a:pt x="5961048" y="3908940"/>
                </a:lnTo>
                <a:lnTo>
                  <a:pt x="5970435" y="3972776"/>
                </a:lnTo>
                <a:lnTo>
                  <a:pt x="5977945" y="4036610"/>
                </a:lnTo>
                <a:lnTo>
                  <a:pt x="5983578" y="4100444"/>
                </a:lnTo>
                <a:lnTo>
                  <a:pt x="5981700" y="4160526"/>
                </a:lnTo>
                <a:lnTo>
                  <a:pt x="5974191" y="4218729"/>
                </a:lnTo>
                <a:lnTo>
                  <a:pt x="5957294" y="4275053"/>
                </a:lnTo>
                <a:lnTo>
                  <a:pt x="5932886" y="4321989"/>
                </a:lnTo>
                <a:lnTo>
                  <a:pt x="5900968" y="4367050"/>
                </a:lnTo>
                <a:lnTo>
                  <a:pt x="5863416" y="4406477"/>
                </a:lnTo>
                <a:lnTo>
                  <a:pt x="5820236" y="4445903"/>
                </a:lnTo>
                <a:lnTo>
                  <a:pt x="5775175" y="4481577"/>
                </a:lnTo>
                <a:lnTo>
                  <a:pt x="5728238" y="4517249"/>
                </a:lnTo>
                <a:lnTo>
                  <a:pt x="5679425" y="4552921"/>
                </a:lnTo>
                <a:lnTo>
                  <a:pt x="5634364" y="4588593"/>
                </a:lnTo>
                <a:lnTo>
                  <a:pt x="5591181" y="4626142"/>
                </a:lnTo>
                <a:lnTo>
                  <a:pt x="5553632" y="4669325"/>
                </a:lnTo>
                <a:lnTo>
                  <a:pt x="5519836" y="4710630"/>
                </a:lnTo>
                <a:lnTo>
                  <a:pt x="5493550" y="4757566"/>
                </a:lnTo>
                <a:lnTo>
                  <a:pt x="5471021" y="4808259"/>
                </a:lnTo>
                <a:lnTo>
                  <a:pt x="5452246" y="4862708"/>
                </a:lnTo>
                <a:lnTo>
                  <a:pt x="5435349" y="4919033"/>
                </a:lnTo>
                <a:lnTo>
                  <a:pt x="5420328" y="4975357"/>
                </a:lnTo>
                <a:lnTo>
                  <a:pt x="5405308" y="5033560"/>
                </a:lnTo>
                <a:lnTo>
                  <a:pt x="5388410" y="5088007"/>
                </a:lnTo>
                <a:lnTo>
                  <a:pt x="5369636" y="5142453"/>
                </a:lnTo>
                <a:lnTo>
                  <a:pt x="5347108" y="5193146"/>
                </a:lnTo>
                <a:lnTo>
                  <a:pt x="5318944" y="5238207"/>
                </a:lnTo>
                <a:lnTo>
                  <a:pt x="5285151" y="5279510"/>
                </a:lnTo>
                <a:lnTo>
                  <a:pt x="5243845" y="5313305"/>
                </a:lnTo>
                <a:lnTo>
                  <a:pt x="5198784" y="5341467"/>
                </a:lnTo>
                <a:lnTo>
                  <a:pt x="5148091" y="5363998"/>
                </a:lnTo>
                <a:lnTo>
                  <a:pt x="5093644" y="5382773"/>
                </a:lnTo>
                <a:lnTo>
                  <a:pt x="5039198" y="5399670"/>
                </a:lnTo>
                <a:lnTo>
                  <a:pt x="4980995" y="5414691"/>
                </a:lnTo>
                <a:lnTo>
                  <a:pt x="4924669" y="5429711"/>
                </a:lnTo>
                <a:lnTo>
                  <a:pt x="4868345" y="5446609"/>
                </a:lnTo>
                <a:lnTo>
                  <a:pt x="4813899" y="5465383"/>
                </a:lnTo>
                <a:lnTo>
                  <a:pt x="4763206" y="5487914"/>
                </a:lnTo>
                <a:lnTo>
                  <a:pt x="4716270" y="5514197"/>
                </a:lnTo>
                <a:lnTo>
                  <a:pt x="4674964" y="5547992"/>
                </a:lnTo>
                <a:lnTo>
                  <a:pt x="4631782" y="5585543"/>
                </a:lnTo>
                <a:lnTo>
                  <a:pt x="4594231" y="5628725"/>
                </a:lnTo>
                <a:lnTo>
                  <a:pt x="4558559" y="5673785"/>
                </a:lnTo>
                <a:lnTo>
                  <a:pt x="4522886" y="5720721"/>
                </a:lnTo>
                <a:lnTo>
                  <a:pt x="4487214" y="5767659"/>
                </a:lnTo>
                <a:lnTo>
                  <a:pt x="4451542" y="5812719"/>
                </a:lnTo>
                <a:lnTo>
                  <a:pt x="4412114" y="5855901"/>
                </a:lnTo>
                <a:lnTo>
                  <a:pt x="4372686" y="5893450"/>
                </a:lnTo>
                <a:lnTo>
                  <a:pt x="4327628" y="5925368"/>
                </a:lnTo>
                <a:lnTo>
                  <a:pt x="4280690" y="5949776"/>
                </a:lnTo>
                <a:lnTo>
                  <a:pt x="4224364" y="5966674"/>
                </a:lnTo>
                <a:lnTo>
                  <a:pt x="4166161" y="5974184"/>
                </a:lnTo>
                <a:lnTo>
                  <a:pt x="4106083" y="5976061"/>
                </a:lnTo>
                <a:lnTo>
                  <a:pt x="4042247" y="5970428"/>
                </a:lnTo>
                <a:lnTo>
                  <a:pt x="3978413" y="5962919"/>
                </a:lnTo>
                <a:lnTo>
                  <a:pt x="3914577" y="5953530"/>
                </a:lnTo>
                <a:lnTo>
                  <a:pt x="3850743" y="5946022"/>
                </a:lnTo>
                <a:lnTo>
                  <a:pt x="3786907" y="5942266"/>
                </a:lnTo>
                <a:lnTo>
                  <a:pt x="3724950" y="5942266"/>
                </a:lnTo>
                <a:lnTo>
                  <a:pt x="3666749" y="5949776"/>
                </a:lnTo>
                <a:lnTo>
                  <a:pt x="3606669" y="5964797"/>
                </a:lnTo>
                <a:lnTo>
                  <a:pt x="3552221" y="5987325"/>
                </a:lnTo>
                <a:lnTo>
                  <a:pt x="3495897" y="6017366"/>
                </a:lnTo>
                <a:lnTo>
                  <a:pt x="3439573" y="6047407"/>
                </a:lnTo>
                <a:lnTo>
                  <a:pt x="3383247" y="6081200"/>
                </a:lnTo>
                <a:lnTo>
                  <a:pt x="3328798" y="6113118"/>
                </a:lnTo>
                <a:lnTo>
                  <a:pt x="3270598" y="6141280"/>
                </a:lnTo>
                <a:lnTo>
                  <a:pt x="3214272" y="6163811"/>
                </a:lnTo>
                <a:lnTo>
                  <a:pt x="3156069" y="6178831"/>
                </a:lnTo>
                <a:lnTo>
                  <a:pt x="3095991" y="6184462"/>
                </a:lnTo>
                <a:lnTo>
                  <a:pt x="3035911" y="6178831"/>
                </a:lnTo>
                <a:lnTo>
                  <a:pt x="2977708" y="6163811"/>
                </a:lnTo>
                <a:lnTo>
                  <a:pt x="2921385" y="6141280"/>
                </a:lnTo>
                <a:lnTo>
                  <a:pt x="2863182" y="6113118"/>
                </a:lnTo>
                <a:lnTo>
                  <a:pt x="2808733" y="6081200"/>
                </a:lnTo>
                <a:lnTo>
                  <a:pt x="2752409" y="6047407"/>
                </a:lnTo>
                <a:lnTo>
                  <a:pt x="2696083" y="6017366"/>
                </a:lnTo>
                <a:lnTo>
                  <a:pt x="2639760" y="5987325"/>
                </a:lnTo>
                <a:lnTo>
                  <a:pt x="2583436" y="5964797"/>
                </a:lnTo>
                <a:lnTo>
                  <a:pt x="2525233" y="5949776"/>
                </a:lnTo>
                <a:lnTo>
                  <a:pt x="2467030" y="5942266"/>
                </a:lnTo>
                <a:lnTo>
                  <a:pt x="2405071" y="5942266"/>
                </a:lnTo>
                <a:lnTo>
                  <a:pt x="2341237" y="5946022"/>
                </a:lnTo>
                <a:lnTo>
                  <a:pt x="2277403" y="5953530"/>
                </a:lnTo>
                <a:lnTo>
                  <a:pt x="2213567" y="5962919"/>
                </a:lnTo>
                <a:lnTo>
                  <a:pt x="2149731" y="5970428"/>
                </a:lnTo>
                <a:lnTo>
                  <a:pt x="2085897" y="5976061"/>
                </a:lnTo>
                <a:lnTo>
                  <a:pt x="2025819" y="5974184"/>
                </a:lnTo>
                <a:lnTo>
                  <a:pt x="1967617" y="5966674"/>
                </a:lnTo>
                <a:lnTo>
                  <a:pt x="1911291" y="5949776"/>
                </a:lnTo>
                <a:lnTo>
                  <a:pt x="1864354" y="5925368"/>
                </a:lnTo>
                <a:lnTo>
                  <a:pt x="1819293" y="5893450"/>
                </a:lnTo>
                <a:lnTo>
                  <a:pt x="1779867" y="5855901"/>
                </a:lnTo>
                <a:lnTo>
                  <a:pt x="1740438" y="5812719"/>
                </a:lnTo>
                <a:lnTo>
                  <a:pt x="1704766" y="5767659"/>
                </a:lnTo>
                <a:lnTo>
                  <a:pt x="1669094" y="5720721"/>
                </a:lnTo>
                <a:lnTo>
                  <a:pt x="1633422" y="5673785"/>
                </a:lnTo>
                <a:lnTo>
                  <a:pt x="1597750" y="5628725"/>
                </a:lnTo>
                <a:lnTo>
                  <a:pt x="1560199" y="5585543"/>
                </a:lnTo>
                <a:lnTo>
                  <a:pt x="1517016" y="5547992"/>
                </a:lnTo>
                <a:lnTo>
                  <a:pt x="1475711" y="5514197"/>
                </a:lnTo>
                <a:lnTo>
                  <a:pt x="1428774" y="5487914"/>
                </a:lnTo>
                <a:lnTo>
                  <a:pt x="1378082" y="5465383"/>
                </a:lnTo>
                <a:lnTo>
                  <a:pt x="1323635" y="5446609"/>
                </a:lnTo>
                <a:lnTo>
                  <a:pt x="1267309" y="5429711"/>
                </a:lnTo>
                <a:lnTo>
                  <a:pt x="1210986" y="5414691"/>
                </a:lnTo>
                <a:lnTo>
                  <a:pt x="1152783" y="5399670"/>
                </a:lnTo>
                <a:lnTo>
                  <a:pt x="1098336" y="5382773"/>
                </a:lnTo>
                <a:lnTo>
                  <a:pt x="1043887" y="5363998"/>
                </a:lnTo>
                <a:lnTo>
                  <a:pt x="993197" y="5341467"/>
                </a:lnTo>
                <a:lnTo>
                  <a:pt x="948135" y="5313305"/>
                </a:lnTo>
                <a:lnTo>
                  <a:pt x="906830" y="5279510"/>
                </a:lnTo>
                <a:lnTo>
                  <a:pt x="873037" y="5238207"/>
                </a:lnTo>
                <a:lnTo>
                  <a:pt x="844875" y="5193146"/>
                </a:lnTo>
                <a:lnTo>
                  <a:pt x="822344" y="5142453"/>
                </a:lnTo>
                <a:lnTo>
                  <a:pt x="803570" y="5088007"/>
                </a:lnTo>
                <a:lnTo>
                  <a:pt x="786672" y="5033560"/>
                </a:lnTo>
                <a:lnTo>
                  <a:pt x="771652" y="4975357"/>
                </a:lnTo>
                <a:lnTo>
                  <a:pt x="756631" y="4919033"/>
                </a:lnTo>
                <a:lnTo>
                  <a:pt x="739734" y="4862708"/>
                </a:lnTo>
                <a:lnTo>
                  <a:pt x="720959" y="4808259"/>
                </a:lnTo>
                <a:lnTo>
                  <a:pt x="698428" y="4757566"/>
                </a:lnTo>
                <a:lnTo>
                  <a:pt x="672143" y="4710630"/>
                </a:lnTo>
                <a:lnTo>
                  <a:pt x="638351" y="4669325"/>
                </a:lnTo>
                <a:lnTo>
                  <a:pt x="600799" y="4626142"/>
                </a:lnTo>
                <a:lnTo>
                  <a:pt x="557617" y="4588593"/>
                </a:lnTo>
                <a:lnTo>
                  <a:pt x="510678" y="4552921"/>
                </a:lnTo>
                <a:lnTo>
                  <a:pt x="463742" y="4517249"/>
                </a:lnTo>
                <a:lnTo>
                  <a:pt x="416805" y="4481577"/>
                </a:lnTo>
                <a:lnTo>
                  <a:pt x="371744" y="4445903"/>
                </a:lnTo>
                <a:lnTo>
                  <a:pt x="328562" y="4406477"/>
                </a:lnTo>
                <a:lnTo>
                  <a:pt x="291012" y="4367050"/>
                </a:lnTo>
                <a:lnTo>
                  <a:pt x="259096" y="4321989"/>
                </a:lnTo>
                <a:lnTo>
                  <a:pt x="234689" y="4275053"/>
                </a:lnTo>
                <a:lnTo>
                  <a:pt x="217791" y="4218729"/>
                </a:lnTo>
                <a:lnTo>
                  <a:pt x="210281" y="4160526"/>
                </a:lnTo>
                <a:lnTo>
                  <a:pt x="208402" y="4100444"/>
                </a:lnTo>
                <a:lnTo>
                  <a:pt x="214035" y="4036610"/>
                </a:lnTo>
                <a:lnTo>
                  <a:pt x="221545" y="3972776"/>
                </a:lnTo>
                <a:lnTo>
                  <a:pt x="230932" y="3908940"/>
                </a:lnTo>
                <a:lnTo>
                  <a:pt x="238443" y="3845106"/>
                </a:lnTo>
                <a:lnTo>
                  <a:pt x="242199" y="3781272"/>
                </a:lnTo>
                <a:lnTo>
                  <a:pt x="242199" y="3719313"/>
                </a:lnTo>
                <a:lnTo>
                  <a:pt x="234689" y="3661113"/>
                </a:lnTo>
                <a:lnTo>
                  <a:pt x="219668" y="3602910"/>
                </a:lnTo>
                <a:lnTo>
                  <a:pt x="197138" y="3548461"/>
                </a:lnTo>
                <a:lnTo>
                  <a:pt x="168976" y="3492137"/>
                </a:lnTo>
                <a:lnTo>
                  <a:pt x="137057" y="3435814"/>
                </a:lnTo>
                <a:lnTo>
                  <a:pt x="103264" y="3379488"/>
                </a:lnTo>
                <a:lnTo>
                  <a:pt x="71346" y="3325039"/>
                </a:lnTo>
                <a:lnTo>
                  <a:pt x="43182" y="3266839"/>
                </a:lnTo>
                <a:lnTo>
                  <a:pt x="20654" y="3210513"/>
                </a:lnTo>
                <a:lnTo>
                  <a:pt x="5634" y="3152310"/>
                </a:lnTo>
                <a:lnTo>
                  <a:pt x="0" y="3092230"/>
                </a:lnTo>
                <a:lnTo>
                  <a:pt x="5634" y="3032152"/>
                </a:lnTo>
                <a:lnTo>
                  <a:pt x="20654" y="2973950"/>
                </a:lnTo>
                <a:lnTo>
                  <a:pt x="43182" y="2917624"/>
                </a:lnTo>
                <a:lnTo>
                  <a:pt x="71346" y="2859423"/>
                </a:lnTo>
                <a:lnTo>
                  <a:pt x="103264" y="2804974"/>
                </a:lnTo>
                <a:lnTo>
                  <a:pt x="137057" y="2748651"/>
                </a:lnTo>
                <a:lnTo>
                  <a:pt x="168976" y="2692325"/>
                </a:lnTo>
                <a:lnTo>
                  <a:pt x="197138" y="2636001"/>
                </a:lnTo>
                <a:lnTo>
                  <a:pt x="219668" y="2581552"/>
                </a:lnTo>
                <a:lnTo>
                  <a:pt x="234689" y="2523350"/>
                </a:lnTo>
                <a:lnTo>
                  <a:pt x="242199" y="2465149"/>
                </a:lnTo>
                <a:lnTo>
                  <a:pt x="242199" y="2403192"/>
                </a:lnTo>
                <a:lnTo>
                  <a:pt x="238443" y="2339356"/>
                </a:lnTo>
                <a:lnTo>
                  <a:pt x="230932" y="2275522"/>
                </a:lnTo>
                <a:lnTo>
                  <a:pt x="221545" y="2211686"/>
                </a:lnTo>
                <a:lnTo>
                  <a:pt x="214035" y="2147852"/>
                </a:lnTo>
                <a:lnTo>
                  <a:pt x="208402" y="2084018"/>
                </a:lnTo>
                <a:lnTo>
                  <a:pt x="210281" y="2023938"/>
                </a:lnTo>
                <a:lnTo>
                  <a:pt x="217791" y="1965736"/>
                </a:lnTo>
                <a:lnTo>
                  <a:pt x="234689" y="1909410"/>
                </a:lnTo>
                <a:lnTo>
                  <a:pt x="259096" y="1862474"/>
                </a:lnTo>
                <a:lnTo>
                  <a:pt x="291012" y="1817414"/>
                </a:lnTo>
                <a:lnTo>
                  <a:pt x="328562" y="1777986"/>
                </a:lnTo>
                <a:lnTo>
                  <a:pt x="371744" y="1738560"/>
                </a:lnTo>
                <a:lnTo>
                  <a:pt x="416805" y="1702885"/>
                </a:lnTo>
                <a:lnTo>
                  <a:pt x="463742" y="1667213"/>
                </a:lnTo>
                <a:lnTo>
                  <a:pt x="510678" y="1631541"/>
                </a:lnTo>
                <a:lnTo>
                  <a:pt x="557617" y="1595869"/>
                </a:lnTo>
                <a:lnTo>
                  <a:pt x="600799" y="1558320"/>
                </a:lnTo>
                <a:lnTo>
                  <a:pt x="638351" y="1515138"/>
                </a:lnTo>
                <a:lnTo>
                  <a:pt x="672143" y="1473832"/>
                </a:lnTo>
                <a:lnTo>
                  <a:pt x="698428" y="1426896"/>
                </a:lnTo>
                <a:lnTo>
                  <a:pt x="720959" y="1376203"/>
                </a:lnTo>
                <a:lnTo>
                  <a:pt x="739734" y="1321755"/>
                </a:lnTo>
                <a:lnTo>
                  <a:pt x="756631" y="1265429"/>
                </a:lnTo>
                <a:lnTo>
                  <a:pt x="771652" y="1209105"/>
                </a:lnTo>
                <a:lnTo>
                  <a:pt x="786672" y="1150903"/>
                </a:lnTo>
                <a:lnTo>
                  <a:pt x="803570" y="1096456"/>
                </a:lnTo>
                <a:lnTo>
                  <a:pt x="822344" y="1042007"/>
                </a:lnTo>
                <a:lnTo>
                  <a:pt x="844875" y="991317"/>
                </a:lnTo>
                <a:lnTo>
                  <a:pt x="873037" y="946257"/>
                </a:lnTo>
                <a:lnTo>
                  <a:pt x="906830" y="904952"/>
                </a:lnTo>
                <a:lnTo>
                  <a:pt x="948135" y="871157"/>
                </a:lnTo>
                <a:lnTo>
                  <a:pt x="993197" y="842995"/>
                </a:lnTo>
                <a:lnTo>
                  <a:pt x="1043887" y="820464"/>
                </a:lnTo>
                <a:lnTo>
                  <a:pt x="1098336" y="801690"/>
                </a:lnTo>
                <a:lnTo>
                  <a:pt x="1152783" y="784792"/>
                </a:lnTo>
                <a:lnTo>
                  <a:pt x="1210986" y="769772"/>
                </a:lnTo>
                <a:lnTo>
                  <a:pt x="1267309" y="754751"/>
                </a:lnTo>
                <a:lnTo>
                  <a:pt x="1323635" y="737854"/>
                </a:lnTo>
                <a:lnTo>
                  <a:pt x="1378082" y="719079"/>
                </a:lnTo>
                <a:lnTo>
                  <a:pt x="1428774" y="696549"/>
                </a:lnTo>
                <a:lnTo>
                  <a:pt x="1475711" y="670266"/>
                </a:lnTo>
                <a:lnTo>
                  <a:pt x="1517016" y="636471"/>
                </a:lnTo>
                <a:lnTo>
                  <a:pt x="1560199" y="598919"/>
                </a:lnTo>
                <a:lnTo>
                  <a:pt x="1597750" y="555737"/>
                </a:lnTo>
                <a:lnTo>
                  <a:pt x="1633422" y="510678"/>
                </a:lnTo>
                <a:lnTo>
                  <a:pt x="1669094" y="463741"/>
                </a:lnTo>
                <a:lnTo>
                  <a:pt x="1704766" y="416803"/>
                </a:lnTo>
                <a:lnTo>
                  <a:pt x="1740438" y="371743"/>
                </a:lnTo>
                <a:lnTo>
                  <a:pt x="1779867" y="328561"/>
                </a:lnTo>
                <a:lnTo>
                  <a:pt x="1819293" y="291012"/>
                </a:lnTo>
                <a:lnTo>
                  <a:pt x="1864354" y="259094"/>
                </a:lnTo>
                <a:lnTo>
                  <a:pt x="1911291" y="234686"/>
                </a:lnTo>
                <a:lnTo>
                  <a:pt x="1967617" y="217789"/>
                </a:lnTo>
                <a:lnTo>
                  <a:pt x="2025819" y="210279"/>
                </a:lnTo>
                <a:lnTo>
                  <a:pt x="2085897" y="208401"/>
                </a:lnTo>
                <a:lnTo>
                  <a:pt x="2149731" y="214035"/>
                </a:lnTo>
                <a:lnTo>
                  <a:pt x="2213567" y="221545"/>
                </a:lnTo>
                <a:lnTo>
                  <a:pt x="2277403" y="230932"/>
                </a:lnTo>
                <a:lnTo>
                  <a:pt x="2341237" y="238443"/>
                </a:lnTo>
                <a:lnTo>
                  <a:pt x="2405071" y="242197"/>
                </a:lnTo>
                <a:lnTo>
                  <a:pt x="2467030" y="242197"/>
                </a:lnTo>
                <a:lnTo>
                  <a:pt x="2525233" y="234686"/>
                </a:lnTo>
                <a:lnTo>
                  <a:pt x="2583436" y="219666"/>
                </a:lnTo>
                <a:lnTo>
                  <a:pt x="2639760" y="197137"/>
                </a:lnTo>
                <a:lnTo>
                  <a:pt x="2696083" y="167096"/>
                </a:lnTo>
                <a:lnTo>
                  <a:pt x="2752409" y="137057"/>
                </a:lnTo>
                <a:lnTo>
                  <a:pt x="2808733" y="103262"/>
                </a:lnTo>
                <a:lnTo>
                  <a:pt x="2863182" y="71344"/>
                </a:lnTo>
                <a:lnTo>
                  <a:pt x="2921385" y="43182"/>
                </a:lnTo>
                <a:lnTo>
                  <a:pt x="2977708" y="20652"/>
                </a:lnTo>
                <a:lnTo>
                  <a:pt x="3035911" y="5631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94AF41C3-8948-4210-91C5-1285DC5E9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22704" y="2878172"/>
            <a:ext cx="2281409" cy="2278664"/>
          </a:xfrm>
          <a:custGeom>
            <a:avLst/>
            <a:gdLst>
              <a:gd name="connsiteX0" fmla="*/ 1418354 w 2836707"/>
              <a:gd name="connsiteY0" fmla="*/ 0 h 2833294"/>
              <a:gd name="connsiteX1" fmla="*/ 1445877 w 2836707"/>
              <a:gd name="connsiteY1" fmla="*/ 2580 h 2833294"/>
              <a:gd name="connsiteX2" fmla="*/ 1472542 w 2836707"/>
              <a:gd name="connsiteY2" fmla="*/ 9461 h 2833294"/>
              <a:gd name="connsiteX3" fmla="*/ 1498346 w 2836707"/>
              <a:gd name="connsiteY3" fmla="*/ 19783 h 2833294"/>
              <a:gd name="connsiteX4" fmla="*/ 1525009 w 2836707"/>
              <a:gd name="connsiteY4" fmla="*/ 32685 h 2833294"/>
              <a:gd name="connsiteX5" fmla="*/ 1549954 w 2836707"/>
              <a:gd name="connsiteY5" fmla="*/ 47308 h 2833294"/>
              <a:gd name="connsiteX6" fmla="*/ 1575758 w 2836707"/>
              <a:gd name="connsiteY6" fmla="*/ 62790 h 2833294"/>
              <a:gd name="connsiteX7" fmla="*/ 1601561 w 2836707"/>
              <a:gd name="connsiteY7" fmla="*/ 76552 h 2833294"/>
              <a:gd name="connsiteX8" fmla="*/ 1627365 w 2836707"/>
              <a:gd name="connsiteY8" fmla="*/ 90315 h 2833294"/>
              <a:gd name="connsiteX9" fmla="*/ 1652309 w 2836707"/>
              <a:gd name="connsiteY9" fmla="*/ 100636 h 2833294"/>
              <a:gd name="connsiteX10" fmla="*/ 1679833 w 2836707"/>
              <a:gd name="connsiteY10" fmla="*/ 107517 h 2833294"/>
              <a:gd name="connsiteX11" fmla="*/ 1706497 w 2836707"/>
              <a:gd name="connsiteY11" fmla="*/ 110958 h 2833294"/>
              <a:gd name="connsiteX12" fmla="*/ 1734881 w 2836707"/>
              <a:gd name="connsiteY12" fmla="*/ 110958 h 2833294"/>
              <a:gd name="connsiteX13" fmla="*/ 1764126 w 2836707"/>
              <a:gd name="connsiteY13" fmla="*/ 109238 h 2833294"/>
              <a:gd name="connsiteX14" fmla="*/ 1793370 w 2836707"/>
              <a:gd name="connsiteY14" fmla="*/ 105797 h 2833294"/>
              <a:gd name="connsiteX15" fmla="*/ 1822615 w 2836707"/>
              <a:gd name="connsiteY15" fmla="*/ 101497 h 2833294"/>
              <a:gd name="connsiteX16" fmla="*/ 1851859 w 2836707"/>
              <a:gd name="connsiteY16" fmla="*/ 98056 h 2833294"/>
              <a:gd name="connsiteX17" fmla="*/ 1881104 w 2836707"/>
              <a:gd name="connsiteY17" fmla="*/ 95475 h 2833294"/>
              <a:gd name="connsiteX18" fmla="*/ 1908627 w 2836707"/>
              <a:gd name="connsiteY18" fmla="*/ 96335 h 2833294"/>
              <a:gd name="connsiteX19" fmla="*/ 1935291 w 2836707"/>
              <a:gd name="connsiteY19" fmla="*/ 99776 h 2833294"/>
              <a:gd name="connsiteX20" fmla="*/ 1961095 w 2836707"/>
              <a:gd name="connsiteY20" fmla="*/ 107517 h 2833294"/>
              <a:gd name="connsiteX21" fmla="*/ 1982599 w 2836707"/>
              <a:gd name="connsiteY21" fmla="*/ 118699 h 2833294"/>
              <a:gd name="connsiteX22" fmla="*/ 2003241 w 2836707"/>
              <a:gd name="connsiteY22" fmla="*/ 133322 h 2833294"/>
              <a:gd name="connsiteX23" fmla="*/ 2021304 w 2836707"/>
              <a:gd name="connsiteY23" fmla="*/ 150524 h 2833294"/>
              <a:gd name="connsiteX24" fmla="*/ 2039367 w 2836707"/>
              <a:gd name="connsiteY24" fmla="*/ 170307 h 2833294"/>
              <a:gd name="connsiteX25" fmla="*/ 2055710 w 2836707"/>
              <a:gd name="connsiteY25" fmla="*/ 190950 h 2833294"/>
              <a:gd name="connsiteX26" fmla="*/ 2072052 w 2836707"/>
              <a:gd name="connsiteY26" fmla="*/ 212454 h 2833294"/>
              <a:gd name="connsiteX27" fmla="*/ 2088394 w 2836707"/>
              <a:gd name="connsiteY27" fmla="*/ 233957 h 2833294"/>
              <a:gd name="connsiteX28" fmla="*/ 2104736 w 2836707"/>
              <a:gd name="connsiteY28" fmla="*/ 254601 h 2833294"/>
              <a:gd name="connsiteX29" fmla="*/ 2121940 w 2836707"/>
              <a:gd name="connsiteY29" fmla="*/ 274384 h 2833294"/>
              <a:gd name="connsiteX30" fmla="*/ 2141723 w 2836707"/>
              <a:gd name="connsiteY30" fmla="*/ 291587 h 2833294"/>
              <a:gd name="connsiteX31" fmla="*/ 2160646 w 2836707"/>
              <a:gd name="connsiteY31" fmla="*/ 307070 h 2833294"/>
              <a:gd name="connsiteX32" fmla="*/ 2182149 w 2836707"/>
              <a:gd name="connsiteY32" fmla="*/ 319111 h 2833294"/>
              <a:gd name="connsiteX33" fmla="*/ 2205372 w 2836707"/>
              <a:gd name="connsiteY33" fmla="*/ 329433 h 2833294"/>
              <a:gd name="connsiteX34" fmla="*/ 2230316 w 2836707"/>
              <a:gd name="connsiteY34" fmla="*/ 338034 h 2833294"/>
              <a:gd name="connsiteX35" fmla="*/ 2256119 w 2836707"/>
              <a:gd name="connsiteY35" fmla="*/ 345775 h 2833294"/>
              <a:gd name="connsiteX36" fmla="*/ 2281923 w 2836707"/>
              <a:gd name="connsiteY36" fmla="*/ 352656 h 2833294"/>
              <a:gd name="connsiteX37" fmla="*/ 2308587 w 2836707"/>
              <a:gd name="connsiteY37" fmla="*/ 359538 h 2833294"/>
              <a:gd name="connsiteX38" fmla="*/ 2333531 w 2836707"/>
              <a:gd name="connsiteY38" fmla="*/ 367279 h 2833294"/>
              <a:gd name="connsiteX39" fmla="*/ 2358474 w 2836707"/>
              <a:gd name="connsiteY39" fmla="*/ 375880 h 2833294"/>
              <a:gd name="connsiteX40" fmla="*/ 2381698 w 2836707"/>
              <a:gd name="connsiteY40" fmla="*/ 386202 h 2833294"/>
              <a:gd name="connsiteX41" fmla="*/ 2402342 w 2836707"/>
              <a:gd name="connsiteY41" fmla="*/ 399104 h 2833294"/>
              <a:gd name="connsiteX42" fmla="*/ 2421265 w 2836707"/>
              <a:gd name="connsiteY42" fmla="*/ 414587 h 2833294"/>
              <a:gd name="connsiteX43" fmla="*/ 2436746 w 2836707"/>
              <a:gd name="connsiteY43" fmla="*/ 433510 h 2833294"/>
              <a:gd name="connsiteX44" fmla="*/ 2449649 w 2836707"/>
              <a:gd name="connsiteY44" fmla="*/ 454153 h 2833294"/>
              <a:gd name="connsiteX45" fmla="*/ 2459970 w 2836707"/>
              <a:gd name="connsiteY45" fmla="*/ 477376 h 2833294"/>
              <a:gd name="connsiteX46" fmla="*/ 2468571 w 2836707"/>
              <a:gd name="connsiteY46" fmla="*/ 502321 h 2833294"/>
              <a:gd name="connsiteX47" fmla="*/ 2476312 w 2836707"/>
              <a:gd name="connsiteY47" fmla="*/ 527264 h 2833294"/>
              <a:gd name="connsiteX48" fmla="*/ 2483194 w 2836707"/>
              <a:gd name="connsiteY48" fmla="*/ 553929 h 2833294"/>
              <a:gd name="connsiteX49" fmla="*/ 2490075 w 2836707"/>
              <a:gd name="connsiteY49" fmla="*/ 579732 h 2833294"/>
              <a:gd name="connsiteX50" fmla="*/ 2497816 w 2836707"/>
              <a:gd name="connsiteY50" fmla="*/ 605537 h 2833294"/>
              <a:gd name="connsiteX51" fmla="*/ 2506417 w 2836707"/>
              <a:gd name="connsiteY51" fmla="*/ 630482 h 2833294"/>
              <a:gd name="connsiteX52" fmla="*/ 2516738 w 2836707"/>
              <a:gd name="connsiteY52" fmla="*/ 653705 h 2833294"/>
              <a:gd name="connsiteX53" fmla="*/ 2528781 w 2836707"/>
              <a:gd name="connsiteY53" fmla="*/ 675208 h 2833294"/>
              <a:gd name="connsiteX54" fmla="*/ 2544263 w 2836707"/>
              <a:gd name="connsiteY54" fmla="*/ 694132 h 2833294"/>
              <a:gd name="connsiteX55" fmla="*/ 2561465 w 2836707"/>
              <a:gd name="connsiteY55" fmla="*/ 713915 h 2833294"/>
              <a:gd name="connsiteX56" fmla="*/ 2581248 w 2836707"/>
              <a:gd name="connsiteY56" fmla="*/ 731117 h 2833294"/>
              <a:gd name="connsiteX57" fmla="*/ 2601892 w 2836707"/>
              <a:gd name="connsiteY57" fmla="*/ 747460 h 2833294"/>
              <a:gd name="connsiteX58" fmla="*/ 2624255 w 2836707"/>
              <a:gd name="connsiteY58" fmla="*/ 763802 h 2833294"/>
              <a:gd name="connsiteX59" fmla="*/ 2645758 w 2836707"/>
              <a:gd name="connsiteY59" fmla="*/ 780145 h 2833294"/>
              <a:gd name="connsiteX60" fmla="*/ 2666401 w 2836707"/>
              <a:gd name="connsiteY60" fmla="*/ 796488 h 2833294"/>
              <a:gd name="connsiteX61" fmla="*/ 2686183 w 2836707"/>
              <a:gd name="connsiteY61" fmla="*/ 814551 h 2833294"/>
              <a:gd name="connsiteX62" fmla="*/ 2703387 w 2836707"/>
              <a:gd name="connsiteY62" fmla="*/ 832614 h 2833294"/>
              <a:gd name="connsiteX63" fmla="*/ 2718009 w 2836707"/>
              <a:gd name="connsiteY63" fmla="*/ 853257 h 2833294"/>
              <a:gd name="connsiteX64" fmla="*/ 2729191 w 2836707"/>
              <a:gd name="connsiteY64" fmla="*/ 874760 h 2833294"/>
              <a:gd name="connsiteX65" fmla="*/ 2736932 w 2836707"/>
              <a:gd name="connsiteY65" fmla="*/ 900565 h 2833294"/>
              <a:gd name="connsiteX66" fmla="*/ 2740372 w 2836707"/>
              <a:gd name="connsiteY66" fmla="*/ 927229 h 2833294"/>
              <a:gd name="connsiteX67" fmla="*/ 2741233 w 2836707"/>
              <a:gd name="connsiteY67" fmla="*/ 954754 h 2833294"/>
              <a:gd name="connsiteX68" fmla="*/ 2738652 w 2836707"/>
              <a:gd name="connsiteY68" fmla="*/ 983998 h 2833294"/>
              <a:gd name="connsiteX69" fmla="*/ 2735211 w 2836707"/>
              <a:gd name="connsiteY69" fmla="*/ 1013242 h 2833294"/>
              <a:gd name="connsiteX70" fmla="*/ 2730911 w 2836707"/>
              <a:gd name="connsiteY70" fmla="*/ 1042487 h 2833294"/>
              <a:gd name="connsiteX71" fmla="*/ 2727470 w 2836707"/>
              <a:gd name="connsiteY71" fmla="*/ 1071732 h 2833294"/>
              <a:gd name="connsiteX72" fmla="*/ 2725751 w 2836707"/>
              <a:gd name="connsiteY72" fmla="*/ 1100977 h 2833294"/>
              <a:gd name="connsiteX73" fmla="*/ 2725751 w 2836707"/>
              <a:gd name="connsiteY73" fmla="*/ 1129361 h 2833294"/>
              <a:gd name="connsiteX74" fmla="*/ 2729191 w 2836707"/>
              <a:gd name="connsiteY74" fmla="*/ 1156025 h 2833294"/>
              <a:gd name="connsiteX75" fmla="*/ 2736071 w 2836707"/>
              <a:gd name="connsiteY75" fmla="*/ 1182689 h 2833294"/>
              <a:gd name="connsiteX76" fmla="*/ 2746393 w 2836707"/>
              <a:gd name="connsiteY76" fmla="*/ 1207634 h 2833294"/>
              <a:gd name="connsiteX77" fmla="*/ 2760156 w 2836707"/>
              <a:gd name="connsiteY77" fmla="*/ 1233438 h 2833294"/>
              <a:gd name="connsiteX78" fmla="*/ 2773917 w 2836707"/>
              <a:gd name="connsiteY78" fmla="*/ 1259242 h 2833294"/>
              <a:gd name="connsiteX79" fmla="*/ 2789400 w 2836707"/>
              <a:gd name="connsiteY79" fmla="*/ 1285046 h 2833294"/>
              <a:gd name="connsiteX80" fmla="*/ 2804021 w 2836707"/>
              <a:gd name="connsiteY80" fmla="*/ 1309991 h 2833294"/>
              <a:gd name="connsiteX81" fmla="*/ 2816924 w 2836707"/>
              <a:gd name="connsiteY81" fmla="*/ 1336654 h 2833294"/>
              <a:gd name="connsiteX82" fmla="*/ 2827245 w 2836707"/>
              <a:gd name="connsiteY82" fmla="*/ 1362459 h 2833294"/>
              <a:gd name="connsiteX83" fmla="*/ 2834126 w 2836707"/>
              <a:gd name="connsiteY83" fmla="*/ 1389123 h 2833294"/>
              <a:gd name="connsiteX84" fmla="*/ 2836707 w 2836707"/>
              <a:gd name="connsiteY84" fmla="*/ 1416647 h 2833294"/>
              <a:gd name="connsiteX85" fmla="*/ 2834126 w 2836707"/>
              <a:gd name="connsiteY85" fmla="*/ 1444171 h 2833294"/>
              <a:gd name="connsiteX86" fmla="*/ 2827245 w 2836707"/>
              <a:gd name="connsiteY86" fmla="*/ 1470836 h 2833294"/>
              <a:gd name="connsiteX87" fmla="*/ 2816924 w 2836707"/>
              <a:gd name="connsiteY87" fmla="*/ 1496640 h 2833294"/>
              <a:gd name="connsiteX88" fmla="*/ 2804021 w 2836707"/>
              <a:gd name="connsiteY88" fmla="*/ 1523304 h 2833294"/>
              <a:gd name="connsiteX89" fmla="*/ 2789400 w 2836707"/>
              <a:gd name="connsiteY89" fmla="*/ 1548248 h 2833294"/>
              <a:gd name="connsiteX90" fmla="*/ 2773917 w 2836707"/>
              <a:gd name="connsiteY90" fmla="*/ 1574053 h 2833294"/>
              <a:gd name="connsiteX91" fmla="*/ 2760156 w 2836707"/>
              <a:gd name="connsiteY91" fmla="*/ 1599857 h 2833294"/>
              <a:gd name="connsiteX92" fmla="*/ 2746393 w 2836707"/>
              <a:gd name="connsiteY92" fmla="*/ 1625660 h 2833294"/>
              <a:gd name="connsiteX93" fmla="*/ 2736071 w 2836707"/>
              <a:gd name="connsiteY93" fmla="*/ 1650605 h 2833294"/>
              <a:gd name="connsiteX94" fmla="*/ 2729191 w 2836707"/>
              <a:gd name="connsiteY94" fmla="*/ 1677269 h 2833294"/>
              <a:gd name="connsiteX95" fmla="*/ 2725751 w 2836707"/>
              <a:gd name="connsiteY95" fmla="*/ 1703933 h 2833294"/>
              <a:gd name="connsiteX96" fmla="*/ 2725751 w 2836707"/>
              <a:gd name="connsiteY96" fmla="*/ 1732318 h 2833294"/>
              <a:gd name="connsiteX97" fmla="*/ 2727470 w 2836707"/>
              <a:gd name="connsiteY97" fmla="*/ 1761563 h 2833294"/>
              <a:gd name="connsiteX98" fmla="*/ 2730911 w 2836707"/>
              <a:gd name="connsiteY98" fmla="*/ 1790807 h 2833294"/>
              <a:gd name="connsiteX99" fmla="*/ 2735211 w 2836707"/>
              <a:gd name="connsiteY99" fmla="*/ 1820052 h 2833294"/>
              <a:gd name="connsiteX100" fmla="*/ 2738652 w 2836707"/>
              <a:gd name="connsiteY100" fmla="*/ 1849297 h 2833294"/>
              <a:gd name="connsiteX101" fmla="*/ 2741233 w 2836707"/>
              <a:gd name="connsiteY101" fmla="*/ 1878541 h 2833294"/>
              <a:gd name="connsiteX102" fmla="*/ 2740372 w 2836707"/>
              <a:gd name="connsiteY102" fmla="*/ 1906066 h 2833294"/>
              <a:gd name="connsiteX103" fmla="*/ 2736932 w 2836707"/>
              <a:gd name="connsiteY103" fmla="*/ 1932731 h 2833294"/>
              <a:gd name="connsiteX104" fmla="*/ 2729191 w 2836707"/>
              <a:gd name="connsiteY104" fmla="*/ 1958534 h 2833294"/>
              <a:gd name="connsiteX105" fmla="*/ 2718009 w 2836707"/>
              <a:gd name="connsiteY105" fmla="*/ 1980037 h 2833294"/>
              <a:gd name="connsiteX106" fmla="*/ 2703387 w 2836707"/>
              <a:gd name="connsiteY106" fmla="*/ 2000681 h 2833294"/>
              <a:gd name="connsiteX107" fmla="*/ 2686183 w 2836707"/>
              <a:gd name="connsiteY107" fmla="*/ 2018744 h 2833294"/>
              <a:gd name="connsiteX108" fmla="*/ 2666401 w 2836707"/>
              <a:gd name="connsiteY108" fmla="*/ 2036806 h 2833294"/>
              <a:gd name="connsiteX109" fmla="*/ 2645758 w 2836707"/>
              <a:gd name="connsiteY109" fmla="*/ 2053150 h 2833294"/>
              <a:gd name="connsiteX110" fmla="*/ 2624255 w 2836707"/>
              <a:gd name="connsiteY110" fmla="*/ 2069492 h 2833294"/>
              <a:gd name="connsiteX111" fmla="*/ 2601892 w 2836707"/>
              <a:gd name="connsiteY111" fmla="*/ 2085835 h 2833294"/>
              <a:gd name="connsiteX112" fmla="*/ 2581248 w 2836707"/>
              <a:gd name="connsiteY112" fmla="*/ 2102177 h 2833294"/>
              <a:gd name="connsiteX113" fmla="*/ 2561465 w 2836707"/>
              <a:gd name="connsiteY113" fmla="*/ 2119379 h 2833294"/>
              <a:gd name="connsiteX114" fmla="*/ 2544263 w 2836707"/>
              <a:gd name="connsiteY114" fmla="*/ 2139163 h 2833294"/>
              <a:gd name="connsiteX115" fmla="*/ 2528781 w 2836707"/>
              <a:gd name="connsiteY115" fmla="*/ 2158086 h 2833294"/>
              <a:gd name="connsiteX116" fmla="*/ 2516738 w 2836707"/>
              <a:gd name="connsiteY116" fmla="*/ 2179589 h 2833294"/>
              <a:gd name="connsiteX117" fmla="*/ 2506417 w 2836707"/>
              <a:gd name="connsiteY117" fmla="*/ 2202813 h 2833294"/>
              <a:gd name="connsiteX118" fmla="*/ 2497816 w 2836707"/>
              <a:gd name="connsiteY118" fmla="*/ 2227757 h 2833294"/>
              <a:gd name="connsiteX119" fmla="*/ 2490075 w 2836707"/>
              <a:gd name="connsiteY119" fmla="*/ 2253562 h 2833294"/>
              <a:gd name="connsiteX120" fmla="*/ 2483194 w 2836707"/>
              <a:gd name="connsiteY120" fmla="*/ 2279366 h 2833294"/>
              <a:gd name="connsiteX121" fmla="*/ 2476312 w 2836707"/>
              <a:gd name="connsiteY121" fmla="*/ 2306030 h 2833294"/>
              <a:gd name="connsiteX122" fmla="*/ 2468571 w 2836707"/>
              <a:gd name="connsiteY122" fmla="*/ 2330974 h 2833294"/>
              <a:gd name="connsiteX123" fmla="*/ 2459970 w 2836707"/>
              <a:gd name="connsiteY123" fmla="*/ 2355917 h 2833294"/>
              <a:gd name="connsiteX124" fmla="*/ 2449649 w 2836707"/>
              <a:gd name="connsiteY124" fmla="*/ 2379141 h 2833294"/>
              <a:gd name="connsiteX125" fmla="*/ 2436746 w 2836707"/>
              <a:gd name="connsiteY125" fmla="*/ 2399785 h 2833294"/>
              <a:gd name="connsiteX126" fmla="*/ 2421265 w 2836707"/>
              <a:gd name="connsiteY126" fmla="*/ 2418708 h 2833294"/>
              <a:gd name="connsiteX127" fmla="*/ 2402342 w 2836707"/>
              <a:gd name="connsiteY127" fmla="*/ 2434190 h 2833294"/>
              <a:gd name="connsiteX128" fmla="*/ 2381698 w 2836707"/>
              <a:gd name="connsiteY128" fmla="*/ 2447092 h 2833294"/>
              <a:gd name="connsiteX129" fmla="*/ 2358474 w 2836707"/>
              <a:gd name="connsiteY129" fmla="*/ 2457414 h 2833294"/>
              <a:gd name="connsiteX130" fmla="*/ 2333531 w 2836707"/>
              <a:gd name="connsiteY130" fmla="*/ 2466015 h 2833294"/>
              <a:gd name="connsiteX131" fmla="*/ 2308587 w 2836707"/>
              <a:gd name="connsiteY131" fmla="*/ 2473756 h 2833294"/>
              <a:gd name="connsiteX132" fmla="*/ 2281923 w 2836707"/>
              <a:gd name="connsiteY132" fmla="*/ 2480638 h 2833294"/>
              <a:gd name="connsiteX133" fmla="*/ 2256119 w 2836707"/>
              <a:gd name="connsiteY133" fmla="*/ 2487519 h 2833294"/>
              <a:gd name="connsiteX134" fmla="*/ 2230316 w 2836707"/>
              <a:gd name="connsiteY134" fmla="*/ 2495260 h 2833294"/>
              <a:gd name="connsiteX135" fmla="*/ 2205372 w 2836707"/>
              <a:gd name="connsiteY135" fmla="*/ 2503862 h 2833294"/>
              <a:gd name="connsiteX136" fmla="*/ 2182149 w 2836707"/>
              <a:gd name="connsiteY136" fmla="*/ 2514184 h 2833294"/>
              <a:gd name="connsiteX137" fmla="*/ 2160646 w 2836707"/>
              <a:gd name="connsiteY137" fmla="*/ 2526225 h 2833294"/>
              <a:gd name="connsiteX138" fmla="*/ 2141723 w 2836707"/>
              <a:gd name="connsiteY138" fmla="*/ 2541707 h 2833294"/>
              <a:gd name="connsiteX139" fmla="*/ 2121940 w 2836707"/>
              <a:gd name="connsiteY139" fmla="*/ 2558911 h 2833294"/>
              <a:gd name="connsiteX140" fmla="*/ 2104736 w 2836707"/>
              <a:gd name="connsiteY140" fmla="*/ 2578694 h 2833294"/>
              <a:gd name="connsiteX141" fmla="*/ 2088394 w 2836707"/>
              <a:gd name="connsiteY141" fmla="*/ 2599337 h 2833294"/>
              <a:gd name="connsiteX142" fmla="*/ 2072052 w 2836707"/>
              <a:gd name="connsiteY142" fmla="*/ 2620840 h 2833294"/>
              <a:gd name="connsiteX143" fmla="*/ 2055710 w 2836707"/>
              <a:gd name="connsiteY143" fmla="*/ 2642344 h 2833294"/>
              <a:gd name="connsiteX144" fmla="*/ 2039367 w 2836707"/>
              <a:gd name="connsiteY144" fmla="*/ 2662987 h 2833294"/>
              <a:gd name="connsiteX145" fmla="*/ 2021304 w 2836707"/>
              <a:gd name="connsiteY145" fmla="*/ 2682770 h 2833294"/>
              <a:gd name="connsiteX146" fmla="*/ 2003241 w 2836707"/>
              <a:gd name="connsiteY146" fmla="*/ 2699973 h 2833294"/>
              <a:gd name="connsiteX147" fmla="*/ 1982599 w 2836707"/>
              <a:gd name="connsiteY147" fmla="*/ 2714595 h 2833294"/>
              <a:gd name="connsiteX148" fmla="*/ 1961095 w 2836707"/>
              <a:gd name="connsiteY148" fmla="*/ 2725777 h 2833294"/>
              <a:gd name="connsiteX149" fmla="*/ 1935291 w 2836707"/>
              <a:gd name="connsiteY149" fmla="*/ 2733518 h 2833294"/>
              <a:gd name="connsiteX150" fmla="*/ 1908627 w 2836707"/>
              <a:gd name="connsiteY150" fmla="*/ 2736959 h 2833294"/>
              <a:gd name="connsiteX151" fmla="*/ 1881104 w 2836707"/>
              <a:gd name="connsiteY151" fmla="*/ 2737819 h 2833294"/>
              <a:gd name="connsiteX152" fmla="*/ 1851859 w 2836707"/>
              <a:gd name="connsiteY152" fmla="*/ 2735238 h 2833294"/>
              <a:gd name="connsiteX153" fmla="*/ 1822615 w 2836707"/>
              <a:gd name="connsiteY153" fmla="*/ 2731799 h 2833294"/>
              <a:gd name="connsiteX154" fmla="*/ 1793370 w 2836707"/>
              <a:gd name="connsiteY154" fmla="*/ 2727497 h 2833294"/>
              <a:gd name="connsiteX155" fmla="*/ 1764126 w 2836707"/>
              <a:gd name="connsiteY155" fmla="*/ 2724057 h 2833294"/>
              <a:gd name="connsiteX156" fmla="*/ 1734881 w 2836707"/>
              <a:gd name="connsiteY156" fmla="*/ 2722336 h 2833294"/>
              <a:gd name="connsiteX157" fmla="*/ 1706497 w 2836707"/>
              <a:gd name="connsiteY157" fmla="*/ 2722336 h 2833294"/>
              <a:gd name="connsiteX158" fmla="*/ 1679833 w 2836707"/>
              <a:gd name="connsiteY158" fmla="*/ 2725777 h 2833294"/>
              <a:gd name="connsiteX159" fmla="*/ 1652309 w 2836707"/>
              <a:gd name="connsiteY159" fmla="*/ 2732658 h 2833294"/>
              <a:gd name="connsiteX160" fmla="*/ 1627365 w 2836707"/>
              <a:gd name="connsiteY160" fmla="*/ 2742980 h 2833294"/>
              <a:gd name="connsiteX161" fmla="*/ 1601561 w 2836707"/>
              <a:gd name="connsiteY161" fmla="*/ 2756742 h 2833294"/>
              <a:gd name="connsiteX162" fmla="*/ 1575758 w 2836707"/>
              <a:gd name="connsiteY162" fmla="*/ 2770505 h 2833294"/>
              <a:gd name="connsiteX163" fmla="*/ 1549954 w 2836707"/>
              <a:gd name="connsiteY163" fmla="*/ 2785987 h 2833294"/>
              <a:gd name="connsiteX164" fmla="*/ 1525009 w 2836707"/>
              <a:gd name="connsiteY164" fmla="*/ 2800609 h 2833294"/>
              <a:gd name="connsiteX165" fmla="*/ 1498346 w 2836707"/>
              <a:gd name="connsiteY165" fmla="*/ 2813511 h 2833294"/>
              <a:gd name="connsiteX166" fmla="*/ 1472542 w 2836707"/>
              <a:gd name="connsiteY166" fmla="*/ 2823833 h 2833294"/>
              <a:gd name="connsiteX167" fmla="*/ 1445877 w 2836707"/>
              <a:gd name="connsiteY167" fmla="*/ 2830714 h 2833294"/>
              <a:gd name="connsiteX168" fmla="*/ 1418354 w 2836707"/>
              <a:gd name="connsiteY168" fmla="*/ 2833294 h 2833294"/>
              <a:gd name="connsiteX169" fmla="*/ 1390830 w 2836707"/>
              <a:gd name="connsiteY169" fmla="*/ 2830714 h 2833294"/>
              <a:gd name="connsiteX170" fmla="*/ 1364166 w 2836707"/>
              <a:gd name="connsiteY170" fmla="*/ 2823833 h 2833294"/>
              <a:gd name="connsiteX171" fmla="*/ 1338362 w 2836707"/>
              <a:gd name="connsiteY171" fmla="*/ 2813511 h 2833294"/>
              <a:gd name="connsiteX172" fmla="*/ 1311698 w 2836707"/>
              <a:gd name="connsiteY172" fmla="*/ 2800609 h 2833294"/>
              <a:gd name="connsiteX173" fmla="*/ 1286754 w 2836707"/>
              <a:gd name="connsiteY173" fmla="*/ 2785987 h 2833294"/>
              <a:gd name="connsiteX174" fmla="*/ 1260950 w 2836707"/>
              <a:gd name="connsiteY174" fmla="*/ 2770505 h 2833294"/>
              <a:gd name="connsiteX175" fmla="*/ 1235146 w 2836707"/>
              <a:gd name="connsiteY175" fmla="*/ 2756742 h 2833294"/>
              <a:gd name="connsiteX176" fmla="*/ 1209343 w 2836707"/>
              <a:gd name="connsiteY176" fmla="*/ 2742980 h 2833294"/>
              <a:gd name="connsiteX177" fmla="*/ 1183539 w 2836707"/>
              <a:gd name="connsiteY177" fmla="*/ 2732658 h 2833294"/>
              <a:gd name="connsiteX178" fmla="*/ 1156875 w 2836707"/>
              <a:gd name="connsiteY178" fmla="*/ 2725777 h 2833294"/>
              <a:gd name="connsiteX179" fmla="*/ 1130211 w 2836707"/>
              <a:gd name="connsiteY179" fmla="*/ 2722336 h 2833294"/>
              <a:gd name="connsiteX180" fmla="*/ 1101826 w 2836707"/>
              <a:gd name="connsiteY180" fmla="*/ 2722336 h 2833294"/>
              <a:gd name="connsiteX181" fmla="*/ 1072582 w 2836707"/>
              <a:gd name="connsiteY181" fmla="*/ 2724057 h 2833294"/>
              <a:gd name="connsiteX182" fmla="*/ 1043338 w 2836707"/>
              <a:gd name="connsiteY182" fmla="*/ 2727497 h 2833294"/>
              <a:gd name="connsiteX183" fmla="*/ 1014093 w 2836707"/>
              <a:gd name="connsiteY183" fmla="*/ 2731799 h 2833294"/>
              <a:gd name="connsiteX184" fmla="*/ 984848 w 2836707"/>
              <a:gd name="connsiteY184" fmla="*/ 2735238 h 2833294"/>
              <a:gd name="connsiteX185" fmla="*/ 955604 w 2836707"/>
              <a:gd name="connsiteY185" fmla="*/ 2737819 h 2833294"/>
              <a:gd name="connsiteX186" fmla="*/ 928081 w 2836707"/>
              <a:gd name="connsiteY186" fmla="*/ 2736959 h 2833294"/>
              <a:gd name="connsiteX187" fmla="*/ 901416 w 2836707"/>
              <a:gd name="connsiteY187" fmla="*/ 2733518 h 2833294"/>
              <a:gd name="connsiteX188" fmla="*/ 875612 w 2836707"/>
              <a:gd name="connsiteY188" fmla="*/ 2725777 h 2833294"/>
              <a:gd name="connsiteX189" fmla="*/ 854109 w 2836707"/>
              <a:gd name="connsiteY189" fmla="*/ 2714595 h 2833294"/>
              <a:gd name="connsiteX190" fmla="*/ 833465 w 2836707"/>
              <a:gd name="connsiteY190" fmla="*/ 2699973 h 2833294"/>
              <a:gd name="connsiteX191" fmla="*/ 815403 w 2836707"/>
              <a:gd name="connsiteY191" fmla="*/ 2682770 h 2833294"/>
              <a:gd name="connsiteX192" fmla="*/ 797340 w 2836707"/>
              <a:gd name="connsiteY192" fmla="*/ 2662987 h 2833294"/>
              <a:gd name="connsiteX193" fmla="*/ 780998 w 2836707"/>
              <a:gd name="connsiteY193" fmla="*/ 2642344 h 2833294"/>
              <a:gd name="connsiteX194" fmla="*/ 764655 w 2836707"/>
              <a:gd name="connsiteY194" fmla="*/ 2620840 h 2833294"/>
              <a:gd name="connsiteX195" fmla="*/ 748313 w 2836707"/>
              <a:gd name="connsiteY195" fmla="*/ 2599337 h 2833294"/>
              <a:gd name="connsiteX196" fmla="*/ 731971 w 2836707"/>
              <a:gd name="connsiteY196" fmla="*/ 2578694 h 2833294"/>
              <a:gd name="connsiteX197" fmla="*/ 714768 w 2836707"/>
              <a:gd name="connsiteY197" fmla="*/ 2558911 h 2833294"/>
              <a:gd name="connsiteX198" fmla="*/ 694985 w 2836707"/>
              <a:gd name="connsiteY198" fmla="*/ 2541707 h 2833294"/>
              <a:gd name="connsiteX199" fmla="*/ 676062 w 2836707"/>
              <a:gd name="connsiteY199" fmla="*/ 2526225 h 2833294"/>
              <a:gd name="connsiteX200" fmla="*/ 654559 w 2836707"/>
              <a:gd name="connsiteY200" fmla="*/ 2514184 h 2833294"/>
              <a:gd name="connsiteX201" fmla="*/ 631335 w 2836707"/>
              <a:gd name="connsiteY201" fmla="*/ 2503862 h 2833294"/>
              <a:gd name="connsiteX202" fmla="*/ 606392 w 2836707"/>
              <a:gd name="connsiteY202" fmla="*/ 2495260 h 2833294"/>
              <a:gd name="connsiteX203" fmla="*/ 580587 w 2836707"/>
              <a:gd name="connsiteY203" fmla="*/ 2487519 h 2833294"/>
              <a:gd name="connsiteX204" fmla="*/ 554784 w 2836707"/>
              <a:gd name="connsiteY204" fmla="*/ 2480638 h 2833294"/>
              <a:gd name="connsiteX205" fmla="*/ 528120 w 2836707"/>
              <a:gd name="connsiteY205" fmla="*/ 2473756 h 2833294"/>
              <a:gd name="connsiteX206" fmla="*/ 503176 w 2836707"/>
              <a:gd name="connsiteY206" fmla="*/ 2466015 h 2833294"/>
              <a:gd name="connsiteX207" fmla="*/ 478232 w 2836707"/>
              <a:gd name="connsiteY207" fmla="*/ 2457414 h 2833294"/>
              <a:gd name="connsiteX208" fmla="*/ 455009 w 2836707"/>
              <a:gd name="connsiteY208" fmla="*/ 2447092 h 2833294"/>
              <a:gd name="connsiteX209" fmla="*/ 434366 w 2836707"/>
              <a:gd name="connsiteY209" fmla="*/ 2434190 h 2833294"/>
              <a:gd name="connsiteX210" fmla="*/ 415442 w 2836707"/>
              <a:gd name="connsiteY210" fmla="*/ 2418708 h 2833294"/>
              <a:gd name="connsiteX211" fmla="*/ 399961 w 2836707"/>
              <a:gd name="connsiteY211" fmla="*/ 2399785 h 2833294"/>
              <a:gd name="connsiteX212" fmla="*/ 387059 w 2836707"/>
              <a:gd name="connsiteY212" fmla="*/ 2379141 h 2833294"/>
              <a:gd name="connsiteX213" fmla="*/ 376737 w 2836707"/>
              <a:gd name="connsiteY213" fmla="*/ 2355917 h 2833294"/>
              <a:gd name="connsiteX214" fmla="*/ 368136 w 2836707"/>
              <a:gd name="connsiteY214" fmla="*/ 2330974 h 2833294"/>
              <a:gd name="connsiteX215" fmla="*/ 360395 w 2836707"/>
              <a:gd name="connsiteY215" fmla="*/ 2306030 h 2833294"/>
              <a:gd name="connsiteX216" fmla="*/ 353514 w 2836707"/>
              <a:gd name="connsiteY216" fmla="*/ 2279366 h 2833294"/>
              <a:gd name="connsiteX217" fmla="*/ 346633 w 2836707"/>
              <a:gd name="connsiteY217" fmla="*/ 2253562 h 2833294"/>
              <a:gd name="connsiteX218" fmla="*/ 338891 w 2836707"/>
              <a:gd name="connsiteY218" fmla="*/ 2227757 h 2833294"/>
              <a:gd name="connsiteX219" fmla="*/ 330290 w 2836707"/>
              <a:gd name="connsiteY219" fmla="*/ 2202813 h 2833294"/>
              <a:gd name="connsiteX220" fmla="*/ 319968 w 2836707"/>
              <a:gd name="connsiteY220" fmla="*/ 2179589 h 2833294"/>
              <a:gd name="connsiteX221" fmla="*/ 307927 w 2836707"/>
              <a:gd name="connsiteY221" fmla="*/ 2158086 h 2833294"/>
              <a:gd name="connsiteX222" fmla="*/ 292445 w 2836707"/>
              <a:gd name="connsiteY222" fmla="*/ 2139163 h 2833294"/>
              <a:gd name="connsiteX223" fmla="*/ 275242 w 2836707"/>
              <a:gd name="connsiteY223" fmla="*/ 2119379 h 2833294"/>
              <a:gd name="connsiteX224" fmla="*/ 255459 w 2836707"/>
              <a:gd name="connsiteY224" fmla="*/ 2102177 h 2833294"/>
              <a:gd name="connsiteX225" fmla="*/ 233955 w 2836707"/>
              <a:gd name="connsiteY225" fmla="*/ 2085835 h 2833294"/>
              <a:gd name="connsiteX226" fmla="*/ 212452 w 2836707"/>
              <a:gd name="connsiteY226" fmla="*/ 2069492 h 2833294"/>
              <a:gd name="connsiteX227" fmla="*/ 190950 w 2836707"/>
              <a:gd name="connsiteY227" fmla="*/ 2053150 h 2833294"/>
              <a:gd name="connsiteX228" fmla="*/ 170306 w 2836707"/>
              <a:gd name="connsiteY228" fmla="*/ 2036806 h 2833294"/>
              <a:gd name="connsiteX229" fmla="*/ 150523 w 2836707"/>
              <a:gd name="connsiteY229" fmla="*/ 2018744 h 2833294"/>
              <a:gd name="connsiteX230" fmla="*/ 133321 w 2836707"/>
              <a:gd name="connsiteY230" fmla="*/ 2000681 h 2833294"/>
              <a:gd name="connsiteX231" fmla="*/ 118699 w 2836707"/>
              <a:gd name="connsiteY231" fmla="*/ 1980037 h 2833294"/>
              <a:gd name="connsiteX232" fmla="*/ 107517 w 2836707"/>
              <a:gd name="connsiteY232" fmla="*/ 1958534 h 2833294"/>
              <a:gd name="connsiteX233" fmla="*/ 99776 w 2836707"/>
              <a:gd name="connsiteY233" fmla="*/ 1932731 h 2833294"/>
              <a:gd name="connsiteX234" fmla="*/ 96335 w 2836707"/>
              <a:gd name="connsiteY234" fmla="*/ 1906066 h 2833294"/>
              <a:gd name="connsiteX235" fmla="*/ 95474 w 2836707"/>
              <a:gd name="connsiteY235" fmla="*/ 1878541 h 2833294"/>
              <a:gd name="connsiteX236" fmla="*/ 98055 w 2836707"/>
              <a:gd name="connsiteY236" fmla="*/ 1849297 h 2833294"/>
              <a:gd name="connsiteX237" fmla="*/ 101496 w 2836707"/>
              <a:gd name="connsiteY237" fmla="*/ 1820052 h 2833294"/>
              <a:gd name="connsiteX238" fmla="*/ 105796 w 2836707"/>
              <a:gd name="connsiteY238" fmla="*/ 1790807 h 2833294"/>
              <a:gd name="connsiteX239" fmla="*/ 109237 w 2836707"/>
              <a:gd name="connsiteY239" fmla="*/ 1761563 h 2833294"/>
              <a:gd name="connsiteX240" fmla="*/ 110958 w 2836707"/>
              <a:gd name="connsiteY240" fmla="*/ 1732318 h 2833294"/>
              <a:gd name="connsiteX241" fmla="*/ 110958 w 2836707"/>
              <a:gd name="connsiteY241" fmla="*/ 1703933 h 2833294"/>
              <a:gd name="connsiteX242" fmla="*/ 107517 w 2836707"/>
              <a:gd name="connsiteY242" fmla="*/ 1677269 h 2833294"/>
              <a:gd name="connsiteX243" fmla="*/ 100636 w 2836707"/>
              <a:gd name="connsiteY243" fmla="*/ 1650605 h 2833294"/>
              <a:gd name="connsiteX244" fmla="*/ 90314 w 2836707"/>
              <a:gd name="connsiteY244" fmla="*/ 1625660 h 2833294"/>
              <a:gd name="connsiteX245" fmla="*/ 77412 w 2836707"/>
              <a:gd name="connsiteY245" fmla="*/ 1599857 h 2833294"/>
              <a:gd name="connsiteX246" fmla="*/ 62790 w 2836707"/>
              <a:gd name="connsiteY246" fmla="*/ 1574053 h 2833294"/>
              <a:gd name="connsiteX247" fmla="*/ 47308 w 2836707"/>
              <a:gd name="connsiteY247" fmla="*/ 1548248 h 2833294"/>
              <a:gd name="connsiteX248" fmla="*/ 32686 w 2836707"/>
              <a:gd name="connsiteY248" fmla="*/ 1523304 h 2833294"/>
              <a:gd name="connsiteX249" fmla="*/ 19783 w 2836707"/>
              <a:gd name="connsiteY249" fmla="*/ 1496640 h 2833294"/>
              <a:gd name="connsiteX250" fmla="*/ 9462 w 2836707"/>
              <a:gd name="connsiteY250" fmla="*/ 1470836 h 2833294"/>
              <a:gd name="connsiteX251" fmla="*/ 2581 w 2836707"/>
              <a:gd name="connsiteY251" fmla="*/ 1444171 h 2833294"/>
              <a:gd name="connsiteX252" fmla="*/ 0 w 2836707"/>
              <a:gd name="connsiteY252" fmla="*/ 1416647 h 2833294"/>
              <a:gd name="connsiteX253" fmla="*/ 2581 w 2836707"/>
              <a:gd name="connsiteY253" fmla="*/ 1389123 h 2833294"/>
              <a:gd name="connsiteX254" fmla="*/ 9462 w 2836707"/>
              <a:gd name="connsiteY254" fmla="*/ 1362459 h 2833294"/>
              <a:gd name="connsiteX255" fmla="*/ 19783 w 2836707"/>
              <a:gd name="connsiteY255" fmla="*/ 1336654 h 2833294"/>
              <a:gd name="connsiteX256" fmla="*/ 32686 w 2836707"/>
              <a:gd name="connsiteY256" fmla="*/ 1309991 h 2833294"/>
              <a:gd name="connsiteX257" fmla="*/ 47308 w 2836707"/>
              <a:gd name="connsiteY257" fmla="*/ 1285046 h 2833294"/>
              <a:gd name="connsiteX258" fmla="*/ 62790 w 2836707"/>
              <a:gd name="connsiteY258" fmla="*/ 1259242 h 2833294"/>
              <a:gd name="connsiteX259" fmla="*/ 77412 w 2836707"/>
              <a:gd name="connsiteY259" fmla="*/ 1233438 h 2833294"/>
              <a:gd name="connsiteX260" fmla="*/ 90314 w 2836707"/>
              <a:gd name="connsiteY260" fmla="*/ 1207634 h 2833294"/>
              <a:gd name="connsiteX261" fmla="*/ 100636 w 2836707"/>
              <a:gd name="connsiteY261" fmla="*/ 1182689 h 2833294"/>
              <a:gd name="connsiteX262" fmla="*/ 107517 w 2836707"/>
              <a:gd name="connsiteY262" fmla="*/ 1156025 h 2833294"/>
              <a:gd name="connsiteX263" fmla="*/ 110958 w 2836707"/>
              <a:gd name="connsiteY263" fmla="*/ 1129361 h 2833294"/>
              <a:gd name="connsiteX264" fmla="*/ 110958 w 2836707"/>
              <a:gd name="connsiteY264" fmla="*/ 1100977 h 2833294"/>
              <a:gd name="connsiteX265" fmla="*/ 109237 w 2836707"/>
              <a:gd name="connsiteY265" fmla="*/ 1071732 h 2833294"/>
              <a:gd name="connsiteX266" fmla="*/ 105796 w 2836707"/>
              <a:gd name="connsiteY266" fmla="*/ 1042487 h 2833294"/>
              <a:gd name="connsiteX267" fmla="*/ 101496 w 2836707"/>
              <a:gd name="connsiteY267" fmla="*/ 1013242 h 2833294"/>
              <a:gd name="connsiteX268" fmla="*/ 98055 w 2836707"/>
              <a:gd name="connsiteY268" fmla="*/ 983998 h 2833294"/>
              <a:gd name="connsiteX269" fmla="*/ 95474 w 2836707"/>
              <a:gd name="connsiteY269" fmla="*/ 954754 h 2833294"/>
              <a:gd name="connsiteX270" fmla="*/ 96335 w 2836707"/>
              <a:gd name="connsiteY270" fmla="*/ 927229 h 2833294"/>
              <a:gd name="connsiteX271" fmla="*/ 99776 w 2836707"/>
              <a:gd name="connsiteY271" fmla="*/ 900565 h 2833294"/>
              <a:gd name="connsiteX272" fmla="*/ 107517 w 2836707"/>
              <a:gd name="connsiteY272" fmla="*/ 874760 h 2833294"/>
              <a:gd name="connsiteX273" fmla="*/ 118699 w 2836707"/>
              <a:gd name="connsiteY273" fmla="*/ 853257 h 2833294"/>
              <a:gd name="connsiteX274" fmla="*/ 133321 w 2836707"/>
              <a:gd name="connsiteY274" fmla="*/ 832614 h 2833294"/>
              <a:gd name="connsiteX275" fmla="*/ 150523 w 2836707"/>
              <a:gd name="connsiteY275" fmla="*/ 814551 h 2833294"/>
              <a:gd name="connsiteX276" fmla="*/ 170306 w 2836707"/>
              <a:gd name="connsiteY276" fmla="*/ 796488 h 2833294"/>
              <a:gd name="connsiteX277" fmla="*/ 190950 w 2836707"/>
              <a:gd name="connsiteY277" fmla="*/ 780145 h 2833294"/>
              <a:gd name="connsiteX278" fmla="*/ 212452 w 2836707"/>
              <a:gd name="connsiteY278" fmla="*/ 763802 h 2833294"/>
              <a:gd name="connsiteX279" fmla="*/ 233955 w 2836707"/>
              <a:gd name="connsiteY279" fmla="*/ 747460 h 2833294"/>
              <a:gd name="connsiteX280" fmla="*/ 255459 w 2836707"/>
              <a:gd name="connsiteY280" fmla="*/ 731117 h 2833294"/>
              <a:gd name="connsiteX281" fmla="*/ 275242 w 2836707"/>
              <a:gd name="connsiteY281" fmla="*/ 713915 h 2833294"/>
              <a:gd name="connsiteX282" fmla="*/ 292445 w 2836707"/>
              <a:gd name="connsiteY282" fmla="*/ 694132 h 2833294"/>
              <a:gd name="connsiteX283" fmla="*/ 307927 w 2836707"/>
              <a:gd name="connsiteY283" fmla="*/ 675208 h 2833294"/>
              <a:gd name="connsiteX284" fmla="*/ 319968 w 2836707"/>
              <a:gd name="connsiteY284" fmla="*/ 653705 h 2833294"/>
              <a:gd name="connsiteX285" fmla="*/ 330290 w 2836707"/>
              <a:gd name="connsiteY285" fmla="*/ 630482 h 2833294"/>
              <a:gd name="connsiteX286" fmla="*/ 338891 w 2836707"/>
              <a:gd name="connsiteY286" fmla="*/ 605537 h 2833294"/>
              <a:gd name="connsiteX287" fmla="*/ 346633 w 2836707"/>
              <a:gd name="connsiteY287" fmla="*/ 579732 h 2833294"/>
              <a:gd name="connsiteX288" fmla="*/ 353514 w 2836707"/>
              <a:gd name="connsiteY288" fmla="*/ 553929 h 2833294"/>
              <a:gd name="connsiteX289" fmla="*/ 360395 w 2836707"/>
              <a:gd name="connsiteY289" fmla="*/ 527264 h 2833294"/>
              <a:gd name="connsiteX290" fmla="*/ 368136 w 2836707"/>
              <a:gd name="connsiteY290" fmla="*/ 502321 h 2833294"/>
              <a:gd name="connsiteX291" fmla="*/ 376737 w 2836707"/>
              <a:gd name="connsiteY291" fmla="*/ 477376 h 2833294"/>
              <a:gd name="connsiteX292" fmla="*/ 387059 w 2836707"/>
              <a:gd name="connsiteY292" fmla="*/ 454153 h 2833294"/>
              <a:gd name="connsiteX293" fmla="*/ 399961 w 2836707"/>
              <a:gd name="connsiteY293" fmla="*/ 433510 h 2833294"/>
              <a:gd name="connsiteX294" fmla="*/ 415442 w 2836707"/>
              <a:gd name="connsiteY294" fmla="*/ 414587 h 2833294"/>
              <a:gd name="connsiteX295" fmla="*/ 434366 w 2836707"/>
              <a:gd name="connsiteY295" fmla="*/ 399104 h 2833294"/>
              <a:gd name="connsiteX296" fmla="*/ 455009 w 2836707"/>
              <a:gd name="connsiteY296" fmla="*/ 386202 h 2833294"/>
              <a:gd name="connsiteX297" fmla="*/ 478232 w 2836707"/>
              <a:gd name="connsiteY297" fmla="*/ 375880 h 2833294"/>
              <a:gd name="connsiteX298" fmla="*/ 503176 w 2836707"/>
              <a:gd name="connsiteY298" fmla="*/ 367279 h 2833294"/>
              <a:gd name="connsiteX299" fmla="*/ 528120 w 2836707"/>
              <a:gd name="connsiteY299" fmla="*/ 359538 h 2833294"/>
              <a:gd name="connsiteX300" fmla="*/ 554784 w 2836707"/>
              <a:gd name="connsiteY300" fmla="*/ 352656 h 2833294"/>
              <a:gd name="connsiteX301" fmla="*/ 580587 w 2836707"/>
              <a:gd name="connsiteY301" fmla="*/ 345775 h 2833294"/>
              <a:gd name="connsiteX302" fmla="*/ 606392 w 2836707"/>
              <a:gd name="connsiteY302" fmla="*/ 338034 h 2833294"/>
              <a:gd name="connsiteX303" fmla="*/ 631335 w 2836707"/>
              <a:gd name="connsiteY303" fmla="*/ 329433 h 2833294"/>
              <a:gd name="connsiteX304" fmla="*/ 654559 w 2836707"/>
              <a:gd name="connsiteY304" fmla="*/ 319111 h 2833294"/>
              <a:gd name="connsiteX305" fmla="*/ 676062 w 2836707"/>
              <a:gd name="connsiteY305" fmla="*/ 307070 h 2833294"/>
              <a:gd name="connsiteX306" fmla="*/ 694985 w 2836707"/>
              <a:gd name="connsiteY306" fmla="*/ 291587 h 2833294"/>
              <a:gd name="connsiteX307" fmla="*/ 714768 w 2836707"/>
              <a:gd name="connsiteY307" fmla="*/ 274384 h 2833294"/>
              <a:gd name="connsiteX308" fmla="*/ 731971 w 2836707"/>
              <a:gd name="connsiteY308" fmla="*/ 254601 h 2833294"/>
              <a:gd name="connsiteX309" fmla="*/ 748313 w 2836707"/>
              <a:gd name="connsiteY309" fmla="*/ 233957 h 2833294"/>
              <a:gd name="connsiteX310" fmla="*/ 764655 w 2836707"/>
              <a:gd name="connsiteY310" fmla="*/ 212454 h 2833294"/>
              <a:gd name="connsiteX311" fmla="*/ 780998 w 2836707"/>
              <a:gd name="connsiteY311" fmla="*/ 190950 h 2833294"/>
              <a:gd name="connsiteX312" fmla="*/ 797340 w 2836707"/>
              <a:gd name="connsiteY312" fmla="*/ 170307 h 2833294"/>
              <a:gd name="connsiteX313" fmla="*/ 815403 w 2836707"/>
              <a:gd name="connsiteY313" fmla="*/ 150524 h 2833294"/>
              <a:gd name="connsiteX314" fmla="*/ 833465 w 2836707"/>
              <a:gd name="connsiteY314" fmla="*/ 133322 h 2833294"/>
              <a:gd name="connsiteX315" fmla="*/ 854109 w 2836707"/>
              <a:gd name="connsiteY315" fmla="*/ 118699 h 2833294"/>
              <a:gd name="connsiteX316" fmla="*/ 875612 w 2836707"/>
              <a:gd name="connsiteY316" fmla="*/ 107517 h 2833294"/>
              <a:gd name="connsiteX317" fmla="*/ 901416 w 2836707"/>
              <a:gd name="connsiteY317" fmla="*/ 99776 h 2833294"/>
              <a:gd name="connsiteX318" fmla="*/ 928081 w 2836707"/>
              <a:gd name="connsiteY318" fmla="*/ 96335 h 2833294"/>
              <a:gd name="connsiteX319" fmla="*/ 955604 w 2836707"/>
              <a:gd name="connsiteY319" fmla="*/ 95475 h 2833294"/>
              <a:gd name="connsiteX320" fmla="*/ 984848 w 2836707"/>
              <a:gd name="connsiteY320" fmla="*/ 98056 h 2833294"/>
              <a:gd name="connsiteX321" fmla="*/ 1014093 w 2836707"/>
              <a:gd name="connsiteY321" fmla="*/ 101497 h 2833294"/>
              <a:gd name="connsiteX322" fmla="*/ 1043338 w 2836707"/>
              <a:gd name="connsiteY322" fmla="*/ 105797 h 2833294"/>
              <a:gd name="connsiteX323" fmla="*/ 1072582 w 2836707"/>
              <a:gd name="connsiteY323" fmla="*/ 109238 h 2833294"/>
              <a:gd name="connsiteX324" fmla="*/ 1101826 w 2836707"/>
              <a:gd name="connsiteY324" fmla="*/ 110958 h 2833294"/>
              <a:gd name="connsiteX325" fmla="*/ 1130211 w 2836707"/>
              <a:gd name="connsiteY325" fmla="*/ 110958 h 2833294"/>
              <a:gd name="connsiteX326" fmla="*/ 1156875 w 2836707"/>
              <a:gd name="connsiteY326" fmla="*/ 107517 h 2833294"/>
              <a:gd name="connsiteX327" fmla="*/ 1183539 w 2836707"/>
              <a:gd name="connsiteY327" fmla="*/ 100636 h 2833294"/>
              <a:gd name="connsiteX328" fmla="*/ 1209343 w 2836707"/>
              <a:gd name="connsiteY328" fmla="*/ 90315 h 2833294"/>
              <a:gd name="connsiteX329" fmla="*/ 1235146 w 2836707"/>
              <a:gd name="connsiteY329" fmla="*/ 76552 h 2833294"/>
              <a:gd name="connsiteX330" fmla="*/ 1260950 w 2836707"/>
              <a:gd name="connsiteY330" fmla="*/ 62790 h 2833294"/>
              <a:gd name="connsiteX331" fmla="*/ 1286754 w 2836707"/>
              <a:gd name="connsiteY331" fmla="*/ 47308 h 2833294"/>
              <a:gd name="connsiteX332" fmla="*/ 1311698 w 2836707"/>
              <a:gd name="connsiteY332" fmla="*/ 32685 h 2833294"/>
              <a:gd name="connsiteX333" fmla="*/ 1338362 w 2836707"/>
              <a:gd name="connsiteY333" fmla="*/ 19783 h 2833294"/>
              <a:gd name="connsiteX334" fmla="*/ 1364166 w 2836707"/>
              <a:gd name="connsiteY334" fmla="*/ 9461 h 2833294"/>
              <a:gd name="connsiteX335" fmla="*/ 1390830 w 2836707"/>
              <a:gd name="connsiteY335" fmla="*/ 2580 h 2833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</a:cxnLst>
            <a:rect l="l" t="t" r="r" b="b"/>
            <a:pathLst>
              <a:path w="2836707" h="2833294">
                <a:moveTo>
                  <a:pt x="1418354" y="0"/>
                </a:moveTo>
                <a:lnTo>
                  <a:pt x="1445877" y="2580"/>
                </a:lnTo>
                <a:lnTo>
                  <a:pt x="1472542" y="9461"/>
                </a:lnTo>
                <a:lnTo>
                  <a:pt x="1498346" y="19783"/>
                </a:lnTo>
                <a:lnTo>
                  <a:pt x="1525009" y="32685"/>
                </a:lnTo>
                <a:lnTo>
                  <a:pt x="1549954" y="47308"/>
                </a:lnTo>
                <a:lnTo>
                  <a:pt x="1575758" y="62790"/>
                </a:lnTo>
                <a:lnTo>
                  <a:pt x="1601561" y="76552"/>
                </a:lnTo>
                <a:lnTo>
                  <a:pt x="1627365" y="90315"/>
                </a:lnTo>
                <a:lnTo>
                  <a:pt x="1652309" y="100636"/>
                </a:lnTo>
                <a:lnTo>
                  <a:pt x="1679833" y="107517"/>
                </a:lnTo>
                <a:lnTo>
                  <a:pt x="1706497" y="110958"/>
                </a:lnTo>
                <a:lnTo>
                  <a:pt x="1734881" y="110958"/>
                </a:lnTo>
                <a:lnTo>
                  <a:pt x="1764126" y="109238"/>
                </a:lnTo>
                <a:lnTo>
                  <a:pt x="1793370" y="105797"/>
                </a:lnTo>
                <a:lnTo>
                  <a:pt x="1822615" y="101497"/>
                </a:lnTo>
                <a:lnTo>
                  <a:pt x="1851859" y="98056"/>
                </a:lnTo>
                <a:lnTo>
                  <a:pt x="1881104" y="95475"/>
                </a:lnTo>
                <a:lnTo>
                  <a:pt x="1908627" y="96335"/>
                </a:lnTo>
                <a:lnTo>
                  <a:pt x="1935291" y="99776"/>
                </a:lnTo>
                <a:lnTo>
                  <a:pt x="1961095" y="107517"/>
                </a:lnTo>
                <a:lnTo>
                  <a:pt x="1982599" y="118699"/>
                </a:lnTo>
                <a:lnTo>
                  <a:pt x="2003241" y="133322"/>
                </a:lnTo>
                <a:lnTo>
                  <a:pt x="2021304" y="150524"/>
                </a:lnTo>
                <a:lnTo>
                  <a:pt x="2039367" y="170307"/>
                </a:lnTo>
                <a:lnTo>
                  <a:pt x="2055710" y="190950"/>
                </a:lnTo>
                <a:lnTo>
                  <a:pt x="2072052" y="212454"/>
                </a:lnTo>
                <a:lnTo>
                  <a:pt x="2088394" y="233957"/>
                </a:lnTo>
                <a:lnTo>
                  <a:pt x="2104736" y="254601"/>
                </a:lnTo>
                <a:lnTo>
                  <a:pt x="2121940" y="274384"/>
                </a:lnTo>
                <a:lnTo>
                  <a:pt x="2141723" y="291587"/>
                </a:lnTo>
                <a:lnTo>
                  <a:pt x="2160646" y="307070"/>
                </a:lnTo>
                <a:lnTo>
                  <a:pt x="2182149" y="319111"/>
                </a:lnTo>
                <a:lnTo>
                  <a:pt x="2205372" y="329433"/>
                </a:lnTo>
                <a:lnTo>
                  <a:pt x="2230316" y="338034"/>
                </a:lnTo>
                <a:lnTo>
                  <a:pt x="2256119" y="345775"/>
                </a:lnTo>
                <a:lnTo>
                  <a:pt x="2281923" y="352656"/>
                </a:lnTo>
                <a:lnTo>
                  <a:pt x="2308587" y="359538"/>
                </a:lnTo>
                <a:lnTo>
                  <a:pt x="2333531" y="367279"/>
                </a:lnTo>
                <a:lnTo>
                  <a:pt x="2358474" y="375880"/>
                </a:lnTo>
                <a:lnTo>
                  <a:pt x="2381698" y="386202"/>
                </a:lnTo>
                <a:lnTo>
                  <a:pt x="2402342" y="399104"/>
                </a:lnTo>
                <a:lnTo>
                  <a:pt x="2421265" y="414587"/>
                </a:lnTo>
                <a:lnTo>
                  <a:pt x="2436746" y="433510"/>
                </a:lnTo>
                <a:lnTo>
                  <a:pt x="2449649" y="454153"/>
                </a:lnTo>
                <a:lnTo>
                  <a:pt x="2459970" y="477376"/>
                </a:lnTo>
                <a:lnTo>
                  <a:pt x="2468571" y="502321"/>
                </a:lnTo>
                <a:lnTo>
                  <a:pt x="2476312" y="527264"/>
                </a:lnTo>
                <a:lnTo>
                  <a:pt x="2483194" y="553929"/>
                </a:lnTo>
                <a:lnTo>
                  <a:pt x="2490075" y="579732"/>
                </a:lnTo>
                <a:lnTo>
                  <a:pt x="2497816" y="605537"/>
                </a:lnTo>
                <a:lnTo>
                  <a:pt x="2506417" y="630482"/>
                </a:lnTo>
                <a:lnTo>
                  <a:pt x="2516738" y="653705"/>
                </a:lnTo>
                <a:lnTo>
                  <a:pt x="2528781" y="675208"/>
                </a:lnTo>
                <a:lnTo>
                  <a:pt x="2544263" y="694132"/>
                </a:lnTo>
                <a:lnTo>
                  <a:pt x="2561465" y="713915"/>
                </a:lnTo>
                <a:lnTo>
                  <a:pt x="2581248" y="731117"/>
                </a:lnTo>
                <a:lnTo>
                  <a:pt x="2601892" y="747460"/>
                </a:lnTo>
                <a:lnTo>
                  <a:pt x="2624255" y="763802"/>
                </a:lnTo>
                <a:lnTo>
                  <a:pt x="2645758" y="780145"/>
                </a:lnTo>
                <a:lnTo>
                  <a:pt x="2666401" y="796488"/>
                </a:lnTo>
                <a:lnTo>
                  <a:pt x="2686183" y="814551"/>
                </a:lnTo>
                <a:lnTo>
                  <a:pt x="2703387" y="832614"/>
                </a:lnTo>
                <a:lnTo>
                  <a:pt x="2718009" y="853257"/>
                </a:lnTo>
                <a:lnTo>
                  <a:pt x="2729191" y="874760"/>
                </a:lnTo>
                <a:lnTo>
                  <a:pt x="2736932" y="900565"/>
                </a:lnTo>
                <a:lnTo>
                  <a:pt x="2740372" y="927229"/>
                </a:lnTo>
                <a:lnTo>
                  <a:pt x="2741233" y="954754"/>
                </a:lnTo>
                <a:lnTo>
                  <a:pt x="2738652" y="983998"/>
                </a:lnTo>
                <a:lnTo>
                  <a:pt x="2735211" y="1013242"/>
                </a:lnTo>
                <a:lnTo>
                  <a:pt x="2730911" y="1042487"/>
                </a:lnTo>
                <a:lnTo>
                  <a:pt x="2727470" y="1071732"/>
                </a:lnTo>
                <a:lnTo>
                  <a:pt x="2725751" y="1100977"/>
                </a:lnTo>
                <a:lnTo>
                  <a:pt x="2725751" y="1129361"/>
                </a:lnTo>
                <a:lnTo>
                  <a:pt x="2729191" y="1156025"/>
                </a:lnTo>
                <a:lnTo>
                  <a:pt x="2736071" y="1182689"/>
                </a:lnTo>
                <a:lnTo>
                  <a:pt x="2746393" y="1207634"/>
                </a:lnTo>
                <a:lnTo>
                  <a:pt x="2760156" y="1233438"/>
                </a:lnTo>
                <a:lnTo>
                  <a:pt x="2773917" y="1259242"/>
                </a:lnTo>
                <a:lnTo>
                  <a:pt x="2789400" y="1285046"/>
                </a:lnTo>
                <a:lnTo>
                  <a:pt x="2804021" y="1309991"/>
                </a:lnTo>
                <a:lnTo>
                  <a:pt x="2816924" y="1336654"/>
                </a:lnTo>
                <a:lnTo>
                  <a:pt x="2827245" y="1362459"/>
                </a:lnTo>
                <a:lnTo>
                  <a:pt x="2834126" y="1389123"/>
                </a:lnTo>
                <a:lnTo>
                  <a:pt x="2836707" y="1416647"/>
                </a:lnTo>
                <a:lnTo>
                  <a:pt x="2834126" y="1444171"/>
                </a:lnTo>
                <a:lnTo>
                  <a:pt x="2827245" y="1470836"/>
                </a:lnTo>
                <a:lnTo>
                  <a:pt x="2816924" y="1496640"/>
                </a:lnTo>
                <a:lnTo>
                  <a:pt x="2804021" y="1523304"/>
                </a:lnTo>
                <a:lnTo>
                  <a:pt x="2789400" y="1548248"/>
                </a:lnTo>
                <a:lnTo>
                  <a:pt x="2773917" y="1574053"/>
                </a:lnTo>
                <a:lnTo>
                  <a:pt x="2760156" y="1599857"/>
                </a:lnTo>
                <a:lnTo>
                  <a:pt x="2746393" y="1625660"/>
                </a:lnTo>
                <a:lnTo>
                  <a:pt x="2736071" y="1650605"/>
                </a:lnTo>
                <a:lnTo>
                  <a:pt x="2729191" y="1677269"/>
                </a:lnTo>
                <a:lnTo>
                  <a:pt x="2725751" y="1703933"/>
                </a:lnTo>
                <a:lnTo>
                  <a:pt x="2725751" y="1732318"/>
                </a:lnTo>
                <a:lnTo>
                  <a:pt x="2727470" y="1761563"/>
                </a:lnTo>
                <a:lnTo>
                  <a:pt x="2730911" y="1790807"/>
                </a:lnTo>
                <a:lnTo>
                  <a:pt x="2735211" y="1820052"/>
                </a:lnTo>
                <a:lnTo>
                  <a:pt x="2738652" y="1849297"/>
                </a:lnTo>
                <a:lnTo>
                  <a:pt x="2741233" y="1878541"/>
                </a:lnTo>
                <a:lnTo>
                  <a:pt x="2740372" y="1906066"/>
                </a:lnTo>
                <a:lnTo>
                  <a:pt x="2736932" y="1932731"/>
                </a:lnTo>
                <a:lnTo>
                  <a:pt x="2729191" y="1958534"/>
                </a:lnTo>
                <a:lnTo>
                  <a:pt x="2718009" y="1980037"/>
                </a:lnTo>
                <a:lnTo>
                  <a:pt x="2703387" y="2000681"/>
                </a:lnTo>
                <a:lnTo>
                  <a:pt x="2686183" y="2018744"/>
                </a:lnTo>
                <a:lnTo>
                  <a:pt x="2666401" y="2036806"/>
                </a:lnTo>
                <a:lnTo>
                  <a:pt x="2645758" y="2053150"/>
                </a:lnTo>
                <a:lnTo>
                  <a:pt x="2624255" y="2069492"/>
                </a:lnTo>
                <a:lnTo>
                  <a:pt x="2601892" y="2085835"/>
                </a:lnTo>
                <a:lnTo>
                  <a:pt x="2581248" y="2102177"/>
                </a:lnTo>
                <a:lnTo>
                  <a:pt x="2561465" y="2119379"/>
                </a:lnTo>
                <a:lnTo>
                  <a:pt x="2544263" y="2139163"/>
                </a:lnTo>
                <a:lnTo>
                  <a:pt x="2528781" y="2158086"/>
                </a:lnTo>
                <a:lnTo>
                  <a:pt x="2516738" y="2179589"/>
                </a:lnTo>
                <a:lnTo>
                  <a:pt x="2506417" y="2202813"/>
                </a:lnTo>
                <a:lnTo>
                  <a:pt x="2497816" y="2227757"/>
                </a:lnTo>
                <a:lnTo>
                  <a:pt x="2490075" y="2253562"/>
                </a:lnTo>
                <a:lnTo>
                  <a:pt x="2483194" y="2279366"/>
                </a:lnTo>
                <a:lnTo>
                  <a:pt x="2476312" y="2306030"/>
                </a:lnTo>
                <a:lnTo>
                  <a:pt x="2468571" y="2330974"/>
                </a:lnTo>
                <a:lnTo>
                  <a:pt x="2459970" y="2355917"/>
                </a:lnTo>
                <a:lnTo>
                  <a:pt x="2449649" y="2379141"/>
                </a:lnTo>
                <a:lnTo>
                  <a:pt x="2436746" y="2399785"/>
                </a:lnTo>
                <a:lnTo>
                  <a:pt x="2421265" y="2418708"/>
                </a:lnTo>
                <a:lnTo>
                  <a:pt x="2402342" y="2434190"/>
                </a:lnTo>
                <a:lnTo>
                  <a:pt x="2381698" y="2447092"/>
                </a:lnTo>
                <a:lnTo>
                  <a:pt x="2358474" y="2457414"/>
                </a:lnTo>
                <a:lnTo>
                  <a:pt x="2333531" y="2466015"/>
                </a:lnTo>
                <a:lnTo>
                  <a:pt x="2308587" y="2473756"/>
                </a:lnTo>
                <a:lnTo>
                  <a:pt x="2281923" y="2480638"/>
                </a:lnTo>
                <a:lnTo>
                  <a:pt x="2256119" y="2487519"/>
                </a:lnTo>
                <a:lnTo>
                  <a:pt x="2230316" y="2495260"/>
                </a:lnTo>
                <a:lnTo>
                  <a:pt x="2205372" y="2503862"/>
                </a:lnTo>
                <a:lnTo>
                  <a:pt x="2182149" y="2514184"/>
                </a:lnTo>
                <a:lnTo>
                  <a:pt x="2160646" y="2526225"/>
                </a:lnTo>
                <a:lnTo>
                  <a:pt x="2141723" y="2541707"/>
                </a:lnTo>
                <a:lnTo>
                  <a:pt x="2121940" y="2558911"/>
                </a:lnTo>
                <a:lnTo>
                  <a:pt x="2104736" y="2578694"/>
                </a:lnTo>
                <a:lnTo>
                  <a:pt x="2088394" y="2599337"/>
                </a:lnTo>
                <a:lnTo>
                  <a:pt x="2072052" y="2620840"/>
                </a:lnTo>
                <a:lnTo>
                  <a:pt x="2055710" y="2642344"/>
                </a:lnTo>
                <a:lnTo>
                  <a:pt x="2039367" y="2662987"/>
                </a:lnTo>
                <a:lnTo>
                  <a:pt x="2021304" y="2682770"/>
                </a:lnTo>
                <a:lnTo>
                  <a:pt x="2003241" y="2699973"/>
                </a:lnTo>
                <a:lnTo>
                  <a:pt x="1982599" y="2714595"/>
                </a:lnTo>
                <a:lnTo>
                  <a:pt x="1961095" y="2725777"/>
                </a:lnTo>
                <a:lnTo>
                  <a:pt x="1935291" y="2733518"/>
                </a:lnTo>
                <a:lnTo>
                  <a:pt x="1908627" y="2736959"/>
                </a:lnTo>
                <a:lnTo>
                  <a:pt x="1881104" y="2737819"/>
                </a:lnTo>
                <a:lnTo>
                  <a:pt x="1851859" y="2735238"/>
                </a:lnTo>
                <a:lnTo>
                  <a:pt x="1822615" y="2731799"/>
                </a:lnTo>
                <a:lnTo>
                  <a:pt x="1793370" y="2727497"/>
                </a:lnTo>
                <a:lnTo>
                  <a:pt x="1764126" y="2724057"/>
                </a:lnTo>
                <a:lnTo>
                  <a:pt x="1734881" y="2722336"/>
                </a:lnTo>
                <a:lnTo>
                  <a:pt x="1706497" y="2722336"/>
                </a:lnTo>
                <a:lnTo>
                  <a:pt x="1679833" y="2725777"/>
                </a:lnTo>
                <a:lnTo>
                  <a:pt x="1652309" y="2732658"/>
                </a:lnTo>
                <a:lnTo>
                  <a:pt x="1627365" y="2742980"/>
                </a:lnTo>
                <a:lnTo>
                  <a:pt x="1601561" y="2756742"/>
                </a:lnTo>
                <a:lnTo>
                  <a:pt x="1575758" y="2770505"/>
                </a:lnTo>
                <a:lnTo>
                  <a:pt x="1549954" y="2785987"/>
                </a:lnTo>
                <a:lnTo>
                  <a:pt x="1525009" y="2800609"/>
                </a:lnTo>
                <a:lnTo>
                  <a:pt x="1498346" y="2813511"/>
                </a:lnTo>
                <a:lnTo>
                  <a:pt x="1472542" y="2823833"/>
                </a:lnTo>
                <a:lnTo>
                  <a:pt x="1445877" y="2830714"/>
                </a:lnTo>
                <a:lnTo>
                  <a:pt x="1418354" y="2833294"/>
                </a:lnTo>
                <a:lnTo>
                  <a:pt x="1390830" y="2830714"/>
                </a:lnTo>
                <a:lnTo>
                  <a:pt x="1364166" y="2823833"/>
                </a:lnTo>
                <a:lnTo>
                  <a:pt x="1338362" y="2813511"/>
                </a:lnTo>
                <a:lnTo>
                  <a:pt x="1311698" y="2800609"/>
                </a:lnTo>
                <a:lnTo>
                  <a:pt x="1286754" y="2785987"/>
                </a:lnTo>
                <a:lnTo>
                  <a:pt x="1260950" y="2770505"/>
                </a:lnTo>
                <a:lnTo>
                  <a:pt x="1235146" y="2756742"/>
                </a:lnTo>
                <a:lnTo>
                  <a:pt x="1209343" y="2742980"/>
                </a:lnTo>
                <a:lnTo>
                  <a:pt x="1183539" y="2732658"/>
                </a:lnTo>
                <a:lnTo>
                  <a:pt x="1156875" y="2725777"/>
                </a:lnTo>
                <a:lnTo>
                  <a:pt x="1130211" y="2722336"/>
                </a:lnTo>
                <a:lnTo>
                  <a:pt x="1101826" y="2722336"/>
                </a:lnTo>
                <a:lnTo>
                  <a:pt x="1072582" y="2724057"/>
                </a:lnTo>
                <a:lnTo>
                  <a:pt x="1043338" y="2727497"/>
                </a:lnTo>
                <a:lnTo>
                  <a:pt x="1014093" y="2731799"/>
                </a:lnTo>
                <a:lnTo>
                  <a:pt x="984848" y="2735238"/>
                </a:lnTo>
                <a:lnTo>
                  <a:pt x="955604" y="2737819"/>
                </a:lnTo>
                <a:lnTo>
                  <a:pt x="928081" y="2736959"/>
                </a:lnTo>
                <a:lnTo>
                  <a:pt x="901416" y="2733518"/>
                </a:lnTo>
                <a:lnTo>
                  <a:pt x="875612" y="2725777"/>
                </a:lnTo>
                <a:lnTo>
                  <a:pt x="854109" y="2714595"/>
                </a:lnTo>
                <a:lnTo>
                  <a:pt x="833465" y="2699973"/>
                </a:lnTo>
                <a:lnTo>
                  <a:pt x="815403" y="2682770"/>
                </a:lnTo>
                <a:lnTo>
                  <a:pt x="797340" y="2662987"/>
                </a:lnTo>
                <a:lnTo>
                  <a:pt x="780998" y="2642344"/>
                </a:lnTo>
                <a:lnTo>
                  <a:pt x="764655" y="2620840"/>
                </a:lnTo>
                <a:lnTo>
                  <a:pt x="748313" y="2599337"/>
                </a:lnTo>
                <a:lnTo>
                  <a:pt x="731971" y="2578694"/>
                </a:lnTo>
                <a:lnTo>
                  <a:pt x="714768" y="2558911"/>
                </a:lnTo>
                <a:lnTo>
                  <a:pt x="694985" y="2541707"/>
                </a:lnTo>
                <a:lnTo>
                  <a:pt x="676062" y="2526225"/>
                </a:lnTo>
                <a:lnTo>
                  <a:pt x="654559" y="2514184"/>
                </a:lnTo>
                <a:lnTo>
                  <a:pt x="631335" y="2503862"/>
                </a:lnTo>
                <a:lnTo>
                  <a:pt x="606392" y="2495260"/>
                </a:lnTo>
                <a:lnTo>
                  <a:pt x="580587" y="2487519"/>
                </a:lnTo>
                <a:lnTo>
                  <a:pt x="554784" y="2480638"/>
                </a:lnTo>
                <a:lnTo>
                  <a:pt x="528120" y="2473756"/>
                </a:lnTo>
                <a:lnTo>
                  <a:pt x="503176" y="2466015"/>
                </a:lnTo>
                <a:lnTo>
                  <a:pt x="478232" y="2457414"/>
                </a:lnTo>
                <a:lnTo>
                  <a:pt x="455009" y="2447092"/>
                </a:lnTo>
                <a:lnTo>
                  <a:pt x="434366" y="2434190"/>
                </a:lnTo>
                <a:lnTo>
                  <a:pt x="415442" y="2418708"/>
                </a:lnTo>
                <a:lnTo>
                  <a:pt x="399961" y="2399785"/>
                </a:lnTo>
                <a:lnTo>
                  <a:pt x="387059" y="2379141"/>
                </a:lnTo>
                <a:lnTo>
                  <a:pt x="376737" y="2355917"/>
                </a:lnTo>
                <a:lnTo>
                  <a:pt x="368136" y="2330974"/>
                </a:lnTo>
                <a:lnTo>
                  <a:pt x="360395" y="2306030"/>
                </a:lnTo>
                <a:lnTo>
                  <a:pt x="353514" y="2279366"/>
                </a:lnTo>
                <a:lnTo>
                  <a:pt x="346633" y="2253562"/>
                </a:lnTo>
                <a:lnTo>
                  <a:pt x="338891" y="2227757"/>
                </a:lnTo>
                <a:lnTo>
                  <a:pt x="330290" y="2202813"/>
                </a:lnTo>
                <a:lnTo>
                  <a:pt x="319968" y="2179589"/>
                </a:lnTo>
                <a:lnTo>
                  <a:pt x="307927" y="2158086"/>
                </a:lnTo>
                <a:lnTo>
                  <a:pt x="292445" y="2139163"/>
                </a:lnTo>
                <a:lnTo>
                  <a:pt x="275242" y="2119379"/>
                </a:lnTo>
                <a:lnTo>
                  <a:pt x="255459" y="2102177"/>
                </a:lnTo>
                <a:lnTo>
                  <a:pt x="233955" y="2085835"/>
                </a:lnTo>
                <a:lnTo>
                  <a:pt x="212452" y="2069492"/>
                </a:lnTo>
                <a:lnTo>
                  <a:pt x="190950" y="2053150"/>
                </a:lnTo>
                <a:lnTo>
                  <a:pt x="170306" y="2036806"/>
                </a:lnTo>
                <a:lnTo>
                  <a:pt x="150523" y="2018744"/>
                </a:lnTo>
                <a:lnTo>
                  <a:pt x="133321" y="2000681"/>
                </a:lnTo>
                <a:lnTo>
                  <a:pt x="118699" y="1980037"/>
                </a:lnTo>
                <a:lnTo>
                  <a:pt x="107517" y="1958534"/>
                </a:lnTo>
                <a:lnTo>
                  <a:pt x="99776" y="1932731"/>
                </a:lnTo>
                <a:lnTo>
                  <a:pt x="96335" y="1906066"/>
                </a:lnTo>
                <a:lnTo>
                  <a:pt x="95474" y="1878541"/>
                </a:lnTo>
                <a:lnTo>
                  <a:pt x="98055" y="1849297"/>
                </a:lnTo>
                <a:lnTo>
                  <a:pt x="101496" y="1820052"/>
                </a:lnTo>
                <a:lnTo>
                  <a:pt x="105796" y="1790807"/>
                </a:lnTo>
                <a:lnTo>
                  <a:pt x="109237" y="1761563"/>
                </a:lnTo>
                <a:lnTo>
                  <a:pt x="110958" y="1732318"/>
                </a:lnTo>
                <a:lnTo>
                  <a:pt x="110958" y="1703933"/>
                </a:lnTo>
                <a:lnTo>
                  <a:pt x="107517" y="1677269"/>
                </a:lnTo>
                <a:lnTo>
                  <a:pt x="100636" y="1650605"/>
                </a:lnTo>
                <a:lnTo>
                  <a:pt x="90314" y="1625660"/>
                </a:lnTo>
                <a:lnTo>
                  <a:pt x="77412" y="1599857"/>
                </a:lnTo>
                <a:lnTo>
                  <a:pt x="62790" y="1574053"/>
                </a:lnTo>
                <a:lnTo>
                  <a:pt x="47308" y="1548248"/>
                </a:lnTo>
                <a:lnTo>
                  <a:pt x="32686" y="1523304"/>
                </a:lnTo>
                <a:lnTo>
                  <a:pt x="19783" y="1496640"/>
                </a:lnTo>
                <a:lnTo>
                  <a:pt x="9462" y="1470836"/>
                </a:lnTo>
                <a:lnTo>
                  <a:pt x="2581" y="1444171"/>
                </a:lnTo>
                <a:lnTo>
                  <a:pt x="0" y="1416647"/>
                </a:lnTo>
                <a:lnTo>
                  <a:pt x="2581" y="1389123"/>
                </a:lnTo>
                <a:lnTo>
                  <a:pt x="9462" y="1362459"/>
                </a:lnTo>
                <a:lnTo>
                  <a:pt x="19783" y="1336654"/>
                </a:lnTo>
                <a:lnTo>
                  <a:pt x="32686" y="1309991"/>
                </a:lnTo>
                <a:lnTo>
                  <a:pt x="47308" y="1285046"/>
                </a:lnTo>
                <a:lnTo>
                  <a:pt x="62790" y="1259242"/>
                </a:lnTo>
                <a:lnTo>
                  <a:pt x="77412" y="1233438"/>
                </a:lnTo>
                <a:lnTo>
                  <a:pt x="90314" y="1207634"/>
                </a:lnTo>
                <a:lnTo>
                  <a:pt x="100636" y="1182689"/>
                </a:lnTo>
                <a:lnTo>
                  <a:pt x="107517" y="1156025"/>
                </a:lnTo>
                <a:lnTo>
                  <a:pt x="110958" y="1129361"/>
                </a:lnTo>
                <a:lnTo>
                  <a:pt x="110958" y="1100977"/>
                </a:lnTo>
                <a:lnTo>
                  <a:pt x="109237" y="1071732"/>
                </a:lnTo>
                <a:lnTo>
                  <a:pt x="105796" y="1042487"/>
                </a:lnTo>
                <a:lnTo>
                  <a:pt x="101496" y="1013242"/>
                </a:lnTo>
                <a:lnTo>
                  <a:pt x="98055" y="983998"/>
                </a:lnTo>
                <a:lnTo>
                  <a:pt x="95474" y="954754"/>
                </a:lnTo>
                <a:lnTo>
                  <a:pt x="96335" y="927229"/>
                </a:lnTo>
                <a:lnTo>
                  <a:pt x="99776" y="900565"/>
                </a:lnTo>
                <a:lnTo>
                  <a:pt x="107517" y="874760"/>
                </a:lnTo>
                <a:lnTo>
                  <a:pt x="118699" y="853257"/>
                </a:lnTo>
                <a:lnTo>
                  <a:pt x="133321" y="832614"/>
                </a:lnTo>
                <a:lnTo>
                  <a:pt x="150523" y="814551"/>
                </a:lnTo>
                <a:lnTo>
                  <a:pt x="170306" y="796488"/>
                </a:lnTo>
                <a:lnTo>
                  <a:pt x="190950" y="780145"/>
                </a:lnTo>
                <a:lnTo>
                  <a:pt x="212452" y="763802"/>
                </a:lnTo>
                <a:lnTo>
                  <a:pt x="233955" y="747460"/>
                </a:lnTo>
                <a:lnTo>
                  <a:pt x="255459" y="731117"/>
                </a:lnTo>
                <a:lnTo>
                  <a:pt x="275242" y="713915"/>
                </a:lnTo>
                <a:lnTo>
                  <a:pt x="292445" y="694132"/>
                </a:lnTo>
                <a:lnTo>
                  <a:pt x="307927" y="675208"/>
                </a:lnTo>
                <a:lnTo>
                  <a:pt x="319968" y="653705"/>
                </a:lnTo>
                <a:lnTo>
                  <a:pt x="330290" y="630482"/>
                </a:lnTo>
                <a:lnTo>
                  <a:pt x="338891" y="605537"/>
                </a:lnTo>
                <a:lnTo>
                  <a:pt x="346633" y="579732"/>
                </a:lnTo>
                <a:lnTo>
                  <a:pt x="353514" y="553929"/>
                </a:lnTo>
                <a:lnTo>
                  <a:pt x="360395" y="527264"/>
                </a:lnTo>
                <a:lnTo>
                  <a:pt x="368136" y="502321"/>
                </a:lnTo>
                <a:lnTo>
                  <a:pt x="376737" y="477376"/>
                </a:lnTo>
                <a:lnTo>
                  <a:pt x="387059" y="454153"/>
                </a:lnTo>
                <a:lnTo>
                  <a:pt x="399961" y="433510"/>
                </a:lnTo>
                <a:lnTo>
                  <a:pt x="415442" y="414587"/>
                </a:lnTo>
                <a:lnTo>
                  <a:pt x="434366" y="399104"/>
                </a:lnTo>
                <a:lnTo>
                  <a:pt x="455009" y="386202"/>
                </a:lnTo>
                <a:lnTo>
                  <a:pt x="478232" y="375880"/>
                </a:lnTo>
                <a:lnTo>
                  <a:pt x="503176" y="367279"/>
                </a:lnTo>
                <a:lnTo>
                  <a:pt x="528120" y="359538"/>
                </a:lnTo>
                <a:lnTo>
                  <a:pt x="554784" y="352656"/>
                </a:lnTo>
                <a:lnTo>
                  <a:pt x="580587" y="345775"/>
                </a:lnTo>
                <a:lnTo>
                  <a:pt x="606392" y="338034"/>
                </a:lnTo>
                <a:lnTo>
                  <a:pt x="631335" y="329433"/>
                </a:lnTo>
                <a:lnTo>
                  <a:pt x="654559" y="319111"/>
                </a:lnTo>
                <a:lnTo>
                  <a:pt x="676062" y="307070"/>
                </a:lnTo>
                <a:lnTo>
                  <a:pt x="694985" y="291587"/>
                </a:lnTo>
                <a:lnTo>
                  <a:pt x="714768" y="274384"/>
                </a:lnTo>
                <a:lnTo>
                  <a:pt x="731971" y="254601"/>
                </a:lnTo>
                <a:lnTo>
                  <a:pt x="748313" y="233957"/>
                </a:lnTo>
                <a:lnTo>
                  <a:pt x="764655" y="212454"/>
                </a:lnTo>
                <a:lnTo>
                  <a:pt x="780998" y="190950"/>
                </a:lnTo>
                <a:lnTo>
                  <a:pt x="797340" y="170307"/>
                </a:lnTo>
                <a:lnTo>
                  <a:pt x="815403" y="150524"/>
                </a:lnTo>
                <a:lnTo>
                  <a:pt x="833465" y="133322"/>
                </a:lnTo>
                <a:lnTo>
                  <a:pt x="854109" y="118699"/>
                </a:lnTo>
                <a:lnTo>
                  <a:pt x="875612" y="107517"/>
                </a:lnTo>
                <a:lnTo>
                  <a:pt x="901416" y="99776"/>
                </a:lnTo>
                <a:lnTo>
                  <a:pt x="928081" y="96335"/>
                </a:lnTo>
                <a:lnTo>
                  <a:pt x="955604" y="95475"/>
                </a:lnTo>
                <a:lnTo>
                  <a:pt x="984848" y="98056"/>
                </a:lnTo>
                <a:lnTo>
                  <a:pt x="1014093" y="101497"/>
                </a:lnTo>
                <a:lnTo>
                  <a:pt x="1043338" y="105797"/>
                </a:lnTo>
                <a:lnTo>
                  <a:pt x="1072582" y="109238"/>
                </a:lnTo>
                <a:lnTo>
                  <a:pt x="1101826" y="110958"/>
                </a:lnTo>
                <a:lnTo>
                  <a:pt x="1130211" y="110958"/>
                </a:lnTo>
                <a:lnTo>
                  <a:pt x="1156875" y="107517"/>
                </a:lnTo>
                <a:lnTo>
                  <a:pt x="1183539" y="100636"/>
                </a:lnTo>
                <a:lnTo>
                  <a:pt x="1209343" y="90315"/>
                </a:lnTo>
                <a:lnTo>
                  <a:pt x="1235146" y="76552"/>
                </a:lnTo>
                <a:lnTo>
                  <a:pt x="1260950" y="62790"/>
                </a:lnTo>
                <a:lnTo>
                  <a:pt x="1286754" y="47308"/>
                </a:lnTo>
                <a:lnTo>
                  <a:pt x="1311698" y="32685"/>
                </a:lnTo>
                <a:lnTo>
                  <a:pt x="1338362" y="19783"/>
                </a:lnTo>
                <a:lnTo>
                  <a:pt x="1364166" y="9461"/>
                </a:lnTo>
                <a:lnTo>
                  <a:pt x="1390830" y="258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20" name="Graphic 19" descr="Segno di spunta">
            <a:extLst>
              <a:ext uri="{FF2B5EF4-FFF2-40B4-BE49-F238E27FC236}">
                <a16:creationId xmlns:a16="http://schemas.microsoft.com/office/drawing/2014/main" id="{DFA166A1-69B7-79D5-9246-4CE212ECFC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11766" y="3365862"/>
            <a:ext cx="1303284" cy="1303284"/>
          </a:xfrm>
          <a:prstGeom prst="rect">
            <a:avLst/>
          </a:prstGeom>
        </p:spPr>
      </p:pic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5D3DD866-9865-42E4-989A-17A2755F22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58948" y="4646409"/>
            <a:ext cx="2485052" cy="2211035"/>
          </a:xfrm>
          <a:custGeom>
            <a:avLst/>
            <a:gdLst>
              <a:gd name="connsiteX0" fmla="*/ 1934947 w 3313402"/>
              <a:gd name="connsiteY0" fmla="*/ 0 h 2948047"/>
              <a:gd name="connsiteX1" fmla="*/ 1972495 w 3313402"/>
              <a:gd name="connsiteY1" fmla="*/ 3519 h 2948047"/>
              <a:gd name="connsiteX2" fmla="*/ 2008871 w 3313402"/>
              <a:gd name="connsiteY2" fmla="*/ 12907 h 2948047"/>
              <a:gd name="connsiteX3" fmla="*/ 2044074 w 3313402"/>
              <a:gd name="connsiteY3" fmla="*/ 26988 h 2948047"/>
              <a:gd name="connsiteX4" fmla="*/ 2080448 w 3313402"/>
              <a:gd name="connsiteY4" fmla="*/ 44589 h 2948047"/>
              <a:gd name="connsiteX5" fmla="*/ 2114478 w 3313402"/>
              <a:gd name="connsiteY5" fmla="*/ 64537 h 2948047"/>
              <a:gd name="connsiteX6" fmla="*/ 2149681 w 3313402"/>
              <a:gd name="connsiteY6" fmla="*/ 85659 h 2948047"/>
              <a:gd name="connsiteX7" fmla="*/ 2184882 w 3313402"/>
              <a:gd name="connsiteY7" fmla="*/ 104433 h 2948047"/>
              <a:gd name="connsiteX8" fmla="*/ 2220084 w 3313402"/>
              <a:gd name="connsiteY8" fmla="*/ 123208 h 2948047"/>
              <a:gd name="connsiteX9" fmla="*/ 2254113 w 3313402"/>
              <a:gd name="connsiteY9" fmla="*/ 137288 h 2948047"/>
              <a:gd name="connsiteX10" fmla="*/ 2291662 w 3313402"/>
              <a:gd name="connsiteY10" fmla="*/ 146675 h 2948047"/>
              <a:gd name="connsiteX11" fmla="*/ 2328037 w 3313402"/>
              <a:gd name="connsiteY11" fmla="*/ 151369 h 2948047"/>
              <a:gd name="connsiteX12" fmla="*/ 2366759 w 3313402"/>
              <a:gd name="connsiteY12" fmla="*/ 151369 h 2948047"/>
              <a:gd name="connsiteX13" fmla="*/ 2406656 w 3313402"/>
              <a:gd name="connsiteY13" fmla="*/ 149023 h 2948047"/>
              <a:gd name="connsiteX14" fmla="*/ 2446551 w 3313402"/>
              <a:gd name="connsiteY14" fmla="*/ 144329 h 2948047"/>
              <a:gd name="connsiteX15" fmla="*/ 2486448 w 3313402"/>
              <a:gd name="connsiteY15" fmla="*/ 138462 h 2948047"/>
              <a:gd name="connsiteX16" fmla="*/ 2526343 w 3313402"/>
              <a:gd name="connsiteY16" fmla="*/ 133769 h 2948047"/>
              <a:gd name="connsiteX17" fmla="*/ 2566239 w 3313402"/>
              <a:gd name="connsiteY17" fmla="*/ 130247 h 2948047"/>
              <a:gd name="connsiteX18" fmla="*/ 2603787 w 3313402"/>
              <a:gd name="connsiteY18" fmla="*/ 131421 h 2948047"/>
              <a:gd name="connsiteX19" fmla="*/ 2640163 w 3313402"/>
              <a:gd name="connsiteY19" fmla="*/ 136115 h 2948047"/>
              <a:gd name="connsiteX20" fmla="*/ 2675366 w 3313402"/>
              <a:gd name="connsiteY20" fmla="*/ 146675 h 2948047"/>
              <a:gd name="connsiteX21" fmla="*/ 2704702 w 3313402"/>
              <a:gd name="connsiteY21" fmla="*/ 161930 h 2948047"/>
              <a:gd name="connsiteX22" fmla="*/ 2732862 w 3313402"/>
              <a:gd name="connsiteY22" fmla="*/ 181878 h 2948047"/>
              <a:gd name="connsiteX23" fmla="*/ 2757504 w 3313402"/>
              <a:gd name="connsiteY23" fmla="*/ 205346 h 2948047"/>
              <a:gd name="connsiteX24" fmla="*/ 2782146 w 3313402"/>
              <a:gd name="connsiteY24" fmla="*/ 232334 h 2948047"/>
              <a:gd name="connsiteX25" fmla="*/ 2804440 w 3313402"/>
              <a:gd name="connsiteY25" fmla="*/ 260495 h 2948047"/>
              <a:gd name="connsiteX26" fmla="*/ 2826735 w 3313402"/>
              <a:gd name="connsiteY26" fmla="*/ 289831 h 2948047"/>
              <a:gd name="connsiteX27" fmla="*/ 2849030 w 3313402"/>
              <a:gd name="connsiteY27" fmla="*/ 319166 h 2948047"/>
              <a:gd name="connsiteX28" fmla="*/ 2871324 w 3313402"/>
              <a:gd name="connsiteY28" fmla="*/ 347327 h 2948047"/>
              <a:gd name="connsiteX29" fmla="*/ 2894793 w 3313402"/>
              <a:gd name="connsiteY29" fmla="*/ 374315 h 2948047"/>
              <a:gd name="connsiteX30" fmla="*/ 2921781 w 3313402"/>
              <a:gd name="connsiteY30" fmla="*/ 397785 h 2948047"/>
              <a:gd name="connsiteX31" fmla="*/ 2947597 w 3313402"/>
              <a:gd name="connsiteY31" fmla="*/ 418906 h 2948047"/>
              <a:gd name="connsiteX32" fmla="*/ 2976931 w 3313402"/>
              <a:gd name="connsiteY32" fmla="*/ 435332 h 2948047"/>
              <a:gd name="connsiteX33" fmla="*/ 3008614 w 3313402"/>
              <a:gd name="connsiteY33" fmla="*/ 449413 h 2948047"/>
              <a:gd name="connsiteX34" fmla="*/ 3042641 w 3313402"/>
              <a:gd name="connsiteY34" fmla="*/ 461147 h 2948047"/>
              <a:gd name="connsiteX35" fmla="*/ 3077843 w 3313402"/>
              <a:gd name="connsiteY35" fmla="*/ 471708 h 2948047"/>
              <a:gd name="connsiteX36" fmla="*/ 3113046 w 3313402"/>
              <a:gd name="connsiteY36" fmla="*/ 481096 h 2948047"/>
              <a:gd name="connsiteX37" fmla="*/ 3149422 w 3313402"/>
              <a:gd name="connsiteY37" fmla="*/ 490483 h 2948047"/>
              <a:gd name="connsiteX38" fmla="*/ 3183450 w 3313402"/>
              <a:gd name="connsiteY38" fmla="*/ 501044 h 2948047"/>
              <a:gd name="connsiteX39" fmla="*/ 3217478 w 3313402"/>
              <a:gd name="connsiteY39" fmla="*/ 512777 h 2948047"/>
              <a:gd name="connsiteX40" fmla="*/ 3249161 w 3313402"/>
              <a:gd name="connsiteY40" fmla="*/ 526859 h 2948047"/>
              <a:gd name="connsiteX41" fmla="*/ 3277323 w 3313402"/>
              <a:gd name="connsiteY41" fmla="*/ 544460 h 2948047"/>
              <a:gd name="connsiteX42" fmla="*/ 3303139 w 3313402"/>
              <a:gd name="connsiteY42" fmla="*/ 565581 h 2948047"/>
              <a:gd name="connsiteX43" fmla="*/ 3313402 w 3313402"/>
              <a:gd name="connsiteY43" fmla="*/ 578126 h 2948047"/>
              <a:gd name="connsiteX44" fmla="*/ 3313402 w 3313402"/>
              <a:gd name="connsiteY44" fmla="*/ 2948047 h 2948047"/>
              <a:gd name="connsiteX45" fmla="*/ 422306 w 3313402"/>
              <a:gd name="connsiteY45" fmla="*/ 2948047 h 2948047"/>
              <a:gd name="connsiteX46" fmla="*/ 420079 w 3313402"/>
              <a:gd name="connsiteY46" fmla="*/ 2944070 h 2948047"/>
              <a:gd name="connsiteX47" fmla="*/ 398960 w 3313402"/>
              <a:gd name="connsiteY47" fmla="*/ 2918255 h 2948047"/>
              <a:gd name="connsiteX48" fmla="*/ 375490 w 3313402"/>
              <a:gd name="connsiteY48" fmla="*/ 2891267 h 2948047"/>
              <a:gd name="connsiteX49" fmla="*/ 348502 w 3313402"/>
              <a:gd name="connsiteY49" fmla="*/ 2867799 h 2948047"/>
              <a:gd name="connsiteX50" fmla="*/ 319166 w 3313402"/>
              <a:gd name="connsiteY50" fmla="*/ 2845505 h 2948047"/>
              <a:gd name="connsiteX51" fmla="*/ 289832 w 3313402"/>
              <a:gd name="connsiteY51" fmla="*/ 2823210 h 2948047"/>
              <a:gd name="connsiteX52" fmla="*/ 260497 w 3313402"/>
              <a:gd name="connsiteY52" fmla="*/ 2800916 h 2948047"/>
              <a:gd name="connsiteX53" fmla="*/ 232334 w 3313402"/>
              <a:gd name="connsiteY53" fmla="*/ 2778620 h 2948047"/>
              <a:gd name="connsiteX54" fmla="*/ 205346 w 3313402"/>
              <a:gd name="connsiteY54" fmla="*/ 2753979 h 2948047"/>
              <a:gd name="connsiteX55" fmla="*/ 181878 w 3313402"/>
              <a:gd name="connsiteY55" fmla="*/ 2729338 h 2948047"/>
              <a:gd name="connsiteX56" fmla="*/ 161931 w 3313402"/>
              <a:gd name="connsiteY56" fmla="*/ 2701176 h 2948047"/>
              <a:gd name="connsiteX57" fmla="*/ 146677 w 3313402"/>
              <a:gd name="connsiteY57" fmla="*/ 2671841 h 2948047"/>
              <a:gd name="connsiteX58" fmla="*/ 136116 w 3313402"/>
              <a:gd name="connsiteY58" fmla="*/ 2636640 h 2948047"/>
              <a:gd name="connsiteX59" fmla="*/ 131422 w 3313402"/>
              <a:gd name="connsiteY59" fmla="*/ 2600264 h 2948047"/>
              <a:gd name="connsiteX60" fmla="*/ 130248 w 3313402"/>
              <a:gd name="connsiteY60" fmla="*/ 2562713 h 2948047"/>
              <a:gd name="connsiteX61" fmla="*/ 133769 w 3313402"/>
              <a:gd name="connsiteY61" fmla="*/ 2522818 h 2948047"/>
              <a:gd name="connsiteX62" fmla="*/ 138462 w 3313402"/>
              <a:gd name="connsiteY62" fmla="*/ 2482923 h 2948047"/>
              <a:gd name="connsiteX63" fmla="*/ 144329 w 3313402"/>
              <a:gd name="connsiteY63" fmla="*/ 2443026 h 2948047"/>
              <a:gd name="connsiteX64" fmla="*/ 149023 w 3313402"/>
              <a:gd name="connsiteY64" fmla="*/ 2403131 h 2948047"/>
              <a:gd name="connsiteX65" fmla="*/ 151371 w 3313402"/>
              <a:gd name="connsiteY65" fmla="*/ 2363236 h 2948047"/>
              <a:gd name="connsiteX66" fmla="*/ 151371 w 3313402"/>
              <a:gd name="connsiteY66" fmla="*/ 2324513 h 2948047"/>
              <a:gd name="connsiteX67" fmla="*/ 146677 w 3313402"/>
              <a:gd name="connsiteY67" fmla="*/ 2288138 h 2948047"/>
              <a:gd name="connsiteX68" fmla="*/ 137289 w 3313402"/>
              <a:gd name="connsiteY68" fmla="*/ 2251763 h 2948047"/>
              <a:gd name="connsiteX69" fmla="*/ 123208 w 3313402"/>
              <a:gd name="connsiteY69" fmla="*/ 2217733 h 2948047"/>
              <a:gd name="connsiteX70" fmla="*/ 105607 w 3313402"/>
              <a:gd name="connsiteY70" fmla="*/ 2182531 h 2948047"/>
              <a:gd name="connsiteX71" fmla="*/ 85659 w 3313402"/>
              <a:gd name="connsiteY71" fmla="*/ 2147330 h 2948047"/>
              <a:gd name="connsiteX72" fmla="*/ 64538 w 3313402"/>
              <a:gd name="connsiteY72" fmla="*/ 2112127 h 2948047"/>
              <a:gd name="connsiteX73" fmla="*/ 44590 w 3313402"/>
              <a:gd name="connsiteY73" fmla="*/ 2078098 h 2948047"/>
              <a:gd name="connsiteX74" fmla="*/ 26988 w 3313402"/>
              <a:gd name="connsiteY74" fmla="*/ 2041723 h 2948047"/>
              <a:gd name="connsiteX75" fmla="*/ 12908 w 3313402"/>
              <a:gd name="connsiteY75" fmla="*/ 2006521 h 2948047"/>
              <a:gd name="connsiteX76" fmla="*/ 3521 w 3313402"/>
              <a:gd name="connsiteY76" fmla="*/ 1970145 h 2948047"/>
              <a:gd name="connsiteX77" fmla="*/ 0 w 3313402"/>
              <a:gd name="connsiteY77" fmla="*/ 1932596 h 2948047"/>
              <a:gd name="connsiteX78" fmla="*/ 3521 w 3313402"/>
              <a:gd name="connsiteY78" fmla="*/ 1895048 h 2948047"/>
              <a:gd name="connsiteX79" fmla="*/ 12908 w 3313402"/>
              <a:gd name="connsiteY79" fmla="*/ 1858672 h 2948047"/>
              <a:gd name="connsiteX80" fmla="*/ 26988 w 3313402"/>
              <a:gd name="connsiteY80" fmla="*/ 1823470 h 2948047"/>
              <a:gd name="connsiteX81" fmla="*/ 44590 w 3313402"/>
              <a:gd name="connsiteY81" fmla="*/ 1787095 h 2948047"/>
              <a:gd name="connsiteX82" fmla="*/ 64538 w 3313402"/>
              <a:gd name="connsiteY82" fmla="*/ 1753065 h 2948047"/>
              <a:gd name="connsiteX83" fmla="*/ 85659 w 3313402"/>
              <a:gd name="connsiteY83" fmla="*/ 1717864 h 2948047"/>
              <a:gd name="connsiteX84" fmla="*/ 105607 w 3313402"/>
              <a:gd name="connsiteY84" fmla="*/ 1682661 h 2948047"/>
              <a:gd name="connsiteX85" fmla="*/ 123208 w 3313402"/>
              <a:gd name="connsiteY85" fmla="*/ 1647460 h 2948047"/>
              <a:gd name="connsiteX86" fmla="*/ 137289 w 3313402"/>
              <a:gd name="connsiteY86" fmla="*/ 1613430 h 2948047"/>
              <a:gd name="connsiteX87" fmla="*/ 146677 w 3313402"/>
              <a:gd name="connsiteY87" fmla="*/ 1577054 h 2948047"/>
              <a:gd name="connsiteX88" fmla="*/ 151371 w 3313402"/>
              <a:gd name="connsiteY88" fmla="*/ 1540680 h 2948047"/>
              <a:gd name="connsiteX89" fmla="*/ 151371 w 3313402"/>
              <a:gd name="connsiteY89" fmla="*/ 1501958 h 2948047"/>
              <a:gd name="connsiteX90" fmla="*/ 149023 w 3313402"/>
              <a:gd name="connsiteY90" fmla="*/ 1462061 h 2948047"/>
              <a:gd name="connsiteX91" fmla="*/ 144329 w 3313402"/>
              <a:gd name="connsiteY91" fmla="*/ 1422166 h 2948047"/>
              <a:gd name="connsiteX92" fmla="*/ 138462 w 3313402"/>
              <a:gd name="connsiteY92" fmla="*/ 1382269 h 2948047"/>
              <a:gd name="connsiteX93" fmla="*/ 133769 w 3313402"/>
              <a:gd name="connsiteY93" fmla="*/ 1342374 h 2948047"/>
              <a:gd name="connsiteX94" fmla="*/ 130248 w 3313402"/>
              <a:gd name="connsiteY94" fmla="*/ 1302479 h 2948047"/>
              <a:gd name="connsiteX95" fmla="*/ 131422 w 3313402"/>
              <a:gd name="connsiteY95" fmla="*/ 1264930 h 2948047"/>
              <a:gd name="connsiteX96" fmla="*/ 136116 w 3313402"/>
              <a:gd name="connsiteY96" fmla="*/ 1228554 h 2948047"/>
              <a:gd name="connsiteX97" fmla="*/ 146677 w 3313402"/>
              <a:gd name="connsiteY97" fmla="*/ 1193352 h 2948047"/>
              <a:gd name="connsiteX98" fmla="*/ 161931 w 3313402"/>
              <a:gd name="connsiteY98" fmla="*/ 1164017 h 2948047"/>
              <a:gd name="connsiteX99" fmla="*/ 181878 w 3313402"/>
              <a:gd name="connsiteY99" fmla="*/ 1135856 h 2948047"/>
              <a:gd name="connsiteX100" fmla="*/ 205346 w 3313402"/>
              <a:gd name="connsiteY100" fmla="*/ 1111214 h 2948047"/>
              <a:gd name="connsiteX101" fmla="*/ 232334 w 3313402"/>
              <a:gd name="connsiteY101" fmla="*/ 1086573 h 2948047"/>
              <a:gd name="connsiteX102" fmla="*/ 260497 w 3313402"/>
              <a:gd name="connsiteY102" fmla="*/ 1064277 h 2948047"/>
              <a:gd name="connsiteX103" fmla="*/ 289832 w 3313402"/>
              <a:gd name="connsiteY103" fmla="*/ 1041982 h 2948047"/>
              <a:gd name="connsiteX104" fmla="*/ 319166 w 3313402"/>
              <a:gd name="connsiteY104" fmla="*/ 1019688 h 2948047"/>
              <a:gd name="connsiteX105" fmla="*/ 348502 w 3313402"/>
              <a:gd name="connsiteY105" fmla="*/ 997393 h 2948047"/>
              <a:gd name="connsiteX106" fmla="*/ 375490 w 3313402"/>
              <a:gd name="connsiteY106" fmla="*/ 973926 h 2948047"/>
              <a:gd name="connsiteX107" fmla="*/ 398960 w 3313402"/>
              <a:gd name="connsiteY107" fmla="*/ 946938 h 2948047"/>
              <a:gd name="connsiteX108" fmla="*/ 420079 w 3313402"/>
              <a:gd name="connsiteY108" fmla="*/ 921122 h 2948047"/>
              <a:gd name="connsiteX109" fmla="*/ 436507 w 3313402"/>
              <a:gd name="connsiteY109" fmla="*/ 891788 h 2948047"/>
              <a:gd name="connsiteX110" fmla="*/ 450588 w 3313402"/>
              <a:gd name="connsiteY110" fmla="*/ 860106 h 2948047"/>
              <a:gd name="connsiteX111" fmla="*/ 462322 w 3313402"/>
              <a:gd name="connsiteY111" fmla="*/ 826076 h 2948047"/>
              <a:gd name="connsiteX112" fmla="*/ 472883 w 3313402"/>
              <a:gd name="connsiteY112" fmla="*/ 790874 h 2948047"/>
              <a:gd name="connsiteX113" fmla="*/ 482271 w 3313402"/>
              <a:gd name="connsiteY113" fmla="*/ 755672 h 2948047"/>
              <a:gd name="connsiteX114" fmla="*/ 491658 w 3313402"/>
              <a:gd name="connsiteY114" fmla="*/ 719297 h 2948047"/>
              <a:gd name="connsiteX115" fmla="*/ 502219 w 3313402"/>
              <a:gd name="connsiteY115" fmla="*/ 685268 h 2948047"/>
              <a:gd name="connsiteX116" fmla="*/ 513952 w 3313402"/>
              <a:gd name="connsiteY116" fmla="*/ 651238 h 2948047"/>
              <a:gd name="connsiteX117" fmla="*/ 528034 w 3313402"/>
              <a:gd name="connsiteY117" fmla="*/ 619558 h 2948047"/>
              <a:gd name="connsiteX118" fmla="*/ 545635 w 3313402"/>
              <a:gd name="connsiteY118" fmla="*/ 591396 h 2948047"/>
              <a:gd name="connsiteX119" fmla="*/ 566755 w 3313402"/>
              <a:gd name="connsiteY119" fmla="*/ 565581 h 2948047"/>
              <a:gd name="connsiteX120" fmla="*/ 592570 w 3313402"/>
              <a:gd name="connsiteY120" fmla="*/ 544460 h 2948047"/>
              <a:gd name="connsiteX121" fmla="*/ 620733 w 3313402"/>
              <a:gd name="connsiteY121" fmla="*/ 526859 h 2948047"/>
              <a:gd name="connsiteX122" fmla="*/ 652413 w 3313402"/>
              <a:gd name="connsiteY122" fmla="*/ 512777 h 2948047"/>
              <a:gd name="connsiteX123" fmla="*/ 686443 w 3313402"/>
              <a:gd name="connsiteY123" fmla="*/ 501044 h 2948047"/>
              <a:gd name="connsiteX124" fmla="*/ 720472 w 3313402"/>
              <a:gd name="connsiteY124" fmla="*/ 490483 h 2948047"/>
              <a:gd name="connsiteX125" fmla="*/ 756848 w 3313402"/>
              <a:gd name="connsiteY125" fmla="*/ 481096 h 2948047"/>
              <a:gd name="connsiteX126" fmla="*/ 792049 w 3313402"/>
              <a:gd name="connsiteY126" fmla="*/ 471708 h 2948047"/>
              <a:gd name="connsiteX127" fmla="*/ 827252 w 3313402"/>
              <a:gd name="connsiteY127" fmla="*/ 461147 h 2948047"/>
              <a:gd name="connsiteX128" fmla="*/ 861280 w 3313402"/>
              <a:gd name="connsiteY128" fmla="*/ 449413 h 2948047"/>
              <a:gd name="connsiteX129" fmla="*/ 892962 w 3313402"/>
              <a:gd name="connsiteY129" fmla="*/ 435332 h 2948047"/>
              <a:gd name="connsiteX130" fmla="*/ 922297 w 3313402"/>
              <a:gd name="connsiteY130" fmla="*/ 418906 h 2948047"/>
              <a:gd name="connsiteX131" fmla="*/ 948112 w 3313402"/>
              <a:gd name="connsiteY131" fmla="*/ 397785 h 2948047"/>
              <a:gd name="connsiteX132" fmla="*/ 975101 w 3313402"/>
              <a:gd name="connsiteY132" fmla="*/ 374315 h 2948047"/>
              <a:gd name="connsiteX133" fmla="*/ 998569 w 3313402"/>
              <a:gd name="connsiteY133" fmla="*/ 347327 h 2948047"/>
              <a:gd name="connsiteX134" fmla="*/ 1020864 w 3313402"/>
              <a:gd name="connsiteY134" fmla="*/ 319166 h 2948047"/>
              <a:gd name="connsiteX135" fmla="*/ 1043158 w 3313402"/>
              <a:gd name="connsiteY135" fmla="*/ 289831 h 2948047"/>
              <a:gd name="connsiteX136" fmla="*/ 1065453 w 3313402"/>
              <a:gd name="connsiteY136" fmla="*/ 260495 h 2948047"/>
              <a:gd name="connsiteX137" fmla="*/ 1087747 w 3313402"/>
              <a:gd name="connsiteY137" fmla="*/ 232334 h 2948047"/>
              <a:gd name="connsiteX138" fmla="*/ 1112390 w 3313402"/>
              <a:gd name="connsiteY138" fmla="*/ 205346 h 2948047"/>
              <a:gd name="connsiteX139" fmla="*/ 1137030 w 3313402"/>
              <a:gd name="connsiteY139" fmla="*/ 181878 h 2948047"/>
              <a:gd name="connsiteX140" fmla="*/ 1165193 w 3313402"/>
              <a:gd name="connsiteY140" fmla="*/ 161930 h 2948047"/>
              <a:gd name="connsiteX141" fmla="*/ 1194528 w 3313402"/>
              <a:gd name="connsiteY141" fmla="*/ 146675 h 2948047"/>
              <a:gd name="connsiteX142" fmla="*/ 1229731 w 3313402"/>
              <a:gd name="connsiteY142" fmla="*/ 136115 h 2948047"/>
              <a:gd name="connsiteX143" fmla="*/ 1266106 w 3313402"/>
              <a:gd name="connsiteY143" fmla="*/ 131421 h 2948047"/>
              <a:gd name="connsiteX144" fmla="*/ 1303654 w 3313402"/>
              <a:gd name="connsiteY144" fmla="*/ 130247 h 2948047"/>
              <a:gd name="connsiteX145" fmla="*/ 1343549 w 3313402"/>
              <a:gd name="connsiteY145" fmla="*/ 133769 h 2948047"/>
              <a:gd name="connsiteX146" fmla="*/ 1383446 w 3313402"/>
              <a:gd name="connsiteY146" fmla="*/ 138462 h 2948047"/>
              <a:gd name="connsiteX147" fmla="*/ 1423342 w 3313402"/>
              <a:gd name="connsiteY147" fmla="*/ 144329 h 2948047"/>
              <a:gd name="connsiteX148" fmla="*/ 1463237 w 3313402"/>
              <a:gd name="connsiteY148" fmla="*/ 149023 h 2948047"/>
              <a:gd name="connsiteX149" fmla="*/ 1503133 w 3313402"/>
              <a:gd name="connsiteY149" fmla="*/ 151369 h 2948047"/>
              <a:gd name="connsiteX150" fmla="*/ 1541856 w 3313402"/>
              <a:gd name="connsiteY150" fmla="*/ 151369 h 2948047"/>
              <a:gd name="connsiteX151" fmla="*/ 1578232 w 3313402"/>
              <a:gd name="connsiteY151" fmla="*/ 146675 h 2948047"/>
              <a:gd name="connsiteX152" fmla="*/ 1614608 w 3313402"/>
              <a:gd name="connsiteY152" fmla="*/ 137288 h 2948047"/>
              <a:gd name="connsiteX153" fmla="*/ 1649810 w 3313402"/>
              <a:gd name="connsiteY153" fmla="*/ 123208 h 2948047"/>
              <a:gd name="connsiteX154" fmla="*/ 1685011 w 3313402"/>
              <a:gd name="connsiteY154" fmla="*/ 104433 h 2948047"/>
              <a:gd name="connsiteX155" fmla="*/ 1720214 w 3313402"/>
              <a:gd name="connsiteY155" fmla="*/ 85659 h 2948047"/>
              <a:gd name="connsiteX156" fmla="*/ 1755415 w 3313402"/>
              <a:gd name="connsiteY156" fmla="*/ 64537 h 2948047"/>
              <a:gd name="connsiteX157" fmla="*/ 1789445 w 3313402"/>
              <a:gd name="connsiteY157" fmla="*/ 44589 h 2948047"/>
              <a:gd name="connsiteX158" fmla="*/ 1825821 w 3313402"/>
              <a:gd name="connsiteY158" fmla="*/ 26988 h 2948047"/>
              <a:gd name="connsiteX159" fmla="*/ 1861022 w 3313402"/>
              <a:gd name="connsiteY159" fmla="*/ 12907 h 2948047"/>
              <a:gd name="connsiteX160" fmla="*/ 1897398 w 3313402"/>
              <a:gd name="connsiteY160" fmla="*/ 3519 h 2948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</a:cxnLst>
            <a:rect l="l" t="t" r="r" b="b"/>
            <a:pathLst>
              <a:path w="3313402" h="2948047">
                <a:moveTo>
                  <a:pt x="1934947" y="0"/>
                </a:moveTo>
                <a:lnTo>
                  <a:pt x="1972495" y="3519"/>
                </a:lnTo>
                <a:lnTo>
                  <a:pt x="2008871" y="12907"/>
                </a:lnTo>
                <a:lnTo>
                  <a:pt x="2044074" y="26988"/>
                </a:lnTo>
                <a:lnTo>
                  <a:pt x="2080448" y="44589"/>
                </a:lnTo>
                <a:lnTo>
                  <a:pt x="2114478" y="64537"/>
                </a:lnTo>
                <a:lnTo>
                  <a:pt x="2149681" y="85659"/>
                </a:lnTo>
                <a:lnTo>
                  <a:pt x="2184882" y="104433"/>
                </a:lnTo>
                <a:lnTo>
                  <a:pt x="2220084" y="123208"/>
                </a:lnTo>
                <a:lnTo>
                  <a:pt x="2254113" y="137288"/>
                </a:lnTo>
                <a:lnTo>
                  <a:pt x="2291662" y="146675"/>
                </a:lnTo>
                <a:lnTo>
                  <a:pt x="2328037" y="151369"/>
                </a:lnTo>
                <a:lnTo>
                  <a:pt x="2366759" y="151369"/>
                </a:lnTo>
                <a:lnTo>
                  <a:pt x="2406656" y="149023"/>
                </a:lnTo>
                <a:lnTo>
                  <a:pt x="2446551" y="144329"/>
                </a:lnTo>
                <a:lnTo>
                  <a:pt x="2486448" y="138462"/>
                </a:lnTo>
                <a:lnTo>
                  <a:pt x="2526343" y="133769"/>
                </a:lnTo>
                <a:lnTo>
                  <a:pt x="2566239" y="130247"/>
                </a:lnTo>
                <a:lnTo>
                  <a:pt x="2603787" y="131421"/>
                </a:lnTo>
                <a:lnTo>
                  <a:pt x="2640163" y="136115"/>
                </a:lnTo>
                <a:lnTo>
                  <a:pt x="2675366" y="146675"/>
                </a:lnTo>
                <a:lnTo>
                  <a:pt x="2704702" y="161930"/>
                </a:lnTo>
                <a:lnTo>
                  <a:pt x="2732862" y="181878"/>
                </a:lnTo>
                <a:lnTo>
                  <a:pt x="2757504" y="205346"/>
                </a:lnTo>
                <a:lnTo>
                  <a:pt x="2782146" y="232334"/>
                </a:lnTo>
                <a:lnTo>
                  <a:pt x="2804440" y="260495"/>
                </a:lnTo>
                <a:lnTo>
                  <a:pt x="2826735" y="289831"/>
                </a:lnTo>
                <a:lnTo>
                  <a:pt x="2849030" y="319166"/>
                </a:lnTo>
                <a:lnTo>
                  <a:pt x="2871324" y="347327"/>
                </a:lnTo>
                <a:lnTo>
                  <a:pt x="2894793" y="374315"/>
                </a:lnTo>
                <a:lnTo>
                  <a:pt x="2921781" y="397785"/>
                </a:lnTo>
                <a:lnTo>
                  <a:pt x="2947597" y="418906"/>
                </a:lnTo>
                <a:lnTo>
                  <a:pt x="2976931" y="435332"/>
                </a:lnTo>
                <a:lnTo>
                  <a:pt x="3008614" y="449413"/>
                </a:lnTo>
                <a:lnTo>
                  <a:pt x="3042641" y="461147"/>
                </a:lnTo>
                <a:lnTo>
                  <a:pt x="3077843" y="471708"/>
                </a:lnTo>
                <a:lnTo>
                  <a:pt x="3113046" y="481096"/>
                </a:lnTo>
                <a:lnTo>
                  <a:pt x="3149422" y="490483"/>
                </a:lnTo>
                <a:lnTo>
                  <a:pt x="3183450" y="501044"/>
                </a:lnTo>
                <a:lnTo>
                  <a:pt x="3217478" y="512777"/>
                </a:lnTo>
                <a:lnTo>
                  <a:pt x="3249161" y="526859"/>
                </a:lnTo>
                <a:lnTo>
                  <a:pt x="3277323" y="544460"/>
                </a:lnTo>
                <a:lnTo>
                  <a:pt x="3303139" y="565581"/>
                </a:lnTo>
                <a:lnTo>
                  <a:pt x="3313402" y="578126"/>
                </a:lnTo>
                <a:lnTo>
                  <a:pt x="3313402" y="2948047"/>
                </a:lnTo>
                <a:lnTo>
                  <a:pt x="422306" y="2948047"/>
                </a:lnTo>
                <a:lnTo>
                  <a:pt x="420079" y="2944070"/>
                </a:lnTo>
                <a:lnTo>
                  <a:pt x="398960" y="2918255"/>
                </a:lnTo>
                <a:lnTo>
                  <a:pt x="375490" y="2891267"/>
                </a:lnTo>
                <a:lnTo>
                  <a:pt x="348502" y="2867799"/>
                </a:lnTo>
                <a:lnTo>
                  <a:pt x="319166" y="2845505"/>
                </a:lnTo>
                <a:lnTo>
                  <a:pt x="289832" y="2823210"/>
                </a:lnTo>
                <a:lnTo>
                  <a:pt x="260497" y="2800916"/>
                </a:lnTo>
                <a:lnTo>
                  <a:pt x="232334" y="2778620"/>
                </a:lnTo>
                <a:lnTo>
                  <a:pt x="205346" y="2753979"/>
                </a:lnTo>
                <a:lnTo>
                  <a:pt x="181878" y="2729338"/>
                </a:lnTo>
                <a:lnTo>
                  <a:pt x="161931" y="2701176"/>
                </a:lnTo>
                <a:lnTo>
                  <a:pt x="146677" y="2671841"/>
                </a:lnTo>
                <a:lnTo>
                  <a:pt x="136116" y="2636640"/>
                </a:lnTo>
                <a:lnTo>
                  <a:pt x="131422" y="2600264"/>
                </a:lnTo>
                <a:lnTo>
                  <a:pt x="130248" y="2562713"/>
                </a:lnTo>
                <a:lnTo>
                  <a:pt x="133769" y="2522818"/>
                </a:lnTo>
                <a:lnTo>
                  <a:pt x="138462" y="2482923"/>
                </a:lnTo>
                <a:lnTo>
                  <a:pt x="144329" y="2443026"/>
                </a:lnTo>
                <a:lnTo>
                  <a:pt x="149023" y="2403131"/>
                </a:lnTo>
                <a:lnTo>
                  <a:pt x="151371" y="2363236"/>
                </a:lnTo>
                <a:lnTo>
                  <a:pt x="151371" y="2324513"/>
                </a:lnTo>
                <a:lnTo>
                  <a:pt x="146677" y="2288138"/>
                </a:lnTo>
                <a:lnTo>
                  <a:pt x="137289" y="2251763"/>
                </a:lnTo>
                <a:lnTo>
                  <a:pt x="123208" y="2217733"/>
                </a:lnTo>
                <a:lnTo>
                  <a:pt x="105607" y="2182531"/>
                </a:lnTo>
                <a:lnTo>
                  <a:pt x="85659" y="2147330"/>
                </a:lnTo>
                <a:lnTo>
                  <a:pt x="64538" y="2112127"/>
                </a:lnTo>
                <a:lnTo>
                  <a:pt x="44590" y="2078098"/>
                </a:lnTo>
                <a:lnTo>
                  <a:pt x="26988" y="2041723"/>
                </a:lnTo>
                <a:lnTo>
                  <a:pt x="12908" y="2006521"/>
                </a:lnTo>
                <a:lnTo>
                  <a:pt x="3521" y="1970145"/>
                </a:lnTo>
                <a:lnTo>
                  <a:pt x="0" y="1932596"/>
                </a:lnTo>
                <a:lnTo>
                  <a:pt x="3521" y="1895048"/>
                </a:lnTo>
                <a:lnTo>
                  <a:pt x="12908" y="1858672"/>
                </a:lnTo>
                <a:lnTo>
                  <a:pt x="26988" y="1823470"/>
                </a:lnTo>
                <a:lnTo>
                  <a:pt x="44590" y="1787095"/>
                </a:lnTo>
                <a:lnTo>
                  <a:pt x="64538" y="1753065"/>
                </a:lnTo>
                <a:lnTo>
                  <a:pt x="85659" y="1717864"/>
                </a:lnTo>
                <a:lnTo>
                  <a:pt x="105607" y="1682661"/>
                </a:lnTo>
                <a:lnTo>
                  <a:pt x="123208" y="1647460"/>
                </a:lnTo>
                <a:lnTo>
                  <a:pt x="137289" y="1613430"/>
                </a:lnTo>
                <a:lnTo>
                  <a:pt x="146677" y="1577054"/>
                </a:lnTo>
                <a:lnTo>
                  <a:pt x="151371" y="1540680"/>
                </a:lnTo>
                <a:lnTo>
                  <a:pt x="151371" y="1501958"/>
                </a:lnTo>
                <a:lnTo>
                  <a:pt x="149023" y="1462061"/>
                </a:lnTo>
                <a:lnTo>
                  <a:pt x="144329" y="1422166"/>
                </a:lnTo>
                <a:lnTo>
                  <a:pt x="138462" y="1382269"/>
                </a:lnTo>
                <a:lnTo>
                  <a:pt x="133769" y="1342374"/>
                </a:lnTo>
                <a:lnTo>
                  <a:pt x="130248" y="1302479"/>
                </a:lnTo>
                <a:lnTo>
                  <a:pt x="131422" y="1264930"/>
                </a:lnTo>
                <a:lnTo>
                  <a:pt x="136116" y="1228554"/>
                </a:lnTo>
                <a:lnTo>
                  <a:pt x="146677" y="1193352"/>
                </a:lnTo>
                <a:lnTo>
                  <a:pt x="161931" y="1164017"/>
                </a:lnTo>
                <a:lnTo>
                  <a:pt x="181878" y="1135856"/>
                </a:lnTo>
                <a:lnTo>
                  <a:pt x="205346" y="1111214"/>
                </a:lnTo>
                <a:lnTo>
                  <a:pt x="232334" y="1086573"/>
                </a:lnTo>
                <a:lnTo>
                  <a:pt x="260497" y="1064277"/>
                </a:lnTo>
                <a:lnTo>
                  <a:pt x="289832" y="1041982"/>
                </a:lnTo>
                <a:lnTo>
                  <a:pt x="319166" y="1019688"/>
                </a:lnTo>
                <a:lnTo>
                  <a:pt x="348502" y="997393"/>
                </a:lnTo>
                <a:lnTo>
                  <a:pt x="375490" y="973926"/>
                </a:lnTo>
                <a:lnTo>
                  <a:pt x="398960" y="946938"/>
                </a:lnTo>
                <a:lnTo>
                  <a:pt x="420079" y="921122"/>
                </a:lnTo>
                <a:lnTo>
                  <a:pt x="436507" y="891788"/>
                </a:lnTo>
                <a:lnTo>
                  <a:pt x="450588" y="860106"/>
                </a:lnTo>
                <a:lnTo>
                  <a:pt x="462322" y="826076"/>
                </a:lnTo>
                <a:lnTo>
                  <a:pt x="472883" y="790874"/>
                </a:lnTo>
                <a:lnTo>
                  <a:pt x="482271" y="755672"/>
                </a:lnTo>
                <a:lnTo>
                  <a:pt x="491658" y="719297"/>
                </a:lnTo>
                <a:lnTo>
                  <a:pt x="502219" y="685268"/>
                </a:lnTo>
                <a:lnTo>
                  <a:pt x="513952" y="651238"/>
                </a:lnTo>
                <a:lnTo>
                  <a:pt x="528034" y="619558"/>
                </a:lnTo>
                <a:lnTo>
                  <a:pt x="545635" y="591396"/>
                </a:lnTo>
                <a:lnTo>
                  <a:pt x="566755" y="565581"/>
                </a:lnTo>
                <a:lnTo>
                  <a:pt x="592570" y="544460"/>
                </a:lnTo>
                <a:lnTo>
                  <a:pt x="620733" y="526859"/>
                </a:lnTo>
                <a:lnTo>
                  <a:pt x="652413" y="512777"/>
                </a:lnTo>
                <a:lnTo>
                  <a:pt x="686443" y="501044"/>
                </a:lnTo>
                <a:lnTo>
                  <a:pt x="720472" y="490483"/>
                </a:lnTo>
                <a:lnTo>
                  <a:pt x="756848" y="481096"/>
                </a:lnTo>
                <a:lnTo>
                  <a:pt x="792049" y="471708"/>
                </a:lnTo>
                <a:lnTo>
                  <a:pt x="827252" y="461147"/>
                </a:lnTo>
                <a:lnTo>
                  <a:pt x="861280" y="449413"/>
                </a:lnTo>
                <a:lnTo>
                  <a:pt x="892962" y="435332"/>
                </a:lnTo>
                <a:lnTo>
                  <a:pt x="922297" y="418906"/>
                </a:lnTo>
                <a:lnTo>
                  <a:pt x="948112" y="397785"/>
                </a:lnTo>
                <a:lnTo>
                  <a:pt x="975101" y="374315"/>
                </a:lnTo>
                <a:lnTo>
                  <a:pt x="998569" y="347327"/>
                </a:lnTo>
                <a:lnTo>
                  <a:pt x="1020864" y="319166"/>
                </a:lnTo>
                <a:lnTo>
                  <a:pt x="1043158" y="289831"/>
                </a:lnTo>
                <a:lnTo>
                  <a:pt x="1065453" y="260495"/>
                </a:lnTo>
                <a:lnTo>
                  <a:pt x="1087747" y="232334"/>
                </a:lnTo>
                <a:lnTo>
                  <a:pt x="1112390" y="205346"/>
                </a:lnTo>
                <a:lnTo>
                  <a:pt x="1137030" y="181878"/>
                </a:lnTo>
                <a:lnTo>
                  <a:pt x="1165193" y="161930"/>
                </a:lnTo>
                <a:lnTo>
                  <a:pt x="1194528" y="146675"/>
                </a:lnTo>
                <a:lnTo>
                  <a:pt x="1229731" y="136115"/>
                </a:lnTo>
                <a:lnTo>
                  <a:pt x="1266106" y="131421"/>
                </a:lnTo>
                <a:lnTo>
                  <a:pt x="1303654" y="130247"/>
                </a:lnTo>
                <a:lnTo>
                  <a:pt x="1343549" y="133769"/>
                </a:lnTo>
                <a:lnTo>
                  <a:pt x="1383446" y="138462"/>
                </a:lnTo>
                <a:lnTo>
                  <a:pt x="1423342" y="144329"/>
                </a:lnTo>
                <a:lnTo>
                  <a:pt x="1463237" y="149023"/>
                </a:lnTo>
                <a:lnTo>
                  <a:pt x="1503133" y="151369"/>
                </a:lnTo>
                <a:lnTo>
                  <a:pt x="1541856" y="151369"/>
                </a:lnTo>
                <a:lnTo>
                  <a:pt x="1578232" y="146675"/>
                </a:lnTo>
                <a:lnTo>
                  <a:pt x="1614608" y="137288"/>
                </a:lnTo>
                <a:lnTo>
                  <a:pt x="1649810" y="123208"/>
                </a:lnTo>
                <a:lnTo>
                  <a:pt x="1685011" y="104433"/>
                </a:lnTo>
                <a:lnTo>
                  <a:pt x="1720214" y="85659"/>
                </a:lnTo>
                <a:lnTo>
                  <a:pt x="1755415" y="64537"/>
                </a:lnTo>
                <a:lnTo>
                  <a:pt x="1789445" y="44589"/>
                </a:lnTo>
                <a:lnTo>
                  <a:pt x="1825821" y="26988"/>
                </a:lnTo>
                <a:lnTo>
                  <a:pt x="1861022" y="12907"/>
                </a:lnTo>
                <a:lnTo>
                  <a:pt x="1897398" y="3519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9E2E6A6E-803E-4838-AD5C-113793CC20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3418" y="4720771"/>
            <a:ext cx="2410583" cy="2136673"/>
          </a:xfrm>
          <a:custGeom>
            <a:avLst/>
            <a:gdLst>
              <a:gd name="connsiteX0" fmla="*/ 1835656 w 3214111"/>
              <a:gd name="connsiteY0" fmla="*/ 0 h 2848897"/>
              <a:gd name="connsiteX1" fmla="*/ 1871276 w 3214111"/>
              <a:gd name="connsiteY1" fmla="*/ 3339 h 2848897"/>
              <a:gd name="connsiteX2" fmla="*/ 1905787 w 3214111"/>
              <a:gd name="connsiteY2" fmla="*/ 12245 h 2848897"/>
              <a:gd name="connsiteX3" fmla="*/ 1939183 w 3214111"/>
              <a:gd name="connsiteY3" fmla="*/ 25604 h 2848897"/>
              <a:gd name="connsiteX4" fmla="*/ 1973690 w 3214111"/>
              <a:gd name="connsiteY4" fmla="*/ 42302 h 2848897"/>
              <a:gd name="connsiteX5" fmla="*/ 2005974 w 3214111"/>
              <a:gd name="connsiteY5" fmla="*/ 61227 h 2848897"/>
              <a:gd name="connsiteX6" fmla="*/ 2039370 w 3214111"/>
              <a:gd name="connsiteY6" fmla="*/ 81264 h 2848897"/>
              <a:gd name="connsiteX7" fmla="*/ 2072765 w 3214111"/>
              <a:gd name="connsiteY7" fmla="*/ 99075 h 2848897"/>
              <a:gd name="connsiteX8" fmla="*/ 2106161 w 3214111"/>
              <a:gd name="connsiteY8" fmla="*/ 116887 h 2848897"/>
              <a:gd name="connsiteX9" fmla="*/ 2138444 w 3214111"/>
              <a:gd name="connsiteY9" fmla="*/ 130245 h 2848897"/>
              <a:gd name="connsiteX10" fmla="*/ 2174066 w 3214111"/>
              <a:gd name="connsiteY10" fmla="*/ 139150 h 2848897"/>
              <a:gd name="connsiteX11" fmla="*/ 2208575 w 3214111"/>
              <a:gd name="connsiteY11" fmla="*/ 143604 h 2848897"/>
              <a:gd name="connsiteX12" fmla="*/ 2245310 w 3214111"/>
              <a:gd name="connsiteY12" fmla="*/ 143604 h 2848897"/>
              <a:gd name="connsiteX13" fmla="*/ 2283159 w 3214111"/>
              <a:gd name="connsiteY13" fmla="*/ 141378 h 2848897"/>
              <a:gd name="connsiteX14" fmla="*/ 2321007 w 3214111"/>
              <a:gd name="connsiteY14" fmla="*/ 136924 h 2848897"/>
              <a:gd name="connsiteX15" fmla="*/ 2358857 w 3214111"/>
              <a:gd name="connsiteY15" fmla="*/ 131359 h 2848897"/>
              <a:gd name="connsiteX16" fmla="*/ 2396705 w 3214111"/>
              <a:gd name="connsiteY16" fmla="*/ 126906 h 2848897"/>
              <a:gd name="connsiteX17" fmla="*/ 2434554 w 3214111"/>
              <a:gd name="connsiteY17" fmla="*/ 123565 h 2848897"/>
              <a:gd name="connsiteX18" fmla="*/ 2470175 w 3214111"/>
              <a:gd name="connsiteY18" fmla="*/ 124678 h 2848897"/>
              <a:gd name="connsiteX19" fmla="*/ 2504683 w 3214111"/>
              <a:gd name="connsiteY19" fmla="*/ 129132 h 2848897"/>
              <a:gd name="connsiteX20" fmla="*/ 2538079 w 3214111"/>
              <a:gd name="connsiteY20" fmla="*/ 139150 h 2848897"/>
              <a:gd name="connsiteX21" fmla="*/ 2565910 w 3214111"/>
              <a:gd name="connsiteY21" fmla="*/ 153622 h 2848897"/>
              <a:gd name="connsiteX22" fmla="*/ 2592625 w 3214111"/>
              <a:gd name="connsiteY22" fmla="*/ 172547 h 2848897"/>
              <a:gd name="connsiteX23" fmla="*/ 2616003 w 3214111"/>
              <a:gd name="connsiteY23" fmla="*/ 194811 h 2848897"/>
              <a:gd name="connsiteX24" fmla="*/ 2639380 w 3214111"/>
              <a:gd name="connsiteY24" fmla="*/ 220414 h 2848897"/>
              <a:gd name="connsiteX25" fmla="*/ 2660531 w 3214111"/>
              <a:gd name="connsiteY25" fmla="*/ 247131 h 2848897"/>
              <a:gd name="connsiteX26" fmla="*/ 2681682 w 3214111"/>
              <a:gd name="connsiteY26" fmla="*/ 274961 h 2848897"/>
              <a:gd name="connsiteX27" fmla="*/ 2702832 w 3214111"/>
              <a:gd name="connsiteY27" fmla="*/ 302791 h 2848897"/>
              <a:gd name="connsiteX28" fmla="*/ 2723982 w 3214111"/>
              <a:gd name="connsiteY28" fmla="*/ 329509 h 2848897"/>
              <a:gd name="connsiteX29" fmla="*/ 2746247 w 3214111"/>
              <a:gd name="connsiteY29" fmla="*/ 355112 h 2848897"/>
              <a:gd name="connsiteX30" fmla="*/ 2771851 w 3214111"/>
              <a:gd name="connsiteY30" fmla="*/ 377377 h 2848897"/>
              <a:gd name="connsiteX31" fmla="*/ 2796341 w 3214111"/>
              <a:gd name="connsiteY31" fmla="*/ 397415 h 2848897"/>
              <a:gd name="connsiteX32" fmla="*/ 2824171 w 3214111"/>
              <a:gd name="connsiteY32" fmla="*/ 412999 h 2848897"/>
              <a:gd name="connsiteX33" fmla="*/ 2854227 w 3214111"/>
              <a:gd name="connsiteY33" fmla="*/ 426357 h 2848897"/>
              <a:gd name="connsiteX34" fmla="*/ 2886509 w 3214111"/>
              <a:gd name="connsiteY34" fmla="*/ 437489 h 2848897"/>
              <a:gd name="connsiteX35" fmla="*/ 2919904 w 3214111"/>
              <a:gd name="connsiteY35" fmla="*/ 447507 h 2848897"/>
              <a:gd name="connsiteX36" fmla="*/ 2953300 w 3214111"/>
              <a:gd name="connsiteY36" fmla="*/ 456413 h 2848897"/>
              <a:gd name="connsiteX37" fmla="*/ 2987809 w 3214111"/>
              <a:gd name="connsiteY37" fmla="*/ 465320 h 2848897"/>
              <a:gd name="connsiteX38" fmla="*/ 3020092 w 3214111"/>
              <a:gd name="connsiteY38" fmla="*/ 475338 h 2848897"/>
              <a:gd name="connsiteX39" fmla="*/ 3052373 w 3214111"/>
              <a:gd name="connsiteY39" fmla="*/ 486470 h 2848897"/>
              <a:gd name="connsiteX40" fmla="*/ 3082430 w 3214111"/>
              <a:gd name="connsiteY40" fmla="*/ 499829 h 2848897"/>
              <a:gd name="connsiteX41" fmla="*/ 3109148 w 3214111"/>
              <a:gd name="connsiteY41" fmla="*/ 516527 h 2848897"/>
              <a:gd name="connsiteX42" fmla="*/ 3133639 w 3214111"/>
              <a:gd name="connsiteY42" fmla="*/ 536565 h 2848897"/>
              <a:gd name="connsiteX43" fmla="*/ 3153674 w 3214111"/>
              <a:gd name="connsiteY43" fmla="*/ 561055 h 2848897"/>
              <a:gd name="connsiteX44" fmla="*/ 3170373 w 3214111"/>
              <a:gd name="connsiteY44" fmla="*/ 587772 h 2848897"/>
              <a:gd name="connsiteX45" fmla="*/ 3183731 w 3214111"/>
              <a:gd name="connsiteY45" fmla="*/ 617827 h 2848897"/>
              <a:gd name="connsiteX46" fmla="*/ 3194863 w 3214111"/>
              <a:gd name="connsiteY46" fmla="*/ 650112 h 2848897"/>
              <a:gd name="connsiteX47" fmla="*/ 3204881 w 3214111"/>
              <a:gd name="connsiteY47" fmla="*/ 682393 h 2848897"/>
              <a:gd name="connsiteX48" fmla="*/ 3213788 w 3214111"/>
              <a:gd name="connsiteY48" fmla="*/ 716904 h 2848897"/>
              <a:gd name="connsiteX49" fmla="*/ 3214111 w 3214111"/>
              <a:gd name="connsiteY49" fmla="*/ 718115 h 2848897"/>
              <a:gd name="connsiteX50" fmla="*/ 3214111 w 3214111"/>
              <a:gd name="connsiteY50" fmla="*/ 2848897 h 2848897"/>
              <a:gd name="connsiteX51" fmla="*/ 426570 w 3214111"/>
              <a:gd name="connsiteY51" fmla="*/ 2848897 h 2848897"/>
              <a:gd name="connsiteX52" fmla="*/ 414108 w 3214111"/>
              <a:gd name="connsiteY52" fmla="*/ 2820857 h 2848897"/>
              <a:gd name="connsiteX53" fmla="*/ 398524 w 3214111"/>
              <a:gd name="connsiteY53" fmla="*/ 2793028 h 2848897"/>
              <a:gd name="connsiteX54" fmla="*/ 378487 w 3214111"/>
              <a:gd name="connsiteY54" fmla="*/ 2768537 h 2848897"/>
              <a:gd name="connsiteX55" fmla="*/ 356222 w 3214111"/>
              <a:gd name="connsiteY55" fmla="*/ 2742933 h 2848897"/>
              <a:gd name="connsiteX56" fmla="*/ 330619 w 3214111"/>
              <a:gd name="connsiteY56" fmla="*/ 2720669 h 2848897"/>
              <a:gd name="connsiteX57" fmla="*/ 302788 w 3214111"/>
              <a:gd name="connsiteY57" fmla="*/ 2699519 h 2848897"/>
              <a:gd name="connsiteX58" fmla="*/ 274959 w 3214111"/>
              <a:gd name="connsiteY58" fmla="*/ 2678368 h 2848897"/>
              <a:gd name="connsiteX59" fmla="*/ 247130 w 3214111"/>
              <a:gd name="connsiteY59" fmla="*/ 2657218 h 2848897"/>
              <a:gd name="connsiteX60" fmla="*/ 220413 w 3214111"/>
              <a:gd name="connsiteY60" fmla="*/ 2636065 h 2848897"/>
              <a:gd name="connsiteX61" fmla="*/ 194809 w 3214111"/>
              <a:gd name="connsiteY61" fmla="*/ 2612689 h 2848897"/>
              <a:gd name="connsiteX62" fmla="*/ 172546 w 3214111"/>
              <a:gd name="connsiteY62" fmla="*/ 2589312 h 2848897"/>
              <a:gd name="connsiteX63" fmla="*/ 153622 w 3214111"/>
              <a:gd name="connsiteY63" fmla="*/ 2562594 h 2848897"/>
              <a:gd name="connsiteX64" fmla="*/ 139150 w 3214111"/>
              <a:gd name="connsiteY64" fmla="*/ 2534764 h 2848897"/>
              <a:gd name="connsiteX65" fmla="*/ 129132 w 3214111"/>
              <a:gd name="connsiteY65" fmla="*/ 2501370 h 2848897"/>
              <a:gd name="connsiteX66" fmla="*/ 124678 w 3214111"/>
              <a:gd name="connsiteY66" fmla="*/ 2466860 h 2848897"/>
              <a:gd name="connsiteX67" fmla="*/ 123564 w 3214111"/>
              <a:gd name="connsiteY67" fmla="*/ 2431236 h 2848897"/>
              <a:gd name="connsiteX68" fmla="*/ 126904 w 3214111"/>
              <a:gd name="connsiteY68" fmla="*/ 2393388 h 2848897"/>
              <a:gd name="connsiteX69" fmla="*/ 131358 w 3214111"/>
              <a:gd name="connsiteY69" fmla="*/ 2355539 h 2848897"/>
              <a:gd name="connsiteX70" fmla="*/ 136923 w 3214111"/>
              <a:gd name="connsiteY70" fmla="*/ 2317690 h 2848897"/>
              <a:gd name="connsiteX71" fmla="*/ 141376 w 3214111"/>
              <a:gd name="connsiteY71" fmla="*/ 2279842 h 2848897"/>
              <a:gd name="connsiteX72" fmla="*/ 143604 w 3214111"/>
              <a:gd name="connsiteY72" fmla="*/ 2241992 h 2848897"/>
              <a:gd name="connsiteX73" fmla="*/ 143604 w 3214111"/>
              <a:gd name="connsiteY73" fmla="*/ 2205256 h 2848897"/>
              <a:gd name="connsiteX74" fmla="*/ 139150 w 3214111"/>
              <a:gd name="connsiteY74" fmla="*/ 2170747 h 2848897"/>
              <a:gd name="connsiteX75" fmla="*/ 130245 w 3214111"/>
              <a:gd name="connsiteY75" fmla="*/ 2136238 h 2848897"/>
              <a:gd name="connsiteX76" fmla="*/ 116886 w 3214111"/>
              <a:gd name="connsiteY76" fmla="*/ 2103954 h 2848897"/>
              <a:gd name="connsiteX77" fmla="*/ 100188 w 3214111"/>
              <a:gd name="connsiteY77" fmla="*/ 2070559 h 2848897"/>
              <a:gd name="connsiteX78" fmla="*/ 81264 w 3214111"/>
              <a:gd name="connsiteY78" fmla="*/ 2037163 h 2848897"/>
              <a:gd name="connsiteX79" fmla="*/ 61227 w 3214111"/>
              <a:gd name="connsiteY79" fmla="*/ 2003766 h 2848897"/>
              <a:gd name="connsiteX80" fmla="*/ 42303 w 3214111"/>
              <a:gd name="connsiteY80" fmla="*/ 1971483 h 2848897"/>
              <a:gd name="connsiteX81" fmla="*/ 25603 w 3214111"/>
              <a:gd name="connsiteY81" fmla="*/ 1936974 h 2848897"/>
              <a:gd name="connsiteX82" fmla="*/ 12246 w 3214111"/>
              <a:gd name="connsiteY82" fmla="*/ 1903578 h 2848897"/>
              <a:gd name="connsiteX83" fmla="*/ 3340 w 3214111"/>
              <a:gd name="connsiteY83" fmla="*/ 1869068 h 2848897"/>
              <a:gd name="connsiteX84" fmla="*/ 0 w 3214111"/>
              <a:gd name="connsiteY84" fmla="*/ 1833446 h 2848897"/>
              <a:gd name="connsiteX85" fmla="*/ 3340 w 3214111"/>
              <a:gd name="connsiteY85" fmla="*/ 1797824 h 2848897"/>
              <a:gd name="connsiteX86" fmla="*/ 12246 w 3214111"/>
              <a:gd name="connsiteY86" fmla="*/ 1763315 h 2848897"/>
              <a:gd name="connsiteX87" fmla="*/ 25603 w 3214111"/>
              <a:gd name="connsiteY87" fmla="*/ 1729918 h 2848897"/>
              <a:gd name="connsiteX88" fmla="*/ 42303 w 3214111"/>
              <a:gd name="connsiteY88" fmla="*/ 1695410 h 2848897"/>
              <a:gd name="connsiteX89" fmla="*/ 61227 w 3214111"/>
              <a:gd name="connsiteY89" fmla="*/ 1663126 h 2848897"/>
              <a:gd name="connsiteX90" fmla="*/ 81264 w 3214111"/>
              <a:gd name="connsiteY90" fmla="*/ 1629730 h 2848897"/>
              <a:gd name="connsiteX91" fmla="*/ 100188 w 3214111"/>
              <a:gd name="connsiteY91" fmla="*/ 1596334 h 2848897"/>
              <a:gd name="connsiteX92" fmla="*/ 116886 w 3214111"/>
              <a:gd name="connsiteY92" fmla="*/ 1562938 h 2848897"/>
              <a:gd name="connsiteX93" fmla="*/ 130245 w 3214111"/>
              <a:gd name="connsiteY93" fmla="*/ 1530654 h 2848897"/>
              <a:gd name="connsiteX94" fmla="*/ 139150 w 3214111"/>
              <a:gd name="connsiteY94" fmla="*/ 1496145 h 2848897"/>
              <a:gd name="connsiteX95" fmla="*/ 143604 w 3214111"/>
              <a:gd name="connsiteY95" fmla="*/ 1461636 h 2848897"/>
              <a:gd name="connsiteX96" fmla="*/ 143604 w 3214111"/>
              <a:gd name="connsiteY96" fmla="*/ 1424901 h 2848897"/>
              <a:gd name="connsiteX97" fmla="*/ 141376 w 3214111"/>
              <a:gd name="connsiteY97" fmla="*/ 1387052 h 2848897"/>
              <a:gd name="connsiteX98" fmla="*/ 136923 w 3214111"/>
              <a:gd name="connsiteY98" fmla="*/ 1349203 h 2848897"/>
              <a:gd name="connsiteX99" fmla="*/ 131358 w 3214111"/>
              <a:gd name="connsiteY99" fmla="*/ 1311353 h 2848897"/>
              <a:gd name="connsiteX100" fmla="*/ 126904 w 3214111"/>
              <a:gd name="connsiteY100" fmla="*/ 1273505 h 2848897"/>
              <a:gd name="connsiteX101" fmla="*/ 123564 w 3214111"/>
              <a:gd name="connsiteY101" fmla="*/ 1235657 h 2848897"/>
              <a:gd name="connsiteX102" fmla="*/ 124678 w 3214111"/>
              <a:gd name="connsiteY102" fmla="*/ 1200034 h 2848897"/>
              <a:gd name="connsiteX103" fmla="*/ 129132 w 3214111"/>
              <a:gd name="connsiteY103" fmla="*/ 1165525 h 2848897"/>
              <a:gd name="connsiteX104" fmla="*/ 139150 w 3214111"/>
              <a:gd name="connsiteY104" fmla="*/ 1132128 h 2848897"/>
              <a:gd name="connsiteX105" fmla="*/ 153622 w 3214111"/>
              <a:gd name="connsiteY105" fmla="*/ 1104298 h 2848897"/>
              <a:gd name="connsiteX106" fmla="*/ 172546 w 3214111"/>
              <a:gd name="connsiteY106" fmla="*/ 1077582 h 2848897"/>
              <a:gd name="connsiteX107" fmla="*/ 194809 w 3214111"/>
              <a:gd name="connsiteY107" fmla="*/ 1054204 h 2848897"/>
              <a:gd name="connsiteX108" fmla="*/ 220413 w 3214111"/>
              <a:gd name="connsiteY108" fmla="*/ 1030827 h 2848897"/>
              <a:gd name="connsiteX109" fmla="*/ 247130 w 3214111"/>
              <a:gd name="connsiteY109" fmla="*/ 1009676 h 2848897"/>
              <a:gd name="connsiteX110" fmla="*/ 274959 w 3214111"/>
              <a:gd name="connsiteY110" fmla="*/ 988524 h 2848897"/>
              <a:gd name="connsiteX111" fmla="*/ 302788 w 3214111"/>
              <a:gd name="connsiteY111" fmla="*/ 967374 h 2848897"/>
              <a:gd name="connsiteX112" fmla="*/ 330619 w 3214111"/>
              <a:gd name="connsiteY112" fmla="*/ 946223 h 2848897"/>
              <a:gd name="connsiteX113" fmla="*/ 356222 w 3214111"/>
              <a:gd name="connsiteY113" fmla="*/ 923960 h 2848897"/>
              <a:gd name="connsiteX114" fmla="*/ 378487 w 3214111"/>
              <a:gd name="connsiteY114" fmla="*/ 898356 h 2848897"/>
              <a:gd name="connsiteX115" fmla="*/ 398524 w 3214111"/>
              <a:gd name="connsiteY115" fmla="*/ 873865 h 2848897"/>
              <a:gd name="connsiteX116" fmla="*/ 414108 w 3214111"/>
              <a:gd name="connsiteY116" fmla="*/ 846035 h 2848897"/>
              <a:gd name="connsiteX117" fmla="*/ 427466 w 3214111"/>
              <a:gd name="connsiteY117" fmla="*/ 815980 h 2848897"/>
              <a:gd name="connsiteX118" fmla="*/ 438598 w 3214111"/>
              <a:gd name="connsiteY118" fmla="*/ 783695 h 2848897"/>
              <a:gd name="connsiteX119" fmla="*/ 448618 w 3214111"/>
              <a:gd name="connsiteY119" fmla="*/ 750298 h 2848897"/>
              <a:gd name="connsiteX120" fmla="*/ 457523 w 3214111"/>
              <a:gd name="connsiteY120" fmla="*/ 716904 h 2848897"/>
              <a:gd name="connsiteX121" fmla="*/ 466429 w 3214111"/>
              <a:gd name="connsiteY121" fmla="*/ 682393 h 2848897"/>
              <a:gd name="connsiteX122" fmla="*/ 476447 w 3214111"/>
              <a:gd name="connsiteY122" fmla="*/ 650112 h 2848897"/>
              <a:gd name="connsiteX123" fmla="*/ 487579 w 3214111"/>
              <a:gd name="connsiteY123" fmla="*/ 617827 h 2848897"/>
              <a:gd name="connsiteX124" fmla="*/ 500938 w 3214111"/>
              <a:gd name="connsiteY124" fmla="*/ 587772 h 2848897"/>
              <a:gd name="connsiteX125" fmla="*/ 517636 w 3214111"/>
              <a:gd name="connsiteY125" fmla="*/ 561055 h 2848897"/>
              <a:gd name="connsiteX126" fmla="*/ 537671 w 3214111"/>
              <a:gd name="connsiteY126" fmla="*/ 536565 h 2848897"/>
              <a:gd name="connsiteX127" fmla="*/ 562163 w 3214111"/>
              <a:gd name="connsiteY127" fmla="*/ 516527 h 2848897"/>
              <a:gd name="connsiteX128" fmla="*/ 588880 w 3214111"/>
              <a:gd name="connsiteY128" fmla="*/ 499829 h 2848897"/>
              <a:gd name="connsiteX129" fmla="*/ 618935 w 3214111"/>
              <a:gd name="connsiteY129" fmla="*/ 486470 h 2848897"/>
              <a:gd name="connsiteX130" fmla="*/ 651218 w 3214111"/>
              <a:gd name="connsiteY130" fmla="*/ 475338 h 2848897"/>
              <a:gd name="connsiteX131" fmla="*/ 683501 w 3214111"/>
              <a:gd name="connsiteY131" fmla="*/ 465320 h 2848897"/>
              <a:gd name="connsiteX132" fmla="*/ 718010 w 3214111"/>
              <a:gd name="connsiteY132" fmla="*/ 456413 h 2848897"/>
              <a:gd name="connsiteX133" fmla="*/ 751405 w 3214111"/>
              <a:gd name="connsiteY133" fmla="*/ 447507 h 2848897"/>
              <a:gd name="connsiteX134" fmla="*/ 784802 w 3214111"/>
              <a:gd name="connsiteY134" fmla="*/ 437489 h 2848897"/>
              <a:gd name="connsiteX135" fmla="*/ 817083 w 3214111"/>
              <a:gd name="connsiteY135" fmla="*/ 426357 h 2848897"/>
              <a:gd name="connsiteX136" fmla="*/ 847140 w 3214111"/>
              <a:gd name="connsiteY136" fmla="*/ 412999 h 2848897"/>
              <a:gd name="connsiteX137" fmla="*/ 874970 w 3214111"/>
              <a:gd name="connsiteY137" fmla="*/ 397415 h 2848897"/>
              <a:gd name="connsiteX138" fmla="*/ 899460 w 3214111"/>
              <a:gd name="connsiteY138" fmla="*/ 377377 h 2848897"/>
              <a:gd name="connsiteX139" fmla="*/ 925064 w 3214111"/>
              <a:gd name="connsiteY139" fmla="*/ 355112 h 2848897"/>
              <a:gd name="connsiteX140" fmla="*/ 947328 w 3214111"/>
              <a:gd name="connsiteY140" fmla="*/ 329509 h 2848897"/>
              <a:gd name="connsiteX141" fmla="*/ 968478 w 3214111"/>
              <a:gd name="connsiteY141" fmla="*/ 302791 h 2848897"/>
              <a:gd name="connsiteX142" fmla="*/ 989628 w 3214111"/>
              <a:gd name="connsiteY142" fmla="*/ 274961 h 2848897"/>
              <a:gd name="connsiteX143" fmla="*/ 1010780 w 3214111"/>
              <a:gd name="connsiteY143" fmla="*/ 247131 h 2848897"/>
              <a:gd name="connsiteX144" fmla="*/ 1031930 w 3214111"/>
              <a:gd name="connsiteY144" fmla="*/ 220414 h 2848897"/>
              <a:gd name="connsiteX145" fmla="*/ 1055307 w 3214111"/>
              <a:gd name="connsiteY145" fmla="*/ 194811 h 2848897"/>
              <a:gd name="connsiteX146" fmla="*/ 1078683 w 3214111"/>
              <a:gd name="connsiteY146" fmla="*/ 172547 h 2848897"/>
              <a:gd name="connsiteX147" fmla="*/ 1105401 w 3214111"/>
              <a:gd name="connsiteY147" fmla="*/ 153622 h 2848897"/>
              <a:gd name="connsiteX148" fmla="*/ 1133231 w 3214111"/>
              <a:gd name="connsiteY148" fmla="*/ 139150 h 2848897"/>
              <a:gd name="connsiteX149" fmla="*/ 1166627 w 3214111"/>
              <a:gd name="connsiteY149" fmla="*/ 129132 h 2848897"/>
              <a:gd name="connsiteX150" fmla="*/ 1201137 w 3214111"/>
              <a:gd name="connsiteY150" fmla="*/ 124678 h 2848897"/>
              <a:gd name="connsiteX151" fmla="*/ 1236757 w 3214111"/>
              <a:gd name="connsiteY151" fmla="*/ 123565 h 2848897"/>
              <a:gd name="connsiteX152" fmla="*/ 1274605 w 3214111"/>
              <a:gd name="connsiteY152" fmla="*/ 126906 h 2848897"/>
              <a:gd name="connsiteX153" fmla="*/ 1312455 w 3214111"/>
              <a:gd name="connsiteY153" fmla="*/ 131359 h 2848897"/>
              <a:gd name="connsiteX154" fmla="*/ 1350304 w 3214111"/>
              <a:gd name="connsiteY154" fmla="*/ 136924 h 2848897"/>
              <a:gd name="connsiteX155" fmla="*/ 1388152 w 3214111"/>
              <a:gd name="connsiteY155" fmla="*/ 141378 h 2848897"/>
              <a:gd name="connsiteX156" fmla="*/ 1426000 w 3214111"/>
              <a:gd name="connsiteY156" fmla="*/ 143604 h 2848897"/>
              <a:gd name="connsiteX157" fmla="*/ 1462737 w 3214111"/>
              <a:gd name="connsiteY157" fmla="*/ 143604 h 2848897"/>
              <a:gd name="connsiteX158" fmla="*/ 1497245 w 3214111"/>
              <a:gd name="connsiteY158" fmla="*/ 139150 h 2848897"/>
              <a:gd name="connsiteX159" fmla="*/ 1531755 w 3214111"/>
              <a:gd name="connsiteY159" fmla="*/ 130245 h 2848897"/>
              <a:gd name="connsiteX160" fmla="*/ 1565150 w 3214111"/>
              <a:gd name="connsiteY160" fmla="*/ 116887 h 2848897"/>
              <a:gd name="connsiteX161" fmla="*/ 1598545 w 3214111"/>
              <a:gd name="connsiteY161" fmla="*/ 99075 h 2848897"/>
              <a:gd name="connsiteX162" fmla="*/ 1631941 w 3214111"/>
              <a:gd name="connsiteY162" fmla="*/ 81264 h 2848897"/>
              <a:gd name="connsiteX163" fmla="*/ 1665337 w 3214111"/>
              <a:gd name="connsiteY163" fmla="*/ 61227 h 2848897"/>
              <a:gd name="connsiteX164" fmla="*/ 1697620 w 3214111"/>
              <a:gd name="connsiteY164" fmla="*/ 42302 h 2848897"/>
              <a:gd name="connsiteX165" fmla="*/ 1732129 w 3214111"/>
              <a:gd name="connsiteY165" fmla="*/ 25604 h 2848897"/>
              <a:gd name="connsiteX166" fmla="*/ 1765525 w 3214111"/>
              <a:gd name="connsiteY166" fmla="*/ 12245 h 2848897"/>
              <a:gd name="connsiteX167" fmla="*/ 1800034 w 3214111"/>
              <a:gd name="connsiteY167" fmla="*/ 3339 h 2848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</a:cxnLst>
            <a:rect l="l" t="t" r="r" b="b"/>
            <a:pathLst>
              <a:path w="3214111" h="2848897">
                <a:moveTo>
                  <a:pt x="1835656" y="0"/>
                </a:moveTo>
                <a:lnTo>
                  <a:pt x="1871276" y="3339"/>
                </a:lnTo>
                <a:lnTo>
                  <a:pt x="1905787" y="12245"/>
                </a:lnTo>
                <a:lnTo>
                  <a:pt x="1939183" y="25604"/>
                </a:lnTo>
                <a:lnTo>
                  <a:pt x="1973690" y="42302"/>
                </a:lnTo>
                <a:lnTo>
                  <a:pt x="2005974" y="61227"/>
                </a:lnTo>
                <a:lnTo>
                  <a:pt x="2039370" y="81264"/>
                </a:lnTo>
                <a:lnTo>
                  <a:pt x="2072765" y="99075"/>
                </a:lnTo>
                <a:lnTo>
                  <a:pt x="2106161" y="116887"/>
                </a:lnTo>
                <a:lnTo>
                  <a:pt x="2138444" y="130245"/>
                </a:lnTo>
                <a:lnTo>
                  <a:pt x="2174066" y="139150"/>
                </a:lnTo>
                <a:lnTo>
                  <a:pt x="2208575" y="143604"/>
                </a:lnTo>
                <a:lnTo>
                  <a:pt x="2245310" y="143604"/>
                </a:lnTo>
                <a:lnTo>
                  <a:pt x="2283159" y="141378"/>
                </a:lnTo>
                <a:lnTo>
                  <a:pt x="2321007" y="136924"/>
                </a:lnTo>
                <a:lnTo>
                  <a:pt x="2358857" y="131359"/>
                </a:lnTo>
                <a:lnTo>
                  <a:pt x="2396705" y="126906"/>
                </a:lnTo>
                <a:lnTo>
                  <a:pt x="2434554" y="123565"/>
                </a:lnTo>
                <a:lnTo>
                  <a:pt x="2470175" y="124678"/>
                </a:lnTo>
                <a:lnTo>
                  <a:pt x="2504683" y="129132"/>
                </a:lnTo>
                <a:lnTo>
                  <a:pt x="2538079" y="139150"/>
                </a:lnTo>
                <a:lnTo>
                  <a:pt x="2565910" y="153622"/>
                </a:lnTo>
                <a:lnTo>
                  <a:pt x="2592625" y="172547"/>
                </a:lnTo>
                <a:lnTo>
                  <a:pt x="2616003" y="194811"/>
                </a:lnTo>
                <a:lnTo>
                  <a:pt x="2639380" y="220414"/>
                </a:lnTo>
                <a:lnTo>
                  <a:pt x="2660531" y="247131"/>
                </a:lnTo>
                <a:lnTo>
                  <a:pt x="2681682" y="274961"/>
                </a:lnTo>
                <a:lnTo>
                  <a:pt x="2702832" y="302791"/>
                </a:lnTo>
                <a:lnTo>
                  <a:pt x="2723982" y="329509"/>
                </a:lnTo>
                <a:lnTo>
                  <a:pt x="2746247" y="355112"/>
                </a:lnTo>
                <a:lnTo>
                  <a:pt x="2771851" y="377377"/>
                </a:lnTo>
                <a:lnTo>
                  <a:pt x="2796341" y="397415"/>
                </a:lnTo>
                <a:lnTo>
                  <a:pt x="2824171" y="412999"/>
                </a:lnTo>
                <a:lnTo>
                  <a:pt x="2854227" y="426357"/>
                </a:lnTo>
                <a:lnTo>
                  <a:pt x="2886509" y="437489"/>
                </a:lnTo>
                <a:lnTo>
                  <a:pt x="2919904" y="447507"/>
                </a:lnTo>
                <a:lnTo>
                  <a:pt x="2953300" y="456413"/>
                </a:lnTo>
                <a:lnTo>
                  <a:pt x="2987809" y="465320"/>
                </a:lnTo>
                <a:lnTo>
                  <a:pt x="3020092" y="475338"/>
                </a:lnTo>
                <a:lnTo>
                  <a:pt x="3052373" y="486470"/>
                </a:lnTo>
                <a:lnTo>
                  <a:pt x="3082430" y="499829"/>
                </a:lnTo>
                <a:lnTo>
                  <a:pt x="3109148" y="516527"/>
                </a:lnTo>
                <a:lnTo>
                  <a:pt x="3133639" y="536565"/>
                </a:lnTo>
                <a:lnTo>
                  <a:pt x="3153674" y="561055"/>
                </a:lnTo>
                <a:lnTo>
                  <a:pt x="3170373" y="587772"/>
                </a:lnTo>
                <a:lnTo>
                  <a:pt x="3183731" y="617827"/>
                </a:lnTo>
                <a:lnTo>
                  <a:pt x="3194863" y="650112"/>
                </a:lnTo>
                <a:lnTo>
                  <a:pt x="3204881" y="682393"/>
                </a:lnTo>
                <a:lnTo>
                  <a:pt x="3213788" y="716904"/>
                </a:lnTo>
                <a:lnTo>
                  <a:pt x="3214111" y="718115"/>
                </a:lnTo>
                <a:lnTo>
                  <a:pt x="3214111" y="2848897"/>
                </a:lnTo>
                <a:lnTo>
                  <a:pt x="426570" y="2848897"/>
                </a:lnTo>
                <a:lnTo>
                  <a:pt x="414108" y="2820857"/>
                </a:lnTo>
                <a:lnTo>
                  <a:pt x="398524" y="2793028"/>
                </a:lnTo>
                <a:lnTo>
                  <a:pt x="378487" y="2768537"/>
                </a:lnTo>
                <a:lnTo>
                  <a:pt x="356222" y="2742933"/>
                </a:lnTo>
                <a:lnTo>
                  <a:pt x="330619" y="2720669"/>
                </a:lnTo>
                <a:lnTo>
                  <a:pt x="302788" y="2699519"/>
                </a:lnTo>
                <a:lnTo>
                  <a:pt x="274959" y="2678368"/>
                </a:lnTo>
                <a:lnTo>
                  <a:pt x="247130" y="2657218"/>
                </a:lnTo>
                <a:lnTo>
                  <a:pt x="220413" y="2636065"/>
                </a:lnTo>
                <a:lnTo>
                  <a:pt x="194809" y="2612689"/>
                </a:lnTo>
                <a:lnTo>
                  <a:pt x="172546" y="2589312"/>
                </a:lnTo>
                <a:lnTo>
                  <a:pt x="153622" y="2562594"/>
                </a:lnTo>
                <a:lnTo>
                  <a:pt x="139150" y="2534764"/>
                </a:lnTo>
                <a:lnTo>
                  <a:pt x="129132" y="2501370"/>
                </a:lnTo>
                <a:lnTo>
                  <a:pt x="124678" y="2466860"/>
                </a:lnTo>
                <a:lnTo>
                  <a:pt x="123564" y="2431236"/>
                </a:lnTo>
                <a:lnTo>
                  <a:pt x="126904" y="2393388"/>
                </a:lnTo>
                <a:lnTo>
                  <a:pt x="131358" y="2355539"/>
                </a:lnTo>
                <a:lnTo>
                  <a:pt x="136923" y="2317690"/>
                </a:lnTo>
                <a:lnTo>
                  <a:pt x="141376" y="2279842"/>
                </a:lnTo>
                <a:lnTo>
                  <a:pt x="143604" y="2241992"/>
                </a:lnTo>
                <a:lnTo>
                  <a:pt x="143604" y="2205256"/>
                </a:lnTo>
                <a:lnTo>
                  <a:pt x="139150" y="2170747"/>
                </a:lnTo>
                <a:lnTo>
                  <a:pt x="130245" y="2136238"/>
                </a:lnTo>
                <a:lnTo>
                  <a:pt x="116886" y="2103954"/>
                </a:lnTo>
                <a:lnTo>
                  <a:pt x="100188" y="2070559"/>
                </a:lnTo>
                <a:lnTo>
                  <a:pt x="81264" y="2037163"/>
                </a:lnTo>
                <a:lnTo>
                  <a:pt x="61227" y="2003766"/>
                </a:lnTo>
                <a:lnTo>
                  <a:pt x="42303" y="1971483"/>
                </a:lnTo>
                <a:lnTo>
                  <a:pt x="25603" y="1936974"/>
                </a:lnTo>
                <a:lnTo>
                  <a:pt x="12246" y="1903578"/>
                </a:lnTo>
                <a:lnTo>
                  <a:pt x="3340" y="1869068"/>
                </a:lnTo>
                <a:lnTo>
                  <a:pt x="0" y="1833446"/>
                </a:lnTo>
                <a:lnTo>
                  <a:pt x="3340" y="1797824"/>
                </a:lnTo>
                <a:lnTo>
                  <a:pt x="12246" y="1763315"/>
                </a:lnTo>
                <a:lnTo>
                  <a:pt x="25603" y="1729918"/>
                </a:lnTo>
                <a:lnTo>
                  <a:pt x="42303" y="1695410"/>
                </a:lnTo>
                <a:lnTo>
                  <a:pt x="61227" y="1663126"/>
                </a:lnTo>
                <a:lnTo>
                  <a:pt x="81264" y="1629730"/>
                </a:lnTo>
                <a:lnTo>
                  <a:pt x="100188" y="1596334"/>
                </a:lnTo>
                <a:lnTo>
                  <a:pt x="116886" y="1562938"/>
                </a:lnTo>
                <a:lnTo>
                  <a:pt x="130245" y="1530654"/>
                </a:lnTo>
                <a:lnTo>
                  <a:pt x="139150" y="1496145"/>
                </a:lnTo>
                <a:lnTo>
                  <a:pt x="143604" y="1461636"/>
                </a:lnTo>
                <a:lnTo>
                  <a:pt x="143604" y="1424901"/>
                </a:lnTo>
                <a:lnTo>
                  <a:pt x="141376" y="1387052"/>
                </a:lnTo>
                <a:lnTo>
                  <a:pt x="136923" y="1349203"/>
                </a:lnTo>
                <a:lnTo>
                  <a:pt x="131358" y="1311353"/>
                </a:lnTo>
                <a:lnTo>
                  <a:pt x="126904" y="1273505"/>
                </a:lnTo>
                <a:lnTo>
                  <a:pt x="123564" y="1235657"/>
                </a:lnTo>
                <a:lnTo>
                  <a:pt x="124678" y="1200034"/>
                </a:lnTo>
                <a:lnTo>
                  <a:pt x="129132" y="1165525"/>
                </a:lnTo>
                <a:lnTo>
                  <a:pt x="139150" y="1132128"/>
                </a:lnTo>
                <a:lnTo>
                  <a:pt x="153622" y="1104298"/>
                </a:lnTo>
                <a:lnTo>
                  <a:pt x="172546" y="1077582"/>
                </a:lnTo>
                <a:lnTo>
                  <a:pt x="194809" y="1054204"/>
                </a:lnTo>
                <a:lnTo>
                  <a:pt x="220413" y="1030827"/>
                </a:lnTo>
                <a:lnTo>
                  <a:pt x="247130" y="1009676"/>
                </a:lnTo>
                <a:lnTo>
                  <a:pt x="274959" y="988524"/>
                </a:lnTo>
                <a:lnTo>
                  <a:pt x="302788" y="967374"/>
                </a:lnTo>
                <a:lnTo>
                  <a:pt x="330619" y="946223"/>
                </a:lnTo>
                <a:lnTo>
                  <a:pt x="356222" y="923960"/>
                </a:lnTo>
                <a:lnTo>
                  <a:pt x="378487" y="898356"/>
                </a:lnTo>
                <a:lnTo>
                  <a:pt x="398524" y="873865"/>
                </a:lnTo>
                <a:lnTo>
                  <a:pt x="414108" y="846035"/>
                </a:lnTo>
                <a:lnTo>
                  <a:pt x="427466" y="815980"/>
                </a:lnTo>
                <a:lnTo>
                  <a:pt x="438598" y="783695"/>
                </a:lnTo>
                <a:lnTo>
                  <a:pt x="448618" y="750298"/>
                </a:lnTo>
                <a:lnTo>
                  <a:pt x="457523" y="716904"/>
                </a:lnTo>
                <a:lnTo>
                  <a:pt x="466429" y="682393"/>
                </a:lnTo>
                <a:lnTo>
                  <a:pt x="476447" y="650112"/>
                </a:lnTo>
                <a:lnTo>
                  <a:pt x="487579" y="617827"/>
                </a:lnTo>
                <a:lnTo>
                  <a:pt x="500938" y="587772"/>
                </a:lnTo>
                <a:lnTo>
                  <a:pt x="517636" y="561055"/>
                </a:lnTo>
                <a:lnTo>
                  <a:pt x="537671" y="536565"/>
                </a:lnTo>
                <a:lnTo>
                  <a:pt x="562163" y="516527"/>
                </a:lnTo>
                <a:lnTo>
                  <a:pt x="588880" y="499829"/>
                </a:lnTo>
                <a:lnTo>
                  <a:pt x="618935" y="486470"/>
                </a:lnTo>
                <a:lnTo>
                  <a:pt x="651218" y="475338"/>
                </a:lnTo>
                <a:lnTo>
                  <a:pt x="683501" y="465320"/>
                </a:lnTo>
                <a:lnTo>
                  <a:pt x="718010" y="456413"/>
                </a:lnTo>
                <a:lnTo>
                  <a:pt x="751405" y="447507"/>
                </a:lnTo>
                <a:lnTo>
                  <a:pt x="784802" y="437489"/>
                </a:lnTo>
                <a:lnTo>
                  <a:pt x="817083" y="426357"/>
                </a:lnTo>
                <a:lnTo>
                  <a:pt x="847140" y="412999"/>
                </a:lnTo>
                <a:lnTo>
                  <a:pt x="874970" y="397415"/>
                </a:lnTo>
                <a:lnTo>
                  <a:pt x="899460" y="377377"/>
                </a:lnTo>
                <a:lnTo>
                  <a:pt x="925064" y="355112"/>
                </a:lnTo>
                <a:lnTo>
                  <a:pt x="947328" y="329509"/>
                </a:lnTo>
                <a:lnTo>
                  <a:pt x="968478" y="302791"/>
                </a:lnTo>
                <a:lnTo>
                  <a:pt x="989628" y="274961"/>
                </a:lnTo>
                <a:lnTo>
                  <a:pt x="1010780" y="247131"/>
                </a:lnTo>
                <a:lnTo>
                  <a:pt x="1031930" y="220414"/>
                </a:lnTo>
                <a:lnTo>
                  <a:pt x="1055307" y="194811"/>
                </a:lnTo>
                <a:lnTo>
                  <a:pt x="1078683" y="172547"/>
                </a:lnTo>
                <a:lnTo>
                  <a:pt x="1105401" y="153622"/>
                </a:lnTo>
                <a:lnTo>
                  <a:pt x="1133231" y="139150"/>
                </a:lnTo>
                <a:lnTo>
                  <a:pt x="1166627" y="129132"/>
                </a:lnTo>
                <a:lnTo>
                  <a:pt x="1201137" y="124678"/>
                </a:lnTo>
                <a:lnTo>
                  <a:pt x="1236757" y="123565"/>
                </a:lnTo>
                <a:lnTo>
                  <a:pt x="1274605" y="126906"/>
                </a:lnTo>
                <a:lnTo>
                  <a:pt x="1312455" y="131359"/>
                </a:lnTo>
                <a:lnTo>
                  <a:pt x="1350304" y="136924"/>
                </a:lnTo>
                <a:lnTo>
                  <a:pt x="1388152" y="141378"/>
                </a:lnTo>
                <a:lnTo>
                  <a:pt x="1426000" y="143604"/>
                </a:lnTo>
                <a:lnTo>
                  <a:pt x="1462737" y="143604"/>
                </a:lnTo>
                <a:lnTo>
                  <a:pt x="1497245" y="139150"/>
                </a:lnTo>
                <a:lnTo>
                  <a:pt x="1531755" y="130245"/>
                </a:lnTo>
                <a:lnTo>
                  <a:pt x="1565150" y="116887"/>
                </a:lnTo>
                <a:lnTo>
                  <a:pt x="1598545" y="99075"/>
                </a:lnTo>
                <a:lnTo>
                  <a:pt x="1631941" y="81264"/>
                </a:lnTo>
                <a:lnTo>
                  <a:pt x="1665337" y="61227"/>
                </a:lnTo>
                <a:lnTo>
                  <a:pt x="1697620" y="42302"/>
                </a:lnTo>
                <a:lnTo>
                  <a:pt x="1732129" y="25604"/>
                </a:lnTo>
                <a:lnTo>
                  <a:pt x="1765525" y="12245"/>
                </a:lnTo>
                <a:lnTo>
                  <a:pt x="1800034" y="333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pic>
        <p:nvPicPr>
          <p:cNvPr id="7" name="Immagine 6" descr="Immagine che contiene Carattere, bianco, design, tipografia&#10;&#10;Il contenuto generato dall'IA potrebbe non essere corretto.">
            <a:extLst>
              <a:ext uri="{FF2B5EF4-FFF2-40B4-BE49-F238E27FC236}">
                <a16:creationId xmlns:a16="http://schemas.microsoft.com/office/drawing/2014/main" id="{B1F0F3A8-F2DB-F7D5-B6F3-374A660D18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7784" y="5674276"/>
            <a:ext cx="1534283" cy="689564"/>
          </a:xfrm>
          <a:prstGeom prst="rect">
            <a:avLst/>
          </a:prstGeom>
        </p:spPr>
      </p:pic>
      <p:pic>
        <p:nvPicPr>
          <p:cNvPr id="9" name="Immagine 8" descr="Immagine che contiene Carattere, logo, bianco, Elementi grafici&#10;&#10;Il contenuto generato dall'IA potrebbe non essere corretto.">
            <a:extLst>
              <a:ext uri="{FF2B5EF4-FFF2-40B4-BE49-F238E27FC236}">
                <a16:creationId xmlns:a16="http://schemas.microsoft.com/office/drawing/2014/main" id="{DCBB10BF-8F72-BA1D-7C42-1C793925E6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2064" y="869870"/>
            <a:ext cx="1810003" cy="5906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135D97-F906-BF8E-9B2A-D5CB793B9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6">
            <a:extLst>
              <a:ext uri="{FF2B5EF4-FFF2-40B4-BE49-F238E27FC236}">
                <a16:creationId xmlns:a16="http://schemas.microsoft.com/office/drawing/2014/main" id="{D1FDF194-C99A-4C11-8A97-58FF75F6E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2667762" y="630936"/>
            <a:ext cx="3926681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it-IT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ECAB5A9-13C6-4C85-AB53-C7D8B8954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EB5C8F0-2881-4184-92C6-0E251C42A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9143999" cy="4292600"/>
          </a:xfrm>
          <a:prstGeom prst="rect">
            <a:avLst/>
          </a:pr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C2BCC826-0F95-4DB1-9DBA-C1F7BD609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755946"/>
            <a:ext cx="9143999" cy="3102054"/>
          </a:xfrm>
          <a:custGeom>
            <a:avLst/>
            <a:gdLst>
              <a:gd name="connsiteX0" fmla="*/ 685801 w 12192000"/>
              <a:gd name="connsiteY0" fmla="*/ 0 h 3102054"/>
              <a:gd name="connsiteX1" fmla="*/ 754064 w 12192000"/>
              <a:gd name="connsiteY1" fmla="*/ 3175 h 3102054"/>
              <a:gd name="connsiteX2" fmla="*/ 814389 w 12192000"/>
              <a:gd name="connsiteY2" fmla="*/ 9525 h 3102054"/>
              <a:gd name="connsiteX3" fmla="*/ 866776 w 12192000"/>
              <a:gd name="connsiteY3" fmla="*/ 20637 h 3102054"/>
              <a:gd name="connsiteX4" fmla="*/ 912814 w 12192000"/>
              <a:gd name="connsiteY4" fmla="*/ 36512 h 3102054"/>
              <a:gd name="connsiteX5" fmla="*/ 954089 w 12192000"/>
              <a:gd name="connsiteY5" fmla="*/ 52387 h 3102054"/>
              <a:gd name="connsiteX6" fmla="*/ 990601 w 12192000"/>
              <a:gd name="connsiteY6" fmla="*/ 68262 h 3102054"/>
              <a:gd name="connsiteX7" fmla="*/ 1028701 w 12192000"/>
              <a:gd name="connsiteY7" fmla="*/ 87312 h 3102054"/>
              <a:gd name="connsiteX8" fmla="*/ 1066801 w 12192000"/>
              <a:gd name="connsiteY8" fmla="*/ 106362 h 3102054"/>
              <a:gd name="connsiteX9" fmla="*/ 1103314 w 12192000"/>
              <a:gd name="connsiteY9" fmla="*/ 125412 h 3102054"/>
              <a:gd name="connsiteX10" fmla="*/ 1144589 w 12192000"/>
              <a:gd name="connsiteY10" fmla="*/ 141287 h 3102054"/>
              <a:gd name="connsiteX11" fmla="*/ 1190626 w 12192000"/>
              <a:gd name="connsiteY11" fmla="*/ 155575 h 3102054"/>
              <a:gd name="connsiteX12" fmla="*/ 1243014 w 12192000"/>
              <a:gd name="connsiteY12" fmla="*/ 166687 h 3102054"/>
              <a:gd name="connsiteX13" fmla="*/ 1303339 w 12192000"/>
              <a:gd name="connsiteY13" fmla="*/ 174625 h 3102054"/>
              <a:gd name="connsiteX14" fmla="*/ 1371601 w 12192000"/>
              <a:gd name="connsiteY14" fmla="*/ 176212 h 3102054"/>
              <a:gd name="connsiteX15" fmla="*/ 1439864 w 12192000"/>
              <a:gd name="connsiteY15" fmla="*/ 174625 h 3102054"/>
              <a:gd name="connsiteX16" fmla="*/ 1500189 w 12192000"/>
              <a:gd name="connsiteY16" fmla="*/ 166687 h 3102054"/>
              <a:gd name="connsiteX17" fmla="*/ 1552576 w 12192000"/>
              <a:gd name="connsiteY17" fmla="*/ 155575 h 3102054"/>
              <a:gd name="connsiteX18" fmla="*/ 1598614 w 12192000"/>
              <a:gd name="connsiteY18" fmla="*/ 141287 h 3102054"/>
              <a:gd name="connsiteX19" fmla="*/ 1639889 w 12192000"/>
              <a:gd name="connsiteY19" fmla="*/ 125412 h 3102054"/>
              <a:gd name="connsiteX20" fmla="*/ 1676401 w 12192000"/>
              <a:gd name="connsiteY20" fmla="*/ 106362 h 3102054"/>
              <a:gd name="connsiteX21" fmla="*/ 1714501 w 12192000"/>
              <a:gd name="connsiteY21" fmla="*/ 87312 h 3102054"/>
              <a:gd name="connsiteX22" fmla="*/ 1752601 w 12192000"/>
              <a:gd name="connsiteY22" fmla="*/ 68262 h 3102054"/>
              <a:gd name="connsiteX23" fmla="*/ 1789114 w 12192000"/>
              <a:gd name="connsiteY23" fmla="*/ 52387 h 3102054"/>
              <a:gd name="connsiteX24" fmla="*/ 1830389 w 12192000"/>
              <a:gd name="connsiteY24" fmla="*/ 36512 h 3102054"/>
              <a:gd name="connsiteX25" fmla="*/ 1876426 w 12192000"/>
              <a:gd name="connsiteY25" fmla="*/ 20637 h 3102054"/>
              <a:gd name="connsiteX26" fmla="*/ 1928814 w 12192000"/>
              <a:gd name="connsiteY26" fmla="*/ 9525 h 3102054"/>
              <a:gd name="connsiteX27" fmla="*/ 1989139 w 12192000"/>
              <a:gd name="connsiteY27" fmla="*/ 3175 h 3102054"/>
              <a:gd name="connsiteX28" fmla="*/ 2057401 w 12192000"/>
              <a:gd name="connsiteY28" fmla="*/ 0 h 3102054"/>
              <a:gd name="connsiteX29" fmla="*/ 2125664 w 12192000"/>
              <a:gd name="connsiteY29" fmla="*/ 3175 h 3102054"/>
              <a:gd name="connsiteX30" fmla="*/ 2185989 w 12192000"/>
              <a:gd name="connsiteY30" fmla="*/ 9525 h 3102054"/>
              <a:gd name="connsiteX31" fmla="*/ 2238376 w 12192000"/>
              <a:gd name="connsiteY31" fmla="*/ 20637 h 3102054"/>
              <a:gd name="connsiteX32" fmla="*/ 2284414 w 12192000"/>
              <a:gd name="connsiteY32" fmla="*/ 36512 h 3102054"/>
              <a:gd name="connsiteX33" fmla="*/ 2325688 w 12192000"/>
              <a:gd name="connsiteY33" fmla="*/ 52387 h 3102054"/>
              <a:gd name="connsiteX34" fmla="*/ 2362201 w 12192000"/>
              <a:gd name="connsiteY34" fmla="*/ 68262 h 3102054"/>
              <a:gd name="connsiteX35" fmla="*/ 2400301 w 12192000"/>
              <a:gd name="connsiteY35" fmla="*/ 87312 h 3102054"/>
              <a:gd name="connsiteX36" fmla="*/ 2438401 w 12192000"/>
              <a:gd name="connsiteY36" fmla="*/ 106362 h 3102054"/>
              <a:gd name="connsiteX37" fmla="*/ 2474913 w 12192000"/>
              <a:gd name="connsiteY37" fmla="*/ 125412 h 3102054"/>
              <a:gd name="connsiteX38" fmla="*/ 2516188 w 12192000"/>
              <a:gd name="connsiteY38" fmla="*/ 141287 h 3102054"/>
              <a:gd name="connsiteX39" fmla="*/ 2562226 w 12192000"/>
              <a:gd name="connsiteY39" fmla="*/ 155575 h 3102054"/>
              <a:gd name="connsiteX40" fmla="*/ 2614614 w 12192000"/>
              <a:gd name="connsiteY40" fmla="*/ 166687 h 3102054"/>
              <a:gd name="connsiteX41" fmla="*/ 2674938 w 12192000"/>
              <a:gd name="connsiteY41" fmla="*/ 174625 h 3102054"/>
              <a:gd name="connsiteX42" fmla="*/ 2743201 w 12192000"/>
              <a:gd name="connsiteY42" fmla="*/ 176212 h 3102054"/>
              <a:gd name="connsiteX43" fmla="*/ 2811464 w 12192000"/>
              <a:gd name="connsiteY43" fmla="*/ 174625 h 3102054"/>
              <a:gd name="connsiteX44" fmla="*/ 2871789 w 12192000"/>
              <a:gd name="connsiteY44" fmla="*/ 166687 h 3102054"/>
              <a:gd name="connsiteX45" fmla="*/ 2924176 w 12192000"/>
              <a:gd name="connsiteY45" fmla="*/ 155575 h 3102054"/>
              <a:gd name="connsiteX46" fmla="*/ 2970214 w 12192000"/>
              <a:gd name="connsiteY46" fmla="*/ 141287 h 3102054"/>
              <a:gd name="connsiteX47" fmla="*/ 3011489 w 12192000"/>
              <a:gd name="connsiteY47" fmla="*/ 125412 h 3102054"/>
              <a:gd name="connsiteX48" fmla="*/ 3048001 w 12192000"/>
              <a:gd name="connsiteY48" fmla="*/ 106362 h 3102054"/>
              <a:gd name="connsiteX49" fmla="*/ 3086101 w 12192000"/>
              <a:gd name="connsiteY49" fmla="*/ 87312 h 3102054"/>
              <a:gd name="connsiteX50" fmla="*/ 3124201 w 12192000"/>
              <a:gd name="connsiteY50" fmla="*/ 68262 h 3102054"/>
              <a:gd name="connsiteX51" fmla="*/ 3160714 w 12192000"/>
              <a:gd name="connsiteY51" fmla="*/ 52387 h 3102054"/>
              <a:gd name="connsiteX52" fmla="*/ 3201989 w 12192000"/>
              <a:gd name="connsiteY52" fmla="*/ 36512 h 3102054"/>
              <a:gd name="connsiteX53" fmla="*/ 3248026 w 12192000"/>
              <a:gd name="connsiteY53" fmla="*/ 20637 h 3102054"/>
              <a:gd name="connsiteX54" fmla="*/ 3300414 w 12192000"/>
              <a:gd name="connsiteY54" fmla="*/ 9525 h 3102054"/>
              <a:gd name="connsiteX55" fmla="*/ 3360739 w 12192000"/>
              <a:gd name="connsiteY55" fmla="*/ 3175 h 3102054"/>
              <a:gd name="connsiteX56" fmla="*/ 3427414 w 12192000"/>
              <a:gd name="connsiteY56" fmla="*/ 0 h 3102054"/>
              <a:gd name="connsiteX57" fmla="*/ 3497264 w 12192000"/>
              <a:gd name="connsiteY57" fmla="*/ 3175 h 3102054"/>
              <a:gd name="connsiteX58" fmla="*/ 3557589 w 12192000"/>
              <a:gd name="connsiteY58" fmla="*/ 9525 h 3102054"/>
              <a:gd name="connsiteX59" fmla="*/ 3609976 w 12192000"/>
              <a:gd name="connsiteY59" fmla="*/ 20637 h 3102054"/>
              <a:gd name="connsiteX60" fmla="*/ 3656014 w 12192000"/>
              <a:gd name="connsiteY60" fmla="*/ 36512 h 3102054"/>
              <a:gd name="connsiteX61" fmla="*/ 3697288 w 12192000"/>
              <a:gd name="connsiteY61" fmla="*/ 52387 h 3102054"/>
              <a:gd name="connsiteX62" fmla="*/ 3733801 w 12192000"/>
              <a:gd name="connsiteY62" fmla="*/ 68262 h 3102054"/>
              <a:gd name="connsiteX63" fmla="*/ 3771901 w 12192000"/>
              <a:gd name="connsiteY63" fmla="*/ 87312 h 3102054"/>
              <a:gd name="connsiteX64" fmla="*/ 3810001 w 12192000"/>
              <a:gd name="connsiteY64" fmla="*/ 106362 h 3102054"/>
              <a:gd name="connsiteX65" fmla="*/ 3846514 w 12192000"/>
              <a:gd name="connsiteY65" fmla="*/ 125412 h 3102054"/>
              <a:gd name="connsiteX66" fmla="*/ 3887789 w 12192000"/>
              <a:gd name="connsiteY66" fmla="*/ 141287 h 3102054"/>
              <a:gd name="connsiteX67" fmla="*/ 3933826 w 12192000"/>
              <a:gd name="connsiteY67" fmla="*/ 155575 h 3102054"/>
              <a:gd name="connsiteX68" fmla="*/ 3986214 w 12192000"/>
              <a:gd name="connsiteY68" fmla="*/ 166687 h 3102054"/>
              <a:gd name="connsiteX69" fmla="*/ 4046539 w 12192000"/>
              <a:gd name="connsiteY69" fmla="*/ 174625 h 3102054"/>
              <a:gd name="connsiteX70" fmla="*/ 4114801 w 12192000"/>
              <a:gd name="connsiteY70" fmla="*/ 176212 h 3102054"/>
              <a:gd name="connsiteX71" fmla="*/ 4183064 w 12192000"/>
              <a:gd name="connsiteY71" fmla="*/ 174625 h 3102054"/>
              <a:gd name="connsiteX72" fmla="*/ 4243388 w 12192000"/>
              <a:gd name="connsiteY72" fmla="*/ 166687 h 3102054"/>
              <a:gd name="connsiteX73" fmla="*/ 4295776 w 12192000"/>
              <a:gd name="connsiteY73" fmla="*/ 155575 h 3102054"/>
              <a:gd name="connsiteX74" fmla="*/ 4341813 w 12192000"/>
              <a:gd name="connsiteY74" fmla="*/ 141287 h 3102054"/>
              <a:gd name="connsiteX75" fmla="*/ 4383088 w 12192000"/>
              <a:gd name="connsiteY75" fmla="*/ 125412 h 3102054"/>
              <a:gd name="connsiteX76" fmla="*/ 4419601 w 12192000"/>
              <a:gd name="connsiteY76" fmla="*/ 106362 h 3102054"/>
              <a:gd name="connsiteX77" fmla="*/ 4495801 w 12192000"/>
              <a:gd name="connsiteY77" fmla="*/ 68262 h 3102054"/>
              <a:gd name="connsiteX78" fmla="*/ 4532314 w 12192000"/>
              <a:gd name="connsiteY78" fmla="*/ 52387 h 3102054"/>
              <a:gd name="connsiteX79" fmla="*/ 4573588 w 12192000"/>
              <a:gd name="connsiteY79" fmla="*/ 36512 h 3102054"/>
              <a:gd name="connsiteX80" fmla="*/ 4619626 w 12192000"/>
              <a:gd name="connsiteY80" fmla="*/ 20637 h 3102054"/>
              <a:gd name="connsiteX81" fmla="*/ 4672013 w 12192000"/>
              <a:gd name="connsiteY81" fmla="*/ 9525 h 3102054"/>
              <a:gd name="connsiteX82" fmla="*/ 4732338 w 12192000"/>
              <a:gd name="connsiteY82" fmla="*/ 3175 h 3102054"/>
              <a:gd name="connsiteX83" fmla="*/ 4800601 w 12192000"/>
              <a:gd name="connsiteY83" fmla="*/ 0 h 3102054"/>
              <a:gd name="connsiteX84" fmla="*/ 4868864 w 12192000"/>
              <a:gd name="connsiteY84" fmla="*/ 3175 h 3102054"/>
              <a:gd name="connsiteX85" fmla="*/ 4929188 w 12192000"/>
              <a:gd name="connsiteY85" fmla="*/ 9525 h 3102054"/>
              <a:gd name="connsiteX86" fmla="*/ 4981576 w 12192000"/>
              <a:gd name="connsiteY86" fmla="*/ 20637 h 3102054"/>
              <a:gd name="connsiteX87" fmla="*/ 5027614 w 12192000"/>
              <a:gd name="connsiteY87" fmla="*/ 36512 h 3102054"/>
              <a:gd name="connsiteX88" fmla="*/ 5068889 w 12192000"/>
              <a:gd name="connsiteY88" fmla="*/ 52387 h 3102054"/>
              <a:gd name="connsiteX89" fmla="*/ 5105402 w 12192000"/>
              <a:gd name="connsiteY89" fmla="*/ 68262 h 3102054"/>
              <a:gd name="connsiteX90" fmla="*/ 5143502 w 12192000"/>
              <a:gd name="connsiteY90" fmla="*/ 87312 h 3102054"/>
              <a:gd name="connsiteX91" fmla="*/ 5181601 w 12192000"/>
              <a:gd name="connsiteY91" fmla="*/ 106362 h 3102054"/>
              <a:gd name="connsiteX92" fmla="*/ 5218115 w 12192000"/>
              <a:gd name="connsiteY92" fmla="*/ 125412 h 3102054"/>
              <a:gd name="connsiteX93" fmla="*/ 5259388 w 12192000"/>
              <a:gd name="connsiteY93" fmla="*/ 141287 h 3102054"/>
              <a:gd name="connsiteX94" fmla="*/ 5305426 w 12192000"/>
              <a:gd name="connsiteY94" fmla="*/ 155575 h 3102054"/>
              <a:gd name="connsiteX95" fmla="*/ 5357813 w 12192000"/>
              <a:gd name="connsiteY95" fmla="*/ 166687 h 3102054"/>
              <a:gd name="connsiteX96" fmla="*/ 5418139 w 12192000"/>
              <a:gd name="connsiteY96" fmla="*/ 174625 h 3102054"/>
              <a:gd name="connsiteX97" fmla="*/ 5486401 w 12192000"/>
              <a:gd name="connsiteY97" fmla="*/ 176212 h 3102054"/>
              <a:gd name="connsiteX98" fmla="*/ 5554663 w 12192000"/>
              <a:gd name="connsiteY98" fmla="*/ 174625 h 3102054"/>
              <a:gd name="connsiteX99" fmla="*/ 5614989 w 12192000"/>
              <a:gd name="connsiteY99" fmla="*/ 166687 h 3102054"/>
              <a:gd name="connsiteX100" fmla="*/ 5667376 w 12192000"/>
              <a:gd name="connsiteY100" fmla="*/ 155575 h 3102054"/>
              <a:gd name="connsiteX101" fmla="*/ 5713414 w 12192000"/>
              <a:gd name="connsiteY101" fmla="*/ 141287 h 3102054"/>
              <a:gd name="connsiteX102" fmla="*/ 5754689 w 12192000"/>
              <a:gd name="connsiteY102" fmla="*/ 125412 h 3102054"/>
              <a:gd name="connsiteX103" fmla="*/ 5791202 w 12192000"/>
              <a:gd name="connsiteY103" fmla="*/ 106362 h 3102054"/>
              <a:gd name="connsiteX104" fmla="*/ 5829302 w 12192000"/>
              <a:gd name="connsiteY104" fmla="*/ 87312 h 3102054"/>
              <a:gd name="connsiteX105" fmla="*/ 5867402 w 12192000"/>
              <a:gd name="connsiteY105" fmla="*/ 68262 h 3102054"/>
              <a:gd name="connsiteX106" fmla="*/ 5903915 w 12192000"/>
              <a:gd name="connsiteY106" fmla="*/ 52387 h 3102054"/>
              <a:gd name="connsiteX107" fmla="*/ 5945189 w 12192000"/>
              <a:gd name="connsiteY107" fmla="*/ 36512 h 3102054"/>
              <a:gd name="connsiteX108" fmla="*/ 5991226 w 12192000"/>
              <a:gd name="connsiteY108" fmla="*/ 20637 h 3102054"/>
              <a:gd name="connsiteX109" fmla="*/ 6043614 w 12192000"/>
              <a:gd name="connsiteY109" fmla="*/ 9525 h 3102054"/>
              <a:gd name="connsiteX110" fmla="*/ 6103939 w 12192000"/>
              <a:gd name="connsiteY110" fmla="*/ 3175 h 3102054"/>
              <a:gd name="connsiteX111" fmla="*/ 6172201 w 12192000"/>
              <a:gd name="connsiteY111" fmla="*/ 0 h 3102054"/>
              <a:gd name="connsiteX112" fmla="*/ 6210301 w 12192000"/>
              <a:gd name="connsiteY112" fmla="*/ 1772 h 3102054"/>
              <a:gd name="connsiteX113" fmla="*/ 6248401 w 12192000"/>
              <a:gd name="connsiteY113" fmla="*/ 0 h 3102054"/>
              <a:gd name="connsiteX114" fmla="*/ 6316664 w 12192000"/>
              <a:gd name="connsiteY114" fmla="*/ 3175 h 3102054"/>
              <a:gd name="connsiteX115" fmla="*/ 6376989 w 12192000"/>
              <a:gd name="connsiteY115" fmla="*/ 9525 h 3102054"/>
              <a:gd name="connsiteX116" fmla="*/ 6429376 w 12192000"/>
              <a:gd name="connsiteY116" fmla="*/ 20637 h 3102054"/>
              <a:gd name="connsiteX117" fmla="*/ 6475414 w 12192000"/>
              <a:gd name="connsiteY117" fmla="*/ 36512 h 3102054"/>
              <a:gd name="connsiteX118" fmla="*/ 6516689 w 12192000"/>
              <a:gd name="connsiteY118" fmla="*/ 52387 h 3102054"/>
              <a:gd name="connsiteX119" fmla="*/ 6553202 w 12192000"/>
              <a:gd name="connsiteY119" fmla="*/ 68262 h 3102054"/>
              <a:gd name="connsiteX120" fmla="*/ 6591302 w 12192000"/>
              <a:gd name="connsiteY120" fmla="*/ 87312 h 3102054"/>
              <a:gd name="connsiteX121" fmla="*/ 6629401 w 12192000"/>
              <a:gd name="connsiteY121" fmla="*/ 106362 h 3102054"/>
              <a:gd name="connsiteX122" fmla="*/ 6665915 w 12192000"/>
              <a:gd name="connsiteY122" fmla="*/ 125412 h 3102054"/>
              <a:gd name="connsiteX123" fmla="*/ 6707189 w 12192000"/>
              <a:gd name="connsiteY123" fmla="*/ 141287 h 3102054"/>
              <a:gd name="connsiteX124" fmla="*/ 6753226 w 12192000"/>
              <a:gd name="connsiteY124" fmla="*/ 155575 h 3102054"/>
              <a:gd name="connsiteX125" fmla="*/ 6805614 w 12192000"/>
              <a:gd name="connsiteY125" fmla="*/ 166687 h 3102054"/>
              <a:gd name="connsiteX126" fmla="*/ 6865939 w 12192000"/>
              <a:gd name="connsiteY126" fmla="*/ 174625 h 3102054"/>
              <a:gd name="connsiteX127" fmla="*/ 6934201 w 12192000"/>
              <a:gd name="connsiteY127" fmla="*/ 176212 h 3102054"/>
              <a:gd name="connsiteX128" fmla="*/ 7002464 w 12192000"/>
              <a:gd name="connsiteY128" fmla="*/ 174625 h 3102054"/>
              <a:gd name="connsiteX129" fmla="*/ 7062789 w 12192000"/>
              <a:gd name="connsiteY129" fmla="*/ 166687 h 3102054"/>
              <a:gd name="connsiteX130" fmla="*/ 7115176 w 12192000"/>
              <a:gd name="connsiteY130" fmla="*/ 155575 h 3102054"/>
              <a:gd name="connsiteX131" fmla="*/ 7161214 w 12192000"/>
              <a:gd name="connsiteY131" fmla="*/ 141287 h 3102054"/>
              <a:gd name="connsiteX132" fmla="*/ 7202489 w 12192000"/>
              <a:gd name="connsiteY132" fmla="*/ 125412 h 3102054"/>
              <a:gd name="connsiteX133" fmla="*/ 7239001 w 12192000"/>
              <a:gd name="connsiteY133" fmla="*/ 106362 h 3102054"/>
              <a:gd name="connsiteX134" fmla="*/ 7277101 w 12192000"/>
              <a:gd name="connsiteY134" fmla="*/ 87312 h 3102054"/>
              <a:gd name="connsiteX135" fmla="*/ 7315201 w 12192000"/>
              <a:gd name="connsiteY135" fmla="*/ 68262 h 3102054"/>
              <a:gd name="connsiteX136" fmla="*/ 7351714 w 12192000"/>
              <a:gd name="connsiteY136" fmla="*/ 52387 h 3102054"/>
              <a:gd name="connsiteX137" fmla="*/ 7392989 w 12192000"/>
              <a:gd name="connsiteY137" fmla="*/ 36512 h 3102054"/>
              <a:gd name="connsiteX138" fmla="*/ 7439026 w 12192000"/>
              <a:gd name="connsiteY138" fmla="*/ 20637 h 3102054"/>
              <a:gd name="connsiteX139" fmla="*/ 7491414 w 12192000"/>
              <a:gd name="connsiteY139" fmla="*/ 9525 h 3102054"/>
              <a:gd name="connsiteX140" fmla="*/ 7551739 w 12192000"/>
              <a:gd name="connsiteY140" fmla="*/ 3175 h 3102054"/>
              <a:gd name="connsiteX141" fmla="*/ 7620001 w 12192000"/>
              <a:gd name="connsiteY141" fmla="*/ 0 h 3102054"/>
              <a:gd name="connsiteX142" fmla="*/ 7688264 w 12192000"/>
              <a:gd name="connsiteY142" fmla="*/ 3175 h 3102054"/>
              <a:gd name="connsiteX143" fmla="*/ 7748589 w 12192000"/>
              <a:gd name="connsiteY143" fmla="*/ 9525 h 3102054"/>
              <a:gd name="connsiteX144" fmla="*/ 7800976 w 12192000"/>
              <a:gd name="connsiteY144" fmla="*/ 20637 h 3102054"/>
              <a:gd name="connsiteX145" fmla="*/ 7847014 w 12192000"/>
              <a:gd name="connsiteY145" fmla="*/ 36512 h 3102054"/>
              <a:gd name="connsiteX146" fmla="*/ 7888289 w 12192000"/>
              <a:gd name="connsiteY146" fmla="*/ 52387 h 3102054"/>
              <a:gd name="connsiteX147" fmla="*/ 7924801 w 12192000"/>
              <a:gd name="connsiteY147" fmla="*/ 68262 h 3102054"/>
              <a:gd name="connsiteX148" fmla="*/ 7962901 w 12192000"/>
              <a:gd name="connsiteY148" fmla="*/ 87312 h 3102054"/>
              <a:gd name="connsiteX149" fmla="*/ 8001001 w 12192000"/>
              <a:gd name="connsiteY149" fmla="*/ 106362 h 3102054"/>
              <a:gd name="connsiteX150" fmla="*/ 8037514 w 12192000"/>
              <a:gd name="connsiteY150" fmla="*/ 125412 h 3102054"/>
              <a:gd name="connsiteX151" fmla="*/ 8078789 w 12192000"/>
              <a:gd name="connsiteY151" fmla="*/ 141287 h 3102054"/>
              <a:gd name="connsiteX152" fmla="*/ 8124826 w 12192000"/>
              <a:gd name="connsiteY152" fmla="*/ 155575 h 3102054"/>
              <a:gd name="connsiteX153" fmla="*/ 8177214 w 12192000"/>
              <a:gd name="connsiteY153" fmla="*/ 166687 h 3102054"/>
              <a:gd name="connsiteX154" fmla="*/ 8237539 w 12192000"/>
              <a:gd name="connsiteY154" fmla="*/ 174625 h 3102054"/>
              <a:gd name="connsiteX155" fmla="*/ 8305801 w 12192000"/>
              <a:gd name="connsiteY155" fmla="*/ 176212 h 3102054"/>
              <a:gd name="connsiteX156" fmla="*/ 8374064 w 12192000"/>
              <a:gd name="connsiteY156" fmla="*/ 174625 h 3102054"/>
              <a:gd name="connsiteX157" fmla="*/ 8434388 w 12192000"/>
              <a:gd name="connsiteY157" fmla="*/ 166687 h 3102054"/>
              <a:gd name="connsiteX158" fmla="*/ 8486776 w 12192000"/>
              <a:gd name="connsiteY158" fmla="*/ 155575 h 3102054"/>
              <a:gd name="connsiteX159" fmla="*/ 8532814 w 12192000"/>
              <a:gd name="connsiteY159" fmla="*/ 141287 h 3102054"/>
              <a:gd name="connsiteX160" fmla="*/ 8574088 w 12192000"/>
              <a:gd name="connsiteY160" fmla="*/ 125412 h 3102054"/>
              <a:gd name="connsiteX161" fmla="*/ 8610600 w 12192000"/>
              <a:gd name="connsiteY161" fmla="*/ 106362 h 3102054"/>
              <a:gd name="connsiteX162" fmla="*/ 8648700 w 12192000"/>
              <a:gd name="connsiteY162" fmla="*/ 87312 h 3102054"/>
              <a:gd name="connsiteX163" fmla="*/ 8686800 w 12192000"/>
              <a:gd name="connsiteY163" fmla="*/ 68262 h 3102054"/>
              <a:gd name="connsiteX164" fmla="*/ 8723314 w 12192000"/>
              <a:gd name="connsiteY164" fmla="*/ 52387 h 3102054"/>
              <a:gd name="connsiteX165" fmla="*/ 8764588 w 12192000"/>
              <a:gd name="connsiteY165" fmla="*/ 36512 h 3102054"/>
              <a:gd name="connsiteX166" fmla="*/ 8810626 w 12192000"/>
              <a:gd name="connsiteY166" fmla="*/ 20637 h 3102054"/>
              <a:gd name="connsiteX167" fmla="*/ 8863014 w 12192000"/>
              <a:gd name="connsiteY167" fmla="*/ 9525 h 3102054"/>
              <a:gd name="connsiteX168" fmla="*/ 8923338 w 12192000"/>
              <a:gd name="connsiteY168" fmla="*/ 3175 h 3102054"/>
              <a:gd name="connsiteX169" fmla="*/ 8990014 w 12192000"/>
              <a:gd name="connsiteY169" fmla="*/ 0 h 3102054"/>
              <a:gd name="connsiteX170" fmla="*/ 9059864 w 12192000"/>
              <a:gd name="connsiteY170" fmla="*/ 3175 h 3102054"/>
              <a:gd name="connsiteX171" fmla="*/ 9120188 w 12192000"/>
              <a:gd name="connsiteY171" fmla="*/ 9525 h 3102054"/>
              <a:gd name="connsiteX172" fmla="*/ 9172576 w 12192000"/>
              <a:gd name="connsiteY172" fmla="*/ 20637 h 3102054"/>
              <a:gd name="connsiteX173" fmla="*/ 9218614 w 12192000"/>
              <a:gd name="connsiteY173" fmla="*/ 36512 h 3102054"/>
              <a:gd name="connsiteX174" fmla="*/ 9259888 w 12192000"/>
              <a:gd name="connsiteY174" fmla="*/ 52387 h 3102054"/>
              <a:gd name="connsiteX175" fmla="*/ 9296400 w 12192000"/>
              <a:gd name="connsiteY175" fmla="*/ 68262 h 3102054"/>
              <a:gd name="connsiteX176" fmla="*/ 9334500 w 12192000"/>
              <a:gd name="connsiteY176" fmla="*/ 87312 h 3102054"/>
              <a:gd name="connsiteX177" fmla="*/ 9372600 w 12192000"/>
              <a:gd name="connsiteY177" fmla="*/ 106362 h 3102054"/>
              <a:gd name="connsiteX178" fmla="*/ 9409114 w 12192000"/>
              <a:gd name="connsiteY178" fmla="*/ 125412 h 3102054"/>
              <a:gd name="connsiteX179" fmla="*/ 9450388 w 12192000"/>
              <a:gd name="connsiteY179" fmla="*/ 141287 h 3102054"/>
              <a:gd name="connsiteX180" fmla="*/ 9496426 w 12192000"/>
              <a:gd name="connsiteY180" fmla="*/ 155575 h 3102054"/>
              <a:gd name="connsiteX181" fmla="*/ 9548814 w 12192000"/>
              <a:gd name="connsiteY181" fmla="*/ 166687 h 3102054"/>
              <a:gd name="connsiteX182" fmla="*/ 9609138 w 12192000"/>
              <a:gd name="connsiteY182" fmla="*/ 174625 h 3102054"/>
              <a:gd name="connsiteX183" fmla="*/ 9677400 w 12192000"/>
              <a:gd name="connsiteY183" fmla="*/ 176212 h 3102054"/>
              <a:gd name="connsiteX184" fmla="*/ 9745664 w 12192000"/>
              <a:gd name="connsiteY184" fmla="*/ 174625 h 3102054"/>
              <a:gd name="connsiteX185" fmla="*/ 9805988 w 12192000"/>
              <a:gd name="connsiteY185" fmla="*/ 166687 h 3102054"/>
              <a:gd name="connsiteX186" fmla="*/ 9858376 w 12192000"/>
              <a:gd name="connsiteY186" fmla="*/ 155575 h 3102054"/>
              <a:gd name="connsiteX187" fmla="*/ 9904414 w 12192000"/>
              <a:gd name="connsiteY187" fmla="*/ 141287 h 3102054"/>
              <a:gd name="connsiteX188" fmla="*/ 9945688 w 12192000"/>
              <a:gd name="connsiteY188" fmla="*/ 125412 h 3102054"/>
              <a:gd name="connsiteX189" fmla="*/ 9982200 w 12192000"/>
              <a:gd name="connsiteY189" fmla="*/ 106362 h 3102054"/>
              <a:gd name="connsiteX190" fmla="*/ 10058400 w 12192000"/>
              <a:gd name="connsiteY190" fmla="*/ 68262 h 3102054"/>
              <a:gd name="connsiteX191" fmla="*/ 10094914 w 12192000"/>
              <a:gd name="connsiteY191" fmla="*/ 52387 h 3102054"/>
              <a:gd name="connsiteX192" fmla="*/ 10136188 w 12192000"/>
              <a:gd name="connsiteY192" fmla="*/ 36512 h 3102054"/>
              <a:gd name="connsiteX193" fmla="*/ 10182226 w 12192000"/>
              <a:gd name="connsiteY193" fmla="*/ 20637 h 3102054"/>
              <a:gd name="connsiteX194" fmla="*/ 10234614 w 12192000"/>
              <a:gd name="connsiteY194" fmla="*/ 9525 h 3102054"/>
              <a:gd name="connsiteX195" fmla="*/ 10294938 w 12192000"/>
              <a:gd name="connsiteY195" fmla="*/ 3175 h 3102054"/>
              <a:gd name="connsiteX196" fmla="*/ 10363200 w 12192000"/>
              <a:gd name="connsiteY196" fmla="*/ 0 h 3102054"/>
              <a:gd name="connsiteX197" fmla="*/ 10431464 w 12192000"/>
              <a:gd name="connsiteY197" fmla="*/ 3175 h 3102054"/>
              <a:gd name="connsiteX198" fmla="*/ 10491788 w 12192000"/>
              <a:gd name="connsiteY198" fmla="*/ 9525 h 3102054"/>
              <a:gd name="connsiteX199" fmla="*/ 10544176 w 12192000"/>
              <a:gd name="connsiteY199" fmla="*/ 20637 h 3102054"/>
              <a:gd name="connsiteX200" fmla="*/ 10590214 w 12192000"/>
              <a:gd name="connsiteY200" fmla="*/ 36512 h 3102054"/>
              <a:gd name="connsiteX201" fmla="*/ 10631488 w 12192000"/>
              <a:gd name="connsiteY201" fmla="*/ 52387 h 3102054"/>
              <a:gd name="connsiteX202" fmla="*/ 10668000 w 12192000"/>
              <a:gd name="connsiteY202" fmla="*/ 68262 h 3102054"/>
              <a:gd name="connsiteX203" fmla="*/ 10706100 w 12192000"/>
              <a:gd name="connsiteY203" fmla="*/ 87312 h 3102054"/>
              <a:gd name="connsiteX204" fmla="*/ 10744200 w 12192000"/>
              <a:gd name="connsiteY204" fmla="*/ 106362 h 3102054"/>
              <a:gd name="connsiteX205" fmla="*/ 10780714 w 12192000"/>
              <a:gd name="connsiteY205" fmla="*/ 125412 h 3102054"/>
              <a:gd name="connsiteX206" fmla="*/ 10821988 w 12192000"/>
              <a:gd name="connsiteY206" fmla="*/ 141287 h 3102054"/>
              <a:gd name="connsiteX207" fmla="*/ 10868026 w 12192000"/>
              <a:gd name="connsiteY207" fmla="*/ 155575 h 3102054"/>
              <a:gd name="connsiteX208" fmla="*/ 10920414 w 12192000"/>
              <a:gd name="connsiteY208" fmla="*/ 166687 h 3102054"/>
              <a:gd name="connsiteX209" fmla="*/ 10980738 w 12192000"/>
              <a:gd name="connsiteY209" fmla="*/ 174625 h 3102054"/>
              <a:gd name="connsiteX210" fmla="*/ 11049000 w 12192000"/>
              <a:gd name="connsiteY210" fmla="*/ 176212 h 3102054"/>
              <a:gd name="connsiteX211" fmla="*/ 11117264 w 12192000"/>
              <a:gd name="connsiteY211" fmla="*/ 174625 h 3102054"/>
              <a:gd name="connsiteX212" fmla="*/ 11177588 w 12192000"/>
              <a:gd name="connsiteY212" fmla="*/ 166687 h 3102054"/>
              <a:gd name="connsiteX213" fmla="*/ 11229976 w 12192000"/>
              <a:gd name="connsiteY213" fmla="*/ 155575 h 3102054"/>
              <a:gd name="connsiteX214" fmla="*/ 11276014 w 12192000"/>
              <a:gd name="connsiteY214" fmla="*/ 141287 h 3102054"/>
              <a:gd name="connsiteX215" fmla="*/ 11317288 w 12192000"/>
              <a:gd name="connsiteY215" fmla="*/ 125412 h 3102054"/>
              <a:gd name="connsiteX216" fmla="*/ 11353800 w 12192000"/>
              <a:gd name="connsiteY216" fmla="*/ 106362 h 3102054"/>
              <a:gd name="connsiteX217" fmla="*/ 11391900 w 12192000"/>
              <a:gd name="connsiteY217" fmla="*/ 87312 h 3102054"/>
              <a:gd name="connsiteX218" fmla="*/ 11430000 w 12192000"/>
              <a:gd name="connsiteY218" fmla="*/ 68263 h 3102054"/>
              <a:gd name="connsiteX219" fmla="*/ 11466514 w 12192000"/>
              <a:gd name="connsiteY219" fmla="*/ 52388 h 3102054"/>
              <a:gd name="connsiteX220" fmla="*/ 11507788 w 12192000"/>
              <a:gd name="connsiteY220" fmla="*/ 36513 h 3102054"/>
              <a:gd name="connsiteX221" fmla="*/ 11553826 w 12192000"/>
              <a:gd name="connsiteY221" fmla="*/ 20638 h 3102054"/>
              <a:gd name="connsiteX222" fmla="*/ 11606214 w 12192000"/>
              <a:gd name="connsiteY222" fmla="*/ 9525 h 3102054"/>
              <a:gd name="connsiteX223" fmla="*/ 11666538 w 12192000"/>
              <a:gd name="connsiteY223" fmla="*/ 3175 h 3102054"/>
              <a:gd name="connsiteX224" fmla="*/ 11734800 w 12192000"/>
              <a:gd name="connsiteY224" fmla="*/ 0 h 3102054"/>
              <a:gd name="connsiteX225" fmla="*/ 11803064 w 12192000"/>
              <a:gd name="connsiteY225" fmla="*/ 3175 h 3102054"/>
              <a:gd name="connsiteX226" fmla="*/ 11863388 w 12192000"/>
              <a:gd name="connsiteY226" fmla="*/ 9525 h 3102054"/>
              <a:gd name="connsiteX227" fmla="*/ 11915776 w 12192000"/>
              <a:gd name="connsiteY227" fmla="*/ 20638 h 3102054"/>
              <a:gd name="connsiteX228" fmla="*/ 11961814 w 12192000"/>
              <a:gd name="connsiteY228" fmla="*/ 36513 h 3102054"/>
              <a:gd name="connsiteX229" fmla="*/ 12003088 w 12192000"/>
              <a:gd name="connsiteY229" fmla="*/ 52388 h 3102054"/>
              <a:gd name="connsiteX230" fmla="*/ 12039600 w 12192000"/>
              <a:gd name="connsiteY230" fmla="*/ 68263 h 3102054"/>
              <a:gd name="connsiteX231" fmla="*/ 12077700 w 12192000"/>
              <a:gd name="connsiteY231" fmla="*/ 87313 h 3102054"/>
              <a:gd name="connsiteX232" fmla="*/ 12115800 w 12192000"/>
              <a:gd name="connsiteY232" fmla="*/ 106363 h 3102054"/>
              <a:gd name="connsiteX233" fmla="*/ 12152314 w 12192000"/>
              <a:gd name="connsiteY233" fmla="*/ 125413 h 3102054"/>
              <a:gd name="connsiteX234" fmla="*/ 12192000 w 12192000"/>
              <a:gd name="connsiteY234" fmla="*/ 140677 h 3102054"/>
              <a:gd name="connsiteX235" fmla="*/ 12192000 w 12192000"/>
              <a:gd name="connsiteY235" fmla="*/ 885826 h 3102054"/>
              <a:gd name="connsiteX236" fmla="*/ 12191999 w 12192000"/>
              <a:gd name="connsiteY236" fmla="*/ 885826 h 3102054"/>
              <a:gd name="connsiteX237" fmla="*/ 12191999 w 12192000"/>
              <a:gd name="connsiteY237" fmla="*/ 3102054 h 3102054"/>
              <a:gd name="connsiteX238" fmla="*/ 0 w 12192000"/>
              <a:gd name="connsiteY238" fmla="*/ 3102054 h 3102054"/>
              <a:gd name="connsiteX239" fmla="*/ 0 w 12192000"/>
              <a:gd name="connsiteY239" fmla="*/ 638254 h 3102054"/>
              <a:gd name="connsiteX240" fmla="*/ 1 w 12192000"/>
              <a:gd name="connsiteY240" fmla="*/ 638254 h 3102054"/>
              <a:gd name="connsiteX241" fmla="*/ 1 w 12192000"/>
              <a:gd name="connsiteY241" fmla="*/ 176212 h 3102054"/>
              <a:gd name="connsiteX242" fmla="*/ 68264 w 12192000"/>
              <a:gd name="connsiteY242" fmla="*/ 174625 h 3102054"/>
              <a:gd name="connsiteX243" fmla="*/ 128589 w 12192000"/>
              <a:gd name="connsiteY243" fmla="*/ 166687 h 3102054"/>
              <a:gd name="connsiteX244" fmla="*/ 180976 w 12192000"/>
              <a:gd name="connsiteY244" fmla="*/ 155575 h 3102054"/>
              <a:gd name="connsiteX245" fmla="*/ 227014 w 12192000"/>
              <a:gd name="connsiteY245" fmla="*/ 141287 h 3102054"/>
              <a:gd name="connsiteX246" fmla="*/ 268289 w 12192000"/>
              <a:gd name="connsiteY246" fmla="*/ 125412 h 3102054"/>
              <a:gd name="connsiteX247" fmla="*/ 304801 w 12192000"/>
              <a:gd name="connsiteY247" fmla="*/ 106362 h 3102054"/>
              <a:gd name="connsiteX248" fmla="*/ 342901 w 12192000"/>
              <a:gd name="connsiteY248" fmla="*/ 87312 h 3102054"/>
              <a:gd name="connsiteX249" fmla="*/ 381001 w 12192000"/>
              <a:gd name="connsiteY249" fmla="*/ 68262 h 3102054"/>
              <a:gd name="connsiteX250" fmla="*/ 417514 w 12192000"/>
              <a:gd name="connsiteY250" fmla="*/ 52387 h 3102054"/>
              <a:gd name="connsiteX251" fmla="*/ 458789 w 12192000"/>
              <a:gd name="connsiteY251" fmla="*/ 36512 h 3102054"/>
              <a:gd name="connsiteX252" fmla="*/ 504826 w 12192000"/>
              <a:gd name="connsiteY252" fmla="*/ 20637 h 3102054"/>
              <a:gd name="connsiteX253" fmla="*/ 557214 w 12192000"/>
              <a:gd name="connsiteY253" fmla="*/ 9525 h 3102054"/>
              <a:gd name="connsiteX254" fmla="*/ 617539 w 12192000"/>
              <a:gd name="connsiteY254" fmla="*/ 3175 h 3102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</a:cxnLst>
            <a:rect l="l" t="t" r="r" b="b"/>
            <a:pathLst>
              <a:path w="12192000" h="3102054">
                <a:moveTo>
                  <a:pt x="685801" y="0"/>
                </a:moveTo>
                <a:lnTo>
                  <a:pt x="754064" y="3175"/>
                </a:lnTo>
                <a:lnTo>
                  <a:pt x="814389" y="9525"/>
                </a:lnTo>
                <a:lnTo>
                  <a:pt x="866776" y="20637"/>
                </a:lnTo>
                <a:lnTo>
                  <a:pt x="912814" y="36512"/>
                </a:lnTo>
                <a:lnTo>
                  <a:pt x="954089" y="52387"/>
                </a:lnTo>
                <a:lnTo>
                  <a:pt x="990601" y="68262"/>
                </a:lnTo>
                <a:lnTo>
                  <a:pt x="1028701" y="87312"/>
                </a:lnTo>
                <a:lnTo>
                  <a:pt x="1066801" y="106362"/>
                </a:lnTo>
                <a:lnTo>
                  <a:pt x="1103314" y="125412"/>
                </a:lnTo>
                <a:lnTo>
                  <a:pt x="1144589" y="141287"/>
                </a:lnTo>
                <a:lnTo>
                  <a:pt x="1190626" y="155575"/>
                </a:lnTo>
                <a:lnTo>
                  <a:pt x="1243014" y="166687"/>
                </a:lnTo>
                <a:lnTo>
                  <a:pt x="1303339" y="174625"/>
                </a:lnTo>
                <a:lnTo>
                  <a:pt x="1371601" y="176212"/>
                </a:lnTo>
                <a:lnTo>
                  <a:pt x="1439864" y="174625"/>
                </a:lnTo>
                <a:lnTo>
                  <a:pt x="1500189" y="166687"/>
                </a:lnTo>
                <a:lnTo>
                  <a:pt x="1552576" y="155575"/>
                </a:lnTo>
                <a:lnTo>
                  <a:pt x="1598614" y="141287"/>
                </a:lnTo>
                <a:lnTo>
                  <a:pt x="1639889" y="125412"/>
                </a:lnTo>
                <a:lnTo>
                  <a:pt x="1676401" y="106362"/>
                </a:lnTo>
                <a:lnTo>
                  <a:pt x="1714501" y="87312"/>
                </a:lnTo>
                <a:lnTo>
                  <a:pt x="1752601" y="68262"/>
                </a:lnTo>
                <a:lnTo>
                  <a:pt x="1789114" y="52387"/>
                </a:lnTo>
                <a:lnTo>
                  <a:pt x="1830389" y="36512"/>
                </a:lnTo>
                <a:lnTo>
                  <a:pt x="1876426" y="20637"/>
                </a:lnTo>
                <a:lnTo>
                  <a:pt x="1928814" y="9525"/>
                </a:lnTo>
                <a:lnTo>
                  <a:pt x="1989139" y="3175"/>
                </a:lnTo>
                <a:lnTo>
                  <a:pt x="2057401" y="0"/>
                </a:lnTo>
                <a:lnTo>
                  <a:pt x="2125664" y="3175"/>
                </a:lnTo>
                <a:lnTo>
                  <a:pt x="2185989" y="9525"/>
                </a:lnTo>
                <a:lnTo>
                  <a:pt x="2238376" y="20637"/>
                </a:lnTo>
                <a:lnTo>
                  <a:pt x="2284414" y="36512"/>
                </a:lnTo>
                <a:lnTo>
                  <a:pt x="2325688" y="52387"/>
                </a:lnTo>
                <a:lnTo>
                  <a:pt x="2362201" y="68262"/>
                </a:lnTo>
                <a:lnTo>
                  <a:pt x="2400301" y="87312"/>
                </a:lnTo>
                <a:lnTo>
                  <a:pt x="2438401" y="106362"/>
                </a:lnTo>
                <a:lnTo>
                  <a:pt x="2474913" y="125412"/>
                </a:lnTo>
                <a:lnTo>
                  <a:pt x="2516188" y="141287"/>
                </a:lnTo>
                <a:lnTo>
                  <a:pt x="2562226" y="155575"/>
                </a:lnTo>
                <a:lnTo>
                  <a:pt x="2614614" y="166687"/>
                </a:lnTo>
                <a:lnTo>
                  <a:pt x="2674938" y="174625"/>
                </a:lnTo>
                <a:lnTo>
                  <a:pt x="2743201" y="176212"/>
                </a:lnTo>
                <a:lnTo>
                  <a:pt x="2811464" y="174625"/>
                </a:lnTo>
                <a:lnTo>
                  <a:pt x="2871789" y="166687"/>
                </a:lnTo>
                <a:lnTo>
                  <a:pt x="2924176" y="155575"/>
                </a:lnTo>
                <a:lnTo>
                  <a:pt x="2970214" y="141287"/>
                </a:lnTo>
                <a:lnTo>
                  <a:pt x="3011489" y="125412"/>
                </a:lnTo>
                <a:lnTo>
                  <a:pt x="3048001" y="106362"/>
                </a:lnTo>
                <a:lnTo>
                  <a:pt x="3086101" y="87312"/>
                </a:lnTo>
                <a:lnTo>
                  <a:pt x="3124201" y="68262"/>
                </a:lnTo>
                <a:lnTo>
                  <a:pt x="3160714" y="52387"/>
                </a:lnTo>
                <a:lnTo>
                  <a:pt x="3201989" y="36512"/>
                </a:lnTo>
                <a:lnTo>
                  <a:pt x="3248026" y="20637"/>
                </a:lnTo>
                <a:lnTo>
                  <a:pt x="3300414" y="9525"/>
                </a:lnTo>
                <a:lnTo>
                  <a:pt x="3360739" y="3175"/>
                </a:lnTo>
                <a:lnTo>
                  <a:pt x="3427414" y="0"/>
                </a:lnTo>
                <a:lnTo>
                  <a:pt x="3497264" y="3175"/>
                </a:lnTo>
                <a:lnTo>
                  <a:pt x="3557589" y="9525"/>
                </a:lnTo>
                <a:lnTo>
                  <a:pt x="3609976" y="20637"/>
                </a:lnTo>
                <a:lnTo>
                  <a:pt x="3656014" y="36512"/>
                </a:lnTo>
                <a:lnTo>
                  <a:pt x="3697288" y="52387"/>
                </a:lnTo>
                <a:lnTo>
                  <a:pt x="3733801" y="68262"/>
                </a:lnTo>
                <a:lnTo>
                  <a:pt x="3771901" y="87312"/>
                </a:lnTo>
                <a:lnTo>
                  <a:pt x="3810001" y="106362"/>
                </a:lnTo>
                <a:lnTo>
                  <a:pt x="3846514" y="125412"/>
                </a:lnTo>
                <a:lnTo>
                  <a:pt x="3887789" y="141287"/>
                </a:lnTo>
                <a:lnTo>
                  <a:pt x="3933826" y="155575"/>
                </a:lnTo>
                <a:lnTo>
                  <a:pt x="3986214" y="166687"/>
                </a:lnTo>
                <a:lnTo>
                  <a:pt x="4046539" y="174625"/>
                </a:lnTo>
                <a:lnTo>
                  <a:pt x="4114801" y="176212"/>
                </a:lnTo>
                <a:lnTo>
                  <a:pt x="4183064" y="174625"/>
                </a:lnTo>
                <a:lnTo>
                  <a:pt x="4243388" y="166687"/>
                </a:lnTo>
                <a:lnTo>
                  <a:pt x="4295776" y="155575"/>
                </a:lnTo>
                <a:lnTo>
                  <a:pt x="4341813" y="141287"/>
                </a:lnTo>
                <a:lnTo>
                  <a:pt x="4383088" y="125412"/>
                </a:lnTo>
                <a:lnTo>
                  <a:pt x="4419601" y="106362"/>
                </a:lnTo>
                <a:lnTo>
                  <a:pt x="4495801" y="68262"/>
                </a:lnTo>
                <a:lnTo>
                  <a:pt x="4532314" y="52387"/>
                </a:lnTo>
                <a:lnTo>
                  <a:pt x="4573588" y="36512"/>
                </a:lnTo>
                <a:lnTo>
                  <a:pt x="4619626" y="20637"/>
                </a:lnTo>
                <a:lnTo>
                  <a:pt x="4672013" y="9525"/>
                </a:lnTo>
                <a:lnTo>
                  <a:pt x="4732338" y="3175"/>
                </a:lnTo>
                <a:lnTo>
                  <a:pt x="4800601" y="0"/>
                </a:lnTo>
                <a:lnTo>
                  <a:pt x="4868864" y="3175"/>
                </a:lnTo>
                <a:lnTo>
                  <a:pt x="4929188" y="9525"/>
                </a:lnTo>
                <a:lnTo>
                  <a:pt x="4981576" y="20637"/>
                </a:lnTo>
                <a:lnTo>
                  <a:pt x="5027614" y="36512"/>
                </a:lnTo>
                <a:lnTo>
                  <a:pt x="5068889" y="52387"/>
                </a:lnTo>
                <a:lnTo>
                  <a:pt x="5105402" y="68262"/>
                </a:lnTo>
                <a:lnTo>
                  <a:pt x="5143502" y="87312"/>
                </a:lnTo>
                <a:lnTo>
                  <a:pt x="5181601" y="106362"/>
                </a:lnTo>
                <a:lnTo>
                  <a:pt x="5218115" y="125412"/>
                </a:lnTo>
                <a:lnTo>
                  <a:pt x="5259388" y="141287"/>
                </a:lnTo>
                <a:lnTo>
                  <a:pt x="5305426" y="155575"/>
                </a:lnTo>
                <a:lnTo>
                  <a:pt x="5357813" y="166687"/>
                </a:lnTo>
                <a:lnTo>
                  <a:pt x="5418139" y="174625"/>
                </a:lnTo>
                <a:lnTo>
                  <a:pt x="5486401" y="176212"/>
                </a:lnTo>
                <a:lnTo>
                  <a:pt x="5554663" y="174625"/>
                </a:lnTo>
                <a:lnTo>
                  <a:pt x="5614989" y="166687"/>
                </a:lnTo>
                <a:lnTo>
                  <a:pt x="5667376" y="155575"/>
                </a:lnTo>
                <a:lnTo>
                  <a:pt x="5713414" y="141287"/>
                </a:lnTo>
                <a:lnTo>
                  <a:pt x="5754689" y="125412"/>
                </a:lnTo>
                <a:lnTo>
                  <a:pt x="5791202" y="106362"/>
                </a:lnTo>
                <a:lnTo>
                  <a:pt x="5829302" y="87312"/>
                </a:lnTo>
                <a:lnTo>
                  <a:pt x="5867402" y="68262"/>
                </a:lnTo>
                <a:lnTo>
                  <a:pt x="5903915" y="52387"/>
                </a:lnTo>
                <a:lnTo>
                  <a:pt x="5945189" y="36512"/>
                </a:lnTo>
                <a:lnTo>
                  <a:pt x="5991226" y="20637"/>
                </a:lnTo>
                <a:lnTo>
                  <a:pt x="6043614" y="9525"/>
                </a:lnTo>
                <a:lnTo>
                  <a:pt x="6103939" y="3175"/>
                </a:lnTo>
                <a:lnTo>
                  <a:pt x="6172201" y="0"/>
                </a:lnTo>
                <a:lnTo>
                  <a:pt x="6210301" y="1772"/>
                </a:lnTo>
                <a:lnTo>
                  <a:pt x="6248401" y="0"/>
                </a:lnTo>
                <a:lnTo>
                  <a:pt x="6316664" y="3175"/>
                </a:lnTo>
                <a:lnTo>
                  <a:pt x="6376989" y="9525"/>
                </a:lnTo>
                <a:lnTo>
                  <a:pt x="6429376" y="20637"/>
                </a:lnTo>
                <a:lnTo>
                  <a:pt x="6475414" y="36512"/>
                </a:lnTo>
                <a:lnTo>
                  <a:pt x="6516689" y="52387"/>
                </a:lnTo>
                <a:lnTo>
                  <a:pt x="6553202" y="68262"/>
                </a:lnTo>
                <a:lnTo>
                  <a:pt x="6591302" y="87312"/>
                </a:lnTo>
                <a:lnTo>
                  <a:pt x="6629401" y="106362"/>
                </a:lnTo>
                <a:lnTo>
                  <a:pt x="6665915" y="125412"/>
                </a:lnTo>
                <a:lnTo>
                  <a:pt x="6707189" y="141287"/>
                </a:lnTo>
                <a:lnTo>
                  <a:pt x="6753226" y="155575"/>
                </a:lnTo>
                <a:lnTo>
                  <a:pt x="6805614" y="166687"/>
                </a:lnTo>
                <a:lnTo>
                  <a:pt x="6865939" y="174625"/>
                </a:lnTo>
                <a:lnTo>
                  <a:pt x="6934201" y="176212"/>
                </a:lnTo>
                <a:lnTo>
                  <a:pt x="7002464" y="174625"/>
                </a:lnTo>
                <a:lnTo>
                  <a:pt x="7062789" y="166687"/>
                </a:lnTo>
                <a:lnTo>
                  <a:pt x="7115176" y="155575"/>
                </a:lnTo>
                <a:lnTo>
                  <a:pt x="7161214" y="141287"/>
                </a:lnTo>
                <a:lnTo>
                  <a:pt x="7202489" y="125412"/>
                </a:lnTo>
                <a:lnTo>
                  <a:pt x="7239001" y="106362"/>
                </a:lnTo>
                <a:lnTo>
                  <a:pt x="7277101" y="87312"/>
                </a:lnTo>
                <a:lnTo>
                  <a:pt x="7315201" y="68262"/>
                </a:lnTo>
                <a:lnTo>
                  <a:pt x="7351714" y="52387"/>
                </a:lnTo>
                <a:lnTo>
                  <a:pt x="7392989" y="36512"/>
                </a:lnTo>
                <a:lnTo>
                  <a:pt x="7439026" y="20637"/>
                </a:lnTo>
                <a:lnTo>
                  <a:pt x="7491414" y="9525"/>
                </a:lnTo>
                <a:lnTo>
                  <a:pt x="7551739" y="3175"/>
                </a:lnTo>
                <a:lnTo>
                  <a:pt x="7620001" y="0"/>
                </a:lnTo>
                <a:lnTo>
                  <a:pt x="7688264" y="3175"/>
                </a:lnTo>
                <a:lnTo>
                  <a:pt x="7748589" y="9525"/>
                </a:lnTo>
                <a:lnTo>
                  <a:pt x="7800976" y="20637"/>
                </a:lnTo>
                <a:lnTo>
                  <a:pt x="7847014" y="36512"/>
                </a:lnTo>
                <a:lnTo>
                  <a:pt x="7888289" y="52387"/>
                </a:lnTo>
                <a:lnTo>
                  <a:pt x="7924801" y="68262"/>
                </a:lnTo>
                <a:lnTo>
                  <a:pt x="7962901" y="87312"/>
                </a:lnTo>
                <a:lnTo>
                  <a:pt x="8001001" y="106362"/>
                </a:lnTo>
                <a:lnTo>
                  <a:pt x="8037514" y="125412"/>
                </a:lnTo>
                <a:lnTo>
                  <a:pt x="8078789" y="141287"/>
                </a:lnTo>
                <a:lnTo>
                  <a:pt x="8124826" y="155575"/>
                </a:lnTo>
                <a:lnTo>
                  <a:pt x="8177214" y="166687"/>
                </a:lnTo>
                <a:lnTo>
                  <a:pt x="8237539" y="174625"/>
                </a:lnTo>
                <a:lnTo>
                  <a:pt x="8305801" y="176212"/>
                </a:lnTo>
                <a:lnTo>
                  <a:pt x="8374064" y="174625"/>
                </a:lnTo>
                <a:lnTo>
                  <a:pt x="8434388" y="166687"/>
                </a:lnTo>
                <a:lnTo>
                  <a:pt x="8486776" y="155575"/>
                </a:lnTo>
                <a:lnTo>
                  <a:pt x="8532814" y="141287"/>
                </a:lnTo>
                <a:lnTo>
                  <a:pt x="8574088" y="125412"/>
                </a:lnTo>
                <a:lnTo>
                  <a:pt x="8610600" y="106362"/>
                </a:lnTo>
                <a:lnTo>
                  <a:pt x="8648700" y="87312"/>
                </a:lnTo>
                <a:lnTo>
                  <a:pt x="8686800" y="68262"/>
                </a:lnTo>
                <a:lnTo>
                  <a:pt x="8723314" y="52387"/>
                </a:lnTo>
                <a:lnTo>
                  <a:pt x="8764588" y="36512"/>
                </a:lnTo>
                <a:lnTo>
                  <a:pt x="8810626" y="20637"/>
                </a:lnTo>
                <a:lnTo>
                  <a:pt x="8863014" y="9525"/>
                </a:lnTo>
                <a:lnTo>
                  <a:pt x="8923338" y="3175"/>
                </a:lnTo>
                <a:lnTo>
                  <a:pt x="8990014" y="0"/>
                </a:lnTo>
                <a:lnTo>
                  <a:pt x="9059864" y="3175"/>
                </a:lnTo>
                <a:lnTo>
                  <a:pt x="9120188" y="9525"/>
                </a:lnTo>
                <a:lnTo>
                  <a:pt x="9172576" y="20637"/>
                </a:lnTo>
                <a:lnTo>
                  <a:pt x="9218614" y="36512"/>
                </a:lnTo>
                <a:lnTo>
                  <a:pt x="9259888" y="52387"/>
                </a:lnTo>
                <a:lnTo>
                  <a:pt x="9296400" y="68262"/>
                </a:lnTo>
                <a:lnTo>
                  <a:pt x="9334500" y="87312"/>
                </a:lnTo>
                <a:lnTo>
                  <a:pt x="9372600" y="106362"/>
                </a:lnTo>
                <a:lnTo>
                  <a:pt x="9409114" y="125412"/>
                </a:lnTo>
                <a:lnTo>
                  <a:pt x="9450388" y="141287"/>
                </a:lnTo>
                <a:lnTo>
                  <a:pt x="9496426" y="155575"/>
                </a:lnTo>
                <a:lnTo>
                  <a:pt x="9548814" y="166687"/>
                </a:lnTo>
                <a:lnTo>
                  <a:pt x="9609138" y="174625"/>
                </a:lnTo>
                <a:lnTo>
                  <a:pt x="9677400" y="176212"/>
                </a:lnTo>
                <a:lnTo>
                  <a:pt x="9745664" y="174625"/>
                </a:lnTo>
                <a:lnTo>
                  <a:pt x="9805988" y="166687"/>
                </a:lnTo>
                <a:lnTo>
                  <a:pt x="9858376" y="155575"/>
                </a:lnTo>
                <a:lnTo>
                  <a:pt x="9904414" y="141287"/>
                </a:lnTo>
                <a:lnTo>
                  <a:pt x="9945688" y="125412"/>
                </a:lnTo>
                <a:lnTo>
                  <a:pt x="9982200" y="106362"/>
                </a:lnTo>
                <a:lnTo>
                  <a:pt x="10058400" y="68262"/>
                </a:lnTo>
                <a:lnTo>
                  <a:pt x="10094914" y="52387"/>
                </a:lnTo>
                <a:lnTo>
                  <a:pt x="10136188" y="36512"/>
                </a:lnTo>
                <a:lnTo>
                  <a:pt x="10182226" y="20637"/>
                </a:lnTo>
                <a:lnTo>
                  <a:pt x="10234614" y="9525"/>
                </a:lnTo>
                <a:lnTo>
                  <a:pt x="10294938" y="3175"/>
                </a:lnTo>
                <a:lnTo>
                  <a:pt x="10363200" y="0"/>
                </a:lnTo>
                <a:lnTo>
                  <a:pt x="10431464" y="3175"/>
                </a:lnTo>
                <a:lnTo>
                  <a:pt x="10491788" y="9525"/>
                </a:lnTo>
                <a:lnTo>
                  <a:pt x="10544176" y="20637"/>
                </a:lnTo>
                <a:lnTo>
                  <a:pt x="10590214" y="36512"/>
                </a:lnTo>
                <a:lnTo>
                  <a:pt x="10631488" y="52387"/>
                </a:lnTo>
                <a:lnTo>
                  <a:pt x="10668000" y="68262"/>
                </a:lnTo>
                <a:lnTo>
                  <a:pt x="10706100" y="87312"/>
                </a:lnTo>
                <a:lnTo>
                  <a:pt x="10744200" y="106362"/>
                </a:lnTo>
                <a:lnTo>
                  <a:pt x="10780714" y="125412"/>
                </a:lnTo>
                <a:lnTo>
                  <a:pt x="10821988" y="141287"/>
                </a:lnTo>
                <a:lnTo>
                  <a:pt x="10868026" y="155575"/>
                </a:lnTo>
                <a:lnTo>
                  <a:pt x="10920414" y="166687"/>
                </a:lnTo>
                <a:lnTo>
                  <a:pt x="10980738" y="174625"/>
                </a:lnTo>
                <a:lnTo>
                  <a:pt x="11049000" y="176212"/>
                </a:lnTo>
                <a:lnTo>
                  <a:pt x="11117264" y="174625"/>
                </a:lnTo>
                <a:lnTo>
                  <a:pt x="11177588" y="166687"/>
                </a:lnTo>
                <a:lnTo>
                  <a:pt x="11229976" y="155575"/>
                </a:lnTo>
                <a:lnTo>
                  <a:pt x="11276014" y="141287"/>
                </a:lnTo>
                <a:lnTo>
                  <a:pt x="11317288" y="125412"/>
                </a:lnTo>
                <a:lnTo>
                  <a:pt x="11353800" y="106362"/>
                </a:lnTo>
                <a:lnTo>
                  <a:pt x="11391900" y="87312"/>
                </a:lnTo>
                <a:lnTo>
                  <a:pt x="11430000" y="68263"/>
                </a:lnTo>
                <a:lnTo>
                  <a:pt x="11466514" y="52388"/>
                </a:lnTo>
                <a:lnTo>
                  <a:pt x="11507788" y="36513"/>
                </a:lnTo>
                <a:lnTo>
                  <a:pt x="11553826" y="20638"/>
                </a:lnTo>
                <a:lnTo>
                  <a:pt x="11606214" y="9525"/>
                </a:lnTo>
                <a:lnTo>
                  <a:pt x="11666538" y="3175"/>
                </a:lnTo>
                <a:lnTo>
                  <a:pt x="11734800" y="0"/>
                </a:lnTo>
                <a:lnTo>
                  <a:pt x="11803064" y="3175"/>
                </a:lnTo>
                <a:lnTo>
                  <a:pt x="11863388" y="9525"/>
                </a:lnTo>
                <a:lnTo>
                  <a:pt x="11915776" y="20638"/>
                </a:lnTo>
                <a:lnTo>
                  <a:pt x="11961814" y="36513"/>
                </a:lnTo>
                <a:lnTo>
                  <a:pt x="12003088" y="52388"/>
                </a:lnTo>
                <a:lnTo>
                  <a:pt x="12039600" y="68263"/>
                </a:lnTo>
                <a:lnTo>
                  <a:pt x="12077700" y="87313"/>
                </a:lnTo>
                <a:lnTo>
                  <a:pt x="12115800" y="106363"/>
                </a:lnTo>
                <a:lnTo>
                  <a:pt x="12152314" y="125413"/>
                </a:lnTo>
                <a:lnTo>
                  <a:pt x="12192000" y="140677"/>
                </a:lnTo>
                <a:lnTo>
                  <a:pt x="12192000" y="885826"/>
                </a:lnTo>
                <a:lnTo>
                  <a:pt x="12191999" y="885826"/>
                </a:lnTo>
                <a:lnTo>
                  <a:pt x="12191999" y="3102054"/>
                </a:lnTo>
                <a:lnTo>
                  <a:pt x="0" y="3102054"/>
                </a:lnTo>
                <a:lnTo>
                  <a:pt x="0" y="638254"/>
                </a:lnTo>
                <a:lnTo>
                  <a:pt x="1" y="638254"/>
                </a:lnTo>
                <a:lnTo>
                  <a:pt x="1" y="176212"/>
                </a:lnTo>
                <a:lnTo>
                  <a:pt x="68264" y="174625"/>
                </a:lnTo>
                <a:lnTo>
                  <a:pt x="128589" y="166687"/>
                </a:lnTo>
                <a:lnTo>
                  <a:pt x="180976" y="155575"/>
                </a:lnTo>
                <a:lnTo>
                  <a:pt x="227014" y="141287"/>
                </a:lnTo>
                <a:lnTo>
                  <a:pt x="268289" y="125412"/>
                </a:lnTo>
                <a:lnTo>
                  <a:pt x="304801" y="106362"/>
                </a:lnTo>
                <a:lnTo>
                  <a:pt x="342901" y="87312"/>
                </a:lnTo>
                <a:lnTo>
                  <a:pt x="381001" y="68262"/>
                </a:lnTo>
                <a:lnTo>
                  <a:pt x="417514" y="52387"/>
                </a:lnTo>
                <a:lnTo>
                  <a:pt x="458789" y="36512"/>
                </a:lnTo>
                <a:lnTo>
                  <a:pt x="504826" y="20637"/>
                </a:lnTo>
                <a:lnTo>
                  <a:pt x="557214" y="9525"/>
                </a:lnTo>
                <a:lnTo>
                  <a:pt x="617539" y="317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54C8EFD9-49E9-3A3D-434A-928261BBD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376" y="4292599"/>
            <a:ext cx="8011248" cy="146577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/>
            <a:r>
              <a:rPr lang="en-US" sz="5200" spc="800">
                <a:solidFill>
                  <a:schemeClr val="bg1"/>
                </a:solidFill>
              </a:rPr>
              <a:t>Il lavoro su git</a:t>
            </a:r>
          </a:p>
        </p:txBody>
      </p:sp>
      <p:pic>
        <p:nvPicPr>
          <p:cNvPr id="11" name="Immagine 10" descr="Immagine che contiene testo, schermata, numero, Parallelo&#10;&#10;Il contenuto generato dall'IA potrebbe non essere corretto.">
            <a:extLst>
              <a:ext uri="{FF2B5EF4-FFF2-40B4-BE49-F238E27FC236}">
                <a16:creationId xmlns:a16="http://schemas.microsoft.com/office/drawing/2014/main" id="{73AC35DB-8288-C232-7F2A-DFD8220F53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845" y="453945"/>
            <a:ext cx="3993362" cy="2975055"/>
          </a:xfrm>
          <a:prstGeom prst="rect">
            <a:avLst/>
          </a:prstGeom>
        </p:spPr>
      </p:pic>
      <p:pic>
        <p:nvPicPr>
          <p:cNvPr id="9" name="Immagine 8" descr="Immagine che contiene testo, schermata, numero, software&#10;&#10;Il contenuto generato dall'IA potrebbe non essere corretto.">
            <a:extLst>
              <a:ext uri="{FF2B5EF4-FFF2-40B4-BE49-F238E27FC236}">
                <a16:creationId xmlns:a16="http://schemas.microsoft.com/office/drawing/2014/main" id="{1E41A0D8-5233-2183-23E5-F7860713CB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7220" y="453943"/>
            <a:ext cx="3198983" cy="2975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425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9C211D-8F0A-3EA3-B3CD-C191C073F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6">
            <a:extLst>
              <a:ext uri="{FF2B5EF4-FFF2-40B4-BE49-F238E27FC236}">
                <a16:creationId xmlns:a16="http://schemas.microsoft.com/office/drawing/2014/main" id="{9DC45E65-A832-BB86-0BE2-274507DFAA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2667762" y="630936"/>
            <a:ext cx="3926681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it-IT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F3D88B7-9CD5-3547-0863-376A89E46E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E92AD45-6ED7-AC6E-F582-7F0FA264E9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9143999" cy="4292600"/>
          </a:xfrm>
          <a:prstGeom prst="rect">
            <a:avLst/>
          </a:pr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DC5F1503-B6CB-1708-AC67-613EDA73CB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755946"/>
            <a:ext cx="9143999" cy="3102054"/>
          </a:xfrm>
          <a:custGeom>
            <a:avLst/>
            <a:gdLst>
              <a:gd name="connsiteX0" fmla="*/ 685801 w 12192000"/>
              <a:gd name="connsiteY0" fmla="*/ 0 h 3102054"/>
              <a:gd name="connsiteX1" fmla="*/ 754064 w 12192000"/>
              <a:gd name="connsiteY1" fmla="*/ 3175 h 3102054"/>
              <a:gd name="connsiteX2" fmla="*/ 814389 w 12192000"/>
              <a:gd name="connsiteY2" fmla="*/ 9525 h 3102054"/>
              <a:gd name="connsiteX3" fmla="*/ 866776 w 12192000"/>
              <a:gd name="connsiteY3" fmla="*/ 20637 h 3102054"/>
              <a:gd name="connsiteX4" fmla="*/ 912814 w 12192000"/>
              <a:gd name="connsiteY4" fmla="*/ 36512 h 3102054"/>
              <a:gd name="connsiteX5" fmla="*/ 954089 w 12192000"/>
              <a:gd name="connsiteY5" fmla="*/ 52387 h 3102054"/>
              <a:gd name="connsiteX6" fmla="*/ 990601 w 12192000"/>
              <a:gd name="connsiteY6" fmla="*/ 68262 h 3102054"/>
              <a:gd name="connsiteX7" fmla="*/ 1028701 w 12192000"/>
              <a:gd name="connsiteY7" fmla="*/ 87312 h 3102054"/>
              <a:gd name="connsiteX8" fmla="*/ 1066801 w 12192000"/>
              <a:gd name="connsiteY8" fmla="*/ 106362 h 3102054"/>
              <a:gd name="connsiteX9" fmla="*/ 1103314 w 12192000"/>
              <a:gd name="connsiteY9" fmla="*/ 125412 h 3102054"/>
              <a:gd name="connsiteX10" fmla="*/ 1144589 w 12192000"/>
              <a:gd name="connsiteY10" fmla="*/ 141287 h 3102054"/>
              <a:gd name="connsiteX11" fmla="*/ 1190626 w 12192000"/>
              <a:gd name="connsiteY11" fmla="*/ 155575 h 3102054"/>
              <a:gd name="connsiteX12" fmla="*/ 1243014 w 12192000"/>
              <a:gd name="connsiteY12" fmla="*/ 166687 h 3102054"/>
              <a:gd name="connsiteX13" fmla="*/ 1303339 w 12192000"/>
              <a:gd name="connsiteY13" fmla="*/ 174625 h 3102054"/>
              <a:gd name="connsiteX14" fmla="*/ 1371601 w 12192000"/>
              <a:gd name="connsiteY14" fmla="*/ 176212 h 3102054"/>
              <a:gd name="connsiteX15" fmla="*/ 1439864 w 12192000"/>
              <a:gd name="connsiteY15" fmla="*/ 174625 h 3102054"/>
              <a:gd name="connsiteX16" fmla="*/ 1500189 w 12192000"/>
              <a:gd name="connsiteY16" fmla="*/ 166687 h 3102054"/>
              <a:gd name="connsiteX17" fmla="*/ 1552576 w 12192000"/>
              <a:gd name="connsiteY17" fmla="*/ 155575 h 3102054"/>
              <a:gd name="connsiteX18" fmla="*/ 1598614 w 12192000"/>
              <a:gd name="connsiteY18" fmla="*/ 141287 h 3102054"/>
              <a:gd name="connsiteX19" fmla="*/ 1639889 w 12192000"/>
              <a:gd name="connsiteY19" fmla="*/ 125412 h 3102054"/>
              <a:gd name="connsiteX20" fmla="*/ 1676401 w 12192000"/>
              <a:gd name="connsiteY20" fmla="*/ 106362 h 3102054"/>
              <a:gd name="connsiteX21" fmla="*/ 1714501 w 12192000"/>
              <a:gd name="connsiteY21" fmla="*/ 87312 h 3102054"/>
              <a:gd name="connsiteX22" fmla="*/ 1752601 w 12192000"/>
              <a:gd name="connsiteY22" fmla="*/ 68262 h 3102054"/>
              <a:gd name="connsiteX23" fmla="*/ 1789114 w 12192000"/>
              <a:gd name="connsiteY23" fmla="*/ 52387 h 3102054"/>
              <a:gd name="connsiteX24" fmla="*/ 1830389 w 12192000"/>
              <a:gd name="connsiteY24" fmla="*/ 36512 h 3102054"/>
              <a:gd name="connsiteX25" fmla="*/ 1876426 w 12192000"/>
              <a:gd name="connsiteY25" fmla="*/ 20637 h 3102054"/>
              <a:gd name="connsiteX26" fmla="*/ 1928814 w 12192000"/>
              <a:gd name="connsiteY26" fmla="*/ 9525 h 3102054"/>
              <a:gd name="connsiteX27" fmla="*/ 1989139 w 12192000"/>
              <a:gd name="connsiteY27" fmla="*/ 3175 h 3102054"/>
              <a:gd name="connsiteX28" fmla="*/ 2057401 w 12192000"/>
              <a:gd name="connsiteY28" fmla="*/ 0 h 3102054"/>
              <a:gd name="connsiteX29" fmla="*/ 2125664 w 12192000"/>
              <a:gd name="connsiteY29" fmla="*/ 3175 h 3102054"/>
              <a:gd name="connsiteX30" fmla="*/ 2185989 w 12192000"/>
              <a:gd name="connsiteY30" fmla="*/ 9525 h 3102054"/>
              <a:gd name="connsiteX31" fmla="*/ 2238376 w 12192000"/>
              <a:gd name="connsiteY31" fmla="*/ 20637 h 3102054"/>
              <a:gd name="connsiteX32" fmla="*/ 2284414 w 12192000"/>
              <a:gd name="connsiteY32" fmla="*/ 36512 h 3102054"/>
              <a:gd name="connsiteX33" fmla="*/ 2325688 w 12192000"/>
              <a:gd name="connsiteY33" fmla="*/ 52387 h 3102054"/>
              <a:gd name="connsiteX34" fmla="*/ 2362201 w 12192000"/>
              <a:gd name="connsiteY34" fmla="*/ 68262 h 3102054"/>
              <a:gd name="connsiteX35" fmla="*/ 2400301 w 12192000"/>
              <a:gd name="connsiteY35" fmla="*/ 87312 h 3102054"/>
              <a:gd name="connsiteX36" fmla="*/ 2438401 w 12192000"/>
              <a:gd name="connsiteY36" fmla="*/ 106362 h 3102054"/>
              <a:gd name="connsiteX37" fmla="*/ 2474913 w 12192000"/>
              <a:gd name="connsiteY37" fmla="*/ 125412 h 3102054"/>
              <a:gd name="connsiteX38" fmla="*/ 2516188 w 12192000"/>
              <a:gd name="connsiteY38" fmla="*/ 141287 h 3102054"/>
              <a:gd name="connsiteX39" fmla="*/ 2562226 w 12192000"/>
              <a:gd name="connsiteY39" fmla="*/ 155575 h 3102054"/>
              <a:gd name="connsiteX40" fmla="*/ 2614614 w 12192000"/>
              <a:gd name="connsiteY40" fmla="*/ 166687 h 3102054"/>
              <a:gd name="connsiteX41" fmla="*/ 2674938 w 12192000"/>
              <a:gd name="connsiteY41" fmla="*/ 174625 h 3102054"/>
              <a:gd name="connsiteX42" fmla="*/ 2743201 w 12192000"/>
              <a:gd name="connsiteY42" fmla="*/ 176212 h 3102054"/>
              <a:gd name="connsiteX43" fmla="*/ 2811464 w 12192000"/>
              <a:gd name="connsiteY43" fmla="*/ 174625 h 3102054"/>
              <a:gd name="connsiteX44" fmla="*/ 2871789 w 12192000"/>
              <a:gd name="connsiteY44" fmla="*/ 166687 h 3102054"/>
              <a:gd name="connsiteX45" fmla="*/ 2924176 w 12192000"/>
              <a:gd name="connsiteY45" fmla="*/ 155575 h 3102054"/>
              <a:gd name="connsiteX46" fmla="*/ 2970214 w 12192000"/>
              <a:gd name="connsiteY46" fmla="*/ 141287 h 3102054"/>
              <a:gd name="connsiteX47" fmla="*/ 3011489 w 12192000"/>
              <a:gd name="connsiteY47" fmla="*/ 125412 h 3102054"/>
              <a:gd name="connsiteX48" fmla="*/ 3048001 w 12192000"/>
              <a:gd name="connsiteY48" fmla="*/ 106362 h 3102054"/>
              <a:gd name="connsiteX49" fmla="*/ 3086101 w 12192000"/>
              <a:gd name="connsiteY49" fmla="*/ 87312 h 3102054"/>
              <a:gd name="connsiteX50" fmla="*/ 3124201 w 12192000"/>
              <a:gd name="connsiteY50" fmla="*/ 68262 h 3102054"/>
              <a:gd name="connsiteX51" fmla="*/ 3160714 w 12192000"/>
              <a:gd name="connsiteY51" fmla="*/ 52387 h 3102054"/>
              <a:gd name="connsiteX52" fmla="*/ 3201989 w 12192000"/>
              <a:gd name="connsiteY52" fmla="*/ 36512 h 3102054"/>
              <a:gd name="connsiteX53" fmla="*/ 3248026 w 12192000"/>
              <a:gd name="connsiteY53" fmla="*/ 20637 h 3102054"/>
              <a:gd name="connsiteX54" fmla="*/ 3300414 w 12192000"/>
              <a:gd name="connsiteY54" fmla="*/ 9525 h 3102054"/>
              <a:gd name="connsiteX55" fmla="*/ 3360739 w 12192000"/>
              <a:gd name="connsiteY55" fmla="*/ 3175 h 3102054"/>
              <a:gd name="connsiteX56" fmla="*/ 3427414 w 12192000"/>
              <a:gd name="connsiteY56" fmla="*/ 0 h 3102054"/>
              <a:gd name="connsiteX57" fmla="*/ 3497264 w 12192000"/>
              <a:gd name="connsiteY57" fmla="*/ 3175 h 3102054"/>
              <a:gd name="connsiteX58" fmla="*/ 3557589 w 12192000"/>
              <a:gd name="connsiteY58" fmla="*/ 9525 h 3102054"/>
              <a:gd name="connsiteX59" fmla="*/ 3609976 w 12192000"/>
              <a:gd name="connsiteY59" fmla="*/ 20637 h 3102054"/>
              <a:gd name="connsiteX60" fmla="*/ 3656014 w 12192000"/>
              <a:gd name="connsiteY60" fmla="*/ 36512 h 3102054"/>
              <a:gd name="connsiteX61" fmla="*/ 3697288 w 12192000"/>
              <a:gd name="connsiteY61" fmla="*/ 52387 h 3102054"/>
              <a:gd name="connsiteX62" fmla="*/ 3733801 w 12192000"/>
              <a:gd name="connsiteY62" fmla="*/ 68262 h 3102054"/>
              <a:gd name="connsiteX63" fmla="*/ 3771901 w 12192000"/>
              <a:gd name="connsiteY63" fmla="*/ 87312 h 3102054"/>
              <a:gd name="connsiteX64" fmla="*/ 3810001 w 12192000"/>
              <a:gd name="connsiteY64" fmla="*/ 106362 h 3102054"/>
              <a:gd name="connsiteX65" fmla="*/ 3846514 w 12192000"/>
              <a:gd name="connsiteY65" fmla="*/ 125412 h 3102054"/>
              <a:gd name="connsiteX66" fmla="*/ 3887789 w 12192000"/>
              <a:gd name="connsiteY66" fmla="*/ 141287 h 3102054"/>
              <a:gd name="connsiteX67" fmla="*/ 3933826 w 12192000"/>
              <a:gd name="connsiteY67" fmla="*/ 155575 h 3102054"/>
              <a:gd name="connsiteX68" fmla="*/ 3986214 w 12192000"/>
              <a:gd name="connsiteY68" fmla="*/ 166687 h 3102054"/>
              <a:gd name="connsiteX69" fmla="*/ 4046539 w 12192000"/>
              <a:gd name="connsiteY69" fmla="*/ 174625 h 3102054"/>
              <a:gd name="connsiteX70" fmla="*/ 4114801 w 12192000"/>
              <a:gd name="connsiteY70" fmla="*/ 176212 h 3102054"/>
              <a:gd name="connsiteX71" fmla="*/ 4183064 w 12192000"/>
              <a:gd name="connsiteY71" fmla="*/ 174625 h 3102054"/>
              <a:gd name="connsiteX72" fmla="*/ 4243388 w 12192000"/>
              <a:gd name="connsiteY72" fmla="*/ 166687 h 3102054"/>
              <a:gd name="connsiteX73" fmla="*/ 4295776 w 12192000"/>
              <a:gd name="connsiteY73" fmla="*/ 155575 h 3102054"/>
              <a:gd name="connsiteX74" fmla="*/ 4341813 w 12192000"/>
              <a:gd name="connsiteY74" fmla="*/ 141287 h 3102054"/>
              <a:gd name="connsiteX75" fmla="*/ 4383088 w 12192000"/>
              <a:gd name="connsiteY75" fmla="*/ 125412 h 3102054"/>
              <a:gd name="connsiteX76" fmla="*/ 4419601 w 12192000"/>
              <a:gd name="connsiteY76" fmla="*/ 106362 h 3102054"/>
              <a:gd name="connsiteX77" fmla="*/ 4495801 w 12192000"/>
              <a:gd name="connsiteY77" fmla="*/ 68262 h 3102054"/>
              <a:gd name="connsiteX78" fmla="*/ 4532314 w 12192000"/>
              <a:gd name="connsiteY78" fmla="*/ 52387 h 3102054"/>
              <a:gd name="connsiteX79" fmla="*/ 4573588 w 12192000"/>
              <a:gd name="connsiteY79" fmla="*/ 36512 h 3102054"/>
              <a:gd name="connsiteX80" fmla="*/ 4619626 w 12192000"/>
              <a:gd name="connsiteY80" fmla="*/ 20637 h 3102054"/>
              <a:gd name="connsiteX81" fmla="*/ 4672013 w 12192000"/>
              <a:gd name="connsiteY81" fmla="*/ 9525 h 3102054"/>
              <a:gd name="connsiteX82" fmla="*/ 4732338 w 12192000"/>
              <a:gd name="connsiteY82" fmla="*/ 3175 h 3102054"/>
              <a:gd name="connsiteX83" fmla="*/ 4800601 w 12192000"/>
              <a:gd name="connsiteY83" fmla="*/ 0 h 3102054"/>
              <a:gd name="connsiteX84" fmla="*/ 4868864 w 12192000"/>
              <a:gd name="connsiteY84" fmla="*/ 3175 h 3102054"/>
              <a:gd name="connsiteX85" fmla="*/ 4929188 w 12192000"/>
              <a:gd name="connsiteY85" fmla="*/ 9525 h 3102054"/>
              <a:gd name="connsiteX86" fmla="*/ 4981576 w 12192000"/>
              <a:gd name="connsiteY86" fmla="*/ 20637 h 3102054"/>
              <a:gd name="connsiteX87" fmla="*/ 5027614 w 12192000"/>
              <a:gd name="connsiteY87" fmla="*/ 36512 h 3102054"/>
              <a:gd name="connsiteX88" fmla="*/ 5068889 w 12192000"/>
              <a:gd name="connsiteY88" fmla="*/ 52387 h 3102054"/>
              <a:gd name="connsiteX89" fmla="*/ 5105402 w 12192000"/>
              <a:gd name="connsiteY89" fmla="*/ 68262 h 3102054"/>
              <a:gd name="connsiteX90" fmla="*/ 5143502 w 12192000"/>
              <a:gd name="connsiteY90" fmla="*/ 87312 h 3102054"/>
              <a:gd name="connsiteX91" fmla="*/ 5181601 w 12192000"/>
              <a:gd name="connsiteY91" fmla="*/ 106362 h 3102054"/>
              <a:gd name="connsiteX92" fmla="*/ 5218115 w 12192000"/>
              <a:gd name="connsiteY92" fmla="*/ 125412 h 3102054"/>
              <a:gd name="connsiteX93" fmla="*/ 5259388 w 12192000"/>
              <a:gd name="connsiteY93" fmla="*/ 141287 h 3102054"/>
              <a:gd name="connsiteX94" fmla="*/ 5305426 w 12192000"/>
              <a:gd name="connsiteY94" fmla="*/ 155575 h 3102054"/>
              <a:gd name="connsiteX95" fmla="*/ 5357813 w 12192000"/>
              <a:gd name="connsiteY95" fmla="*/ 166687 h 3102054"/>
              <a:gd name="connsiteX96" fmla="*/ 5418139 w 12192000"/>
              <a:gd name="connsiteY96" fmla="*/ 174625 h 3102054"/>
              <a:gd name="connsiteX97" fmla="*/ 5486401 w 12192000"/>
              <a:gd name="connsiteY97" fmla="*/ 176212 h 3102054"/>
              <a:gd name="connsiteX98" fmla="*/ 5554663 w 12192000"/>
              <a:gd name="connsiteY98" fmla="*/ 174625 h 3102054"/>
              <a:gd name="connsiteX99" fmla="*/ 5614989 w 12192000"/>
              <a:gd name="connsiteY99" fmla="*/ 166687 h 3102054"/>
              <a:gd name="connsiteX100" fmla="*/ 5667376 w 12192000"/>
              <a:gd name="connsiteY100" fmla="*/ 155575 h 3102054"/>
              <a:gd name="connsiteX101" fmla="*/ 5713414 w 12192000"/>
              <a:gd name="connsiteY101" fmla="*/ 141287 h 3102054"/>
              <a:gd name="connsiteX102" fmla="*/ 5754689 w 12192000"/>
              <a:gd name="connsiteY102" fmla="*/ 125412 h 3102054"/>
              <a:gd name="connsiteX103" fmla="*/ 5791202 w 12192000"/>
              <a:gd name="connsiteY103" fmla="*/ 106362 h 3102054"/>
              <a:gd name="connsiteX104" fmla="*/ 5829302 w 12192000"/>
              <a:gd name="connsiteY104" fmla="*/ 87312 h 3102054"/>
              <a:gd name="connsiteX105" fmla="*/ 5867402 w 12192000"/>
              <a:gd name="connsiteY105" fmla="*/ 68262 h 3102054"/>
              <a:gd name="connsiteX106" fmla="*/ 5903915 w 12192000"/>
              <a:gd name="connsiteY106" fmla="*/ 52387 h 3102054"/>
              <a:gd name="connsiteX107" fmla="*/ 5945189 w 12192000"/>
              <a:gd name="connsiteY107" fmla="*/ 36512 h 3102054"/>
              <a:gd name="connsiteX108" fmla="*/ 5991226 w 12192000"/>
              <a:gd name="connsiteY108" fmla="*/ 20637 h 3102054"/>
              <a:gd name="connsiteX109" fmla="*/ 6043614 w 12192000"/>
              <a:gd name="connsiteY109" fmla="*/ 9525 h 3102054"/>
              <a:gd name="connsiteX110" fmla="*/ 6103939 w 12192000"/>
              <a:gd name="connsiteY110" fmla="*/ 3175 h 3102054"/>
              <a:gd name="connsiteX111" fmla="*/ 6172201 w 12192000"/>
              <a:gd name="connsiteY111" fmla="*/ 0 h 3102054"/>
              <a:gd name="connsiteX112" fmla="*/ 6210301 w 12192000"/>
              <a:gd name="connsiteY112" fmla="*/ 1772 h 3102054"/>
              <a:gd name="connsiteX113" fmla="*/ 6248401 w 12192000"/>
              <a:gd name="connsiteY113" fmla="*/ 0 h 3102054"/>
              <a:gd name="connsiteX114" fmla="*/ 6316664 w 12192000"/>
              <a:gd name="connsiteY114" fmla="*/ 3175 h 3102054"/>
              <a:gd name="connsiteX115" fmla="*/ 6376989 w 12192000"/>
              <a:gd name="connsiteY115" fmla="*/ 9525 h 3102054"/>
              <a:gd name="connsiteX116" fmla="*/ 6429376 w 12192000"/>
              <a:gd name="connsiteY116" fmla="*/ 20637 h 3102054"/>
              <a:gd name="connsiteX117" fmla="*/ 6475414 w 12192000"/>
              <a:gd name="connsiteY117" fmla="*/ 36512 h 3102054"/>
              <a:gd name="connsiteX118" fmla="*/ 6516689 w 12192000"/>
              <a:gd name="connsiteY118" fmla="*/ 52387 h 3102054"/>
              <a:gd name="connsiteX119" fmla="*/ 6553202 w 12192000"/>
              <a:gd name="connsiteY119" fmla="*/ 68262 h 3102054"/>
              <a:gd name="connsiteX120" fmla="*/ 6591302 w 12192000"/>
              <a:gd name="connsiteY120" fmla="*/ 87312 h 3102054"/>
              <a:gd name="connsiteX121" fmla="*/ 6629401 w 12192000"/>
              <a:gd name="connsiteY121" fmla="*/ 106362 h 3102054"/>
              <a:gd name="connsiteX122" fmla="*/ 6665915 w 12192000"/>
              <a:gd name="connsiteY122" fmla="*/ 125412 h 3102054"/>
              <a:gd name="connsiteX123" fmla="*/ 6707189 w 12192000"/>
              <a:gd name="connsiteY123" fmla="*/ 141287 h 3102054"/>
              <a:gd name="connsiteX124" fmla="*/ 6753226 w 12192000"/>
              <a:gd name="connsiteY124" fmla="*/ 155575 h 3102054"/>
              <a:gd name="connsiteX125" fmla="*/ 6805614 w 12192000"/>
              <a:gd name="connsiteY125" fmla="*/ 166687 h 3102054"/>
              <a:gd name="connsiteX126" fmla="*/ 6865939 w 12192000"/>
              <a:gd name="connsiteY126" fmla="*/ 174625 h 3102054"/>
              <a:gd name="connsiteX127" fmla="*/ 6934201 w 12192000"/>
              <a:gd name="connsiteY127" fmla="*/ 176212 h 3102054"/>
              <a:gd name="connsiteX128" fmla="*/ 7002464 w 12192000"/>
              <a:gd name="connsiteY128" fmla="*/ 174625 h 3102054"/>
              <a:gd name="connsiteX129" fmla="*/ 7062789 w 12192000"/>
              <a:gd name="connsiteY129" fmla="*/ 166687 h 3102054"/>
              <a:gd name="connsiteX130" fmla="*/ 7115176 w 12192000"/>
              <a:gd name="connsiteY130" fmla="*/ 155575 h 3102054"/>
              <a:gd name="connsiteX131" fmla="*/ 7161214 w 12192000"/>
              <a:gd name="connsiteY131" fmla="*/ 141287 h 3102054"/>
              <a:gd name="connsiteX132" fmla="*/ 7202489 w 12192000"/>
              <a:gd name="connsiteY132" fmla="*/ 125412 h 3102054"/>
              <a:gd name="connsiteX133" fmla="*/ 7239001 w 12192000"/>
              <a:gd name="connsiteY133" fmla="*/ 106362 h 3102054"/>
              <a:gd name="connsiteX134" fmla="*/ 7277101 w 12192000"/>
              <a:gd name="connsiteY134" fmla="*/ 87312 h 3102054"/>
              <a:gd name="connsiteX135" fmla="*/ 7315201 w 12192000"/>
              <a:gd name="connsiteY135" fmla="*/ 68262 h 3102054"/>
              <a:gd name="connsiteX136" fmla="*/ 7351714 w 12192000"/>
              <a:gd name="connsiteY136" fmla="*/ 52387 h 3102054"/>
              <a:gd name="connsiteX137" fmla="*/ 7392989 w 12192000"/>
              <a:gd name="connsiteY137" fmla="*/ 36512 h 3102054"/>
              <a:gd name="connsiteX138" fmla="*/ 7439026 w 12192000"/>
              <a:gd name="connsiteY138" fmla="*/ 20637 h 3102054"/>
              <a:gd name="connsiteX139" fmla="*/ 7491414 w 12192000"/>
              <a:gd name="connsiteY139" fmla="*/ 9525 h 3102054"/>
              <a:gd name="connsiteX140" fmla="*/ 7551739 w 12192000"/>
              <a:gd name="connsiteY140" fmla="*/ 3175 h 3102054"/>
              <a:gd name="connsiteX141" fmla="*/ 7620001 w 12192000"/>
              <a:gd name="connsiteY141" fmla="*/ 0 h 3102054"/>
              <a:gd name="connsiteX142" fmla="*/ 7688264 w 12192000"/>
              <a:gd name="connsiteY142" fmla="*/ 3175 h 3102054"/>
              <a:gd name="connsiteX143" fmla="*/ 7748589 w 12192000"/>
              <a:gd name="connsiteY143" fmla="*/ 9525 h 3102054"/>
              <a:gd name="connsiteX144" fmla="*/ 7800976 w 12192000"/>
              <a:gd name="connsiteY144" fmla="*/ 20637 h 3102054"/>
              <a:gd name="connsiteX145" fmla="*/ 7847014 w 12192000"/>
              <a:gd name="connsiteY145" fmla="*/ 36512 h 3102054"/>
              <a:gd name="connsiteX146" fmla="*/ 7888289 w 12192000"/>
              <a:gd name="connsiteY146" fmla="*/ 52387 h 3102054"/>
              <a:gd name="connsiteX147" fmla="*/ 7924801 w 12192000"/>
              <a:gd name="connsiteY147" fmla="*/ 68262 h 3102054"/>
              <a:gd name="connsiteX148" fmla="*/ 7962901 w 12192000"/>
              <a:gd name="connsiteY148" fmla="*/ 87312 h 3102054"/>
              <a:gd name="connsiteX149" fmla="*/ 8001001 w 12192000"/>
              <a:gd name="connsiteY149" fmla="*/ 106362 h 3102054"/>
              <a:gd name="connsiteX150" fmla="*/ 8037514 w 12192000"/>
              <a:gd name="connsiteY150" fmla="*/ 125412 h 3102054"/>
              <a:gd name="connsiteX151" fmla="*/ 8078789 w 12192000"/>
              <a:gd name="connsiteY151" fmla="*/ 141287 h 3102054"/>
              <a:gd name="connsiteX152" fmla="*/ 8124826 w 12192000"/>
              <a:gd name="connsiteY152" fmla="*/ 155575 h 3102054"/>
              <a:gd name="connsiteX153" fmla="*/ 8177214 w 12192000"/>
              <a:gd name="connsiteY153" fmla="*/ 166687 h 3102054"/>
              <a:gd name="connsiteX154" fmla="*/ 8237539 w 12192000"/>
              <a:gd name="connsiteY154" fmla="*/ 174625 h 3102054"/>
              <a:gd name="connsiteX155" fmla="*/ 8305801 w 12192000"/>
              <a:gd name="connsiteY155" fmla="*/ 176212 h 3102054"/>
              <a:gd name="connsiteX156" fmla="*/ 8374064 w 12192000"/>
              <a:gd name="connsiteY156" fmla="*/ 174625 h 3102054"/>
              <a:gd name="connsiteX157" fmla="*/ 8434388 w 12192000"/>
              <a:gd name="connsiteY157" fmla="*/ 166687 h 3102054"/>
              <a:gd name="connsiteX158" fmla="*/ 8486776 w 12192000"/>
              <a:gd name="connsiteY158" fmla="*/ 155575 h 3102054"/>
              <a:gd name="connsiteX159" fmla="*/ 8532814 w 12192000"/>
              <a:gd name="connsiteY159" fmla="*/ 141287 h 3102054"/>
              <a:gd name="connsiteX160" fmla="*/ 8574088 w 12192000"/>
              <a:gd name="connsiteY160" fmla="*/ 125412 h 3102054"/>
              <a:gd name="connsiteX161" fmla="*/ 8610600 w 12192000"/>
              <a:gd name="connsiteY161" fmla="*/ 106362 h 3102054"/>
              <a:gd name="connsiteX162" fmla="*/ 8648700 w 12192000"/>
              <a:gd name="connsiteY162" fmla="*/ 87312 h 3102054"/>
              <a:gd name="connsiteX163" fmla="*/ 8686800 w 12192000"/>
              <a:gd name="connsiteY163" fmla="*/ 68262 h 3102054"/>
              <a:gd name="connsiteX164" fmla="*/ 8723314 w 12192000"/>
              <a:gd name="connsiteY164" fmla="*/ 52387 h 3102054"/>
              <a:gd name="connsiteX165" fmla="*/ 8764588 w 12192000"/>
              <a:gd name="connsiteY165" fmla="*/ 36512 h 3102054"/>
              <a:gd name="connsiteX166" fmla="*/ 8810626 w 12192000"/>
              <a:gd name="connsiteY166" fmla="*/ 20637 h 3102054"/>
              <a:gd name="connsiteX167" fmla="*/ 8863014 w 12192000"/>
              <a:gd name="connsiteY167" fmla="*/ 9525 h 3102054"/>
              <a:gd name="connsiteX168" fmla="*/ 8923338 w 12192000"/>
              <a:gd name="connsiteY168" fmla="*/ 3175 h 3102054"/>
              <a:gd name="connsiteX169" fmla="*/ 8990014 w 12192000"/>
              <a:gd name="connsiteY169" fmla="*/ 0 h 3102054"/>
              <a:gd name="connsiteX170" fmla="*/ 9059864 w 12192000"/>
              <a:gd name="connsiteY170" fmla="*/ 3175 h 3102054"/>
              <a:gd name="connsiteX171" fmla="*/ 9120188 w 12192000"/>
              <a:gd name="connsiteY171" fmla="*/ 9525 h 3102054"/>
              <a:gd name="connsiteX172" fmla="*/ 9172576 w 12192000"/>
              <a:gd name="connsiteY172" fmla="*/ 20637 h 3102054"/>
              <a:gd name="connsiteX173" fmla="*/ 9218614 w 12192000"/>
              <a:gd name="connsiteY173" fmla="*/ 36512 h 3102054"/>
              <a:gd name="connsiteX174" fmla="*/ 9259888 w 12192000"/>
              <a:gd name="connsiteY174" fmla="*/ 52387 h 3102054"/>
              <a:gd name="connsiteX175" fmla="*/ 9296400 w 12192000"/>
              <a:gd name="connsiteY175" fmla="*/ 68262 h 3102054"/>
              <a:gd name="connsiteX176" fmla="*/ 9334500 w 12192000"/>
              <a:gd name="connsiteY176" fmla="*/ 87312 h 3102054"/>
              <a:gd name="connsiteX177" fmla="*/ 9372600 w 12192000"/>
              <a:gd name="connsiteY177" fmla="*/ 106362 h 3102054"/>
              <a:gd name="connsiteX178" fmla="*/ 9409114 w 12192000"/>
              <a:gd name="connsiteY178" fmla="*/ 125412 h 3102054"/>
              <a:gd name="connsiteX179" fmla="*/ 9450388 w 12192000"/>
              <a:gd name="connsiteY179" fmla="*/ 141287 h 3102054"/>
              <a:gd name="connsiteX180" fmla="*/ 9496426 w 12192000"/>
              <a:gd name="connsiteY180" fmla="*/ 155575 h 3102054"/>
              <a:gd name="connsiteX181" fmla="*/ 9548814 w 12192000"/>
              <a:gd name="connsiteY181" fmla="*/ 166687 h 3102054"/>
              <a:gd name="connsiteX182" fmla="*/ 9609138 w 12192000"/>
              <a:gd name="connsiteY182" fmla="*/ 174625 h 3102054"/>
              <a:gd name="connsiteX183" fmla="*/ 9677400 w 12192000"/>
              <a:gd name="connsiteY183" fmla="*/ 176212 h 3102054"/>
              <a:gd name="connsiteX184" fmla="*/ 9745664 w 12192000"/>
              <a:gd name="connsiteY184" fmla="*/ 174625 h 3102054"/>
              <a:gd name="connsiteX185" fmla="*/ 9805988 w 12192000"/>
              <a:gd name="connsiteY185" fmla="*/ 166687 h 3102054"/>
              <a:gd name="connsiteX186" fmla="*/ 9858376 w 12192000"/>
              <a:gd name="connsiteY186" fmla="*/ 155575 h 3102054"/>
              <a:gd name="connsiteX187" fmla="*/ 9904414 w 12192000"/>
              <a:gd name="connsiteY187" fmla="*/ 141287 h 3102054"/>
              <a:gd name="connsiteX188" fmla="*/ 9945688 w 12192000"/>
              <a:gd name="connsiteY188" fmla="*/ 125412 h 3102054"/>
              <a:gd name="connsiteX189" fmla="*/ 9982200 w 12192000"/>
              <a:gd name="connsiteY189" fmla="*/ 106362 h 3102054"/>
              <a:gd name="connsiteX190" fmla="*/ 10058400 w 12192000"/>
              <a:gd name="connsiteY190" fmla="*/ 68262 h 3102054"/>
              <a:gd name="connsiteX191" fmla="*/ 10094914 w 12192000"/>
              <a:gd name="connsiteY191" fmla="*/ 52387 h 3102054"/>
              <a:gd name="connsiteX192" fmla="*/ 10136188 w 12192000"/>
              <a:gd name="connsiteY192" fmla="*/ 36512 h 3102054"/>
              <a:gd name="connsiteX193" fmla="*/ 10182226 w 12192000"/>
              <a:gd name="connsiteY193" fmla="*/ 20637 h 3102054"/>
              <a:gd name="connsiteX194" fmla="*/ 10234614 w 12192000"/>
              <a:gd name="connsiteY194" fmla="*/ 9525 h 3102054"/>
              <a:gd name="connsiteX195" fmla="*/ 10294938 w 12192000"/>
              <a:gd name="connsiteY195" fmla="*/ 3175 h 3102054"/>
              <a:gd name="connsiteX196" fmla="*/ 10363200 w 12192000"/>
              <a:gd name="connsiteY196" fmla="*/ 0 h 3102054"/>
              <a:gd name="connsiteX197" fmla="*/ 10431464 w 12192000"/>
              <a:gd name="connsiteY197" fmla="*/ 3175 h 3102054"/>
              <a:gd name="connsiteX198" fmla="*/ 10491788 w 12192000"/>
              <a:gd name="connsiteY198" fmla="*/ 9525 h 3102054"/>
              <a:gd name="connsiteX199" fmla="*/ 10544176 w 12192000"/>
              <a:gd name="connsiteY199" fmla="*/ 20637 h 3102054"/>
              <a:gd name="connsiteX200" fmla="*/ 10590214 w 12192000"/>
              <a:gd name="connsiteY200" fmla="*/ 36512 h 3102054"/>
              <a:gd name="connsiteX201" fmla="*/ 10631488 w 12192000"/>
              <a:gd name="connsiteY201" fmla="*/ 52387 h 3102054"/>
              <a:gd name="connsiteX202" fmla="*/ 10668000 w 12192000"/>
              <a:gd name="connsiteY202" fmla="*/ 68262 h 3102054"/>
              <a:gd name="connsiteX203" fmla="*/ 10706100 w 12192000"/>
              <a:gd name="connsiteY203" fmla="*/ 87312 h 3102054"/>
              <a:gd name="connsiteX204" fmla="*/ 10744200 w 12192000"/>
              <a:gd name="connsiteY204" fmla="*/ 106362 h 3102054"/>
              <a:gd name="connsiteX205" fmla="*/ 10780714 w 12192000"/>
              <a:gd name="connsiteY205" fmla="*/ 125412 h 3102054"/>
              <a:gd name="connsiteX206" fmla="*/ 10821988 w 12192000"/>
              <a:gd name="connsiteY206" fmla="*/ 141287 h 3102054"/>
              <a:gd name="connsiteX207" fmla="*/ 10868026 w 12192000"/>
              <a:gd name="connsiteY207" fmla="*/ 155575 h 3102054"/>
              <a:gd name="connsiteX208" fmla="*/ 10920414 w 12192000"/>
              <a:gd name="connsiteY208" fmla="*/ 166687 h 3102054"/>
              <a:gd name="connsiteX209" fmla="*/ 10980738 w 12192000"/>
              <a:gd name="connsiteY209" fmla="*/ 174625 h 3102054"/>
              <a:gd name="connsiteX210" fmla="*/ 11049000 w 12192000"/>
              <a:gd name="connsiteY210" fmla="*/ 176212 h 3102054"/>
              <a:gd name="connsiteX211" fmla="*/ 11117264 w 12192000"/>
              <a:gd name="connsiteY211" fmla="*/ 174625 h 3102054"/>
              <a:gd name="connsiteX212" fmla="*/ 11177588 w 12192000"/>
              <a:gd name="connsiteY212" fmla="*/ 166687 h 3102054"/>
              <a:gd name="connsiteX213" fmla="*/ 11229976 w 12192000"/>
              <a:gd name="connsiteY213" fmla="*/ 155575 h 3102054"/>
              <a:gd name="connsiteX214" fmla="*/ 11276014 w 12192000"/>
              <a:gd name="connsiteY214" fmla="*/ 141287 h 3102054"/>
              <a:gd name="connsiteX215" fmla="*/ 11317288 w 12192000"/>
              <a:gd name="connsiteY215" fmla="*/ 125412 h 3102054"/>
              <a:gd name="connsiteX216" fmla="*/ 11353800 w 12192000"/>
              <a:gd name="connsiteY216" fmla="*/ 106362 h 3102054"/>
              <a:gd name="connsiteX217" fmla="*/ 11391900 w 12192000"/>
              <a:gd name="connsiteY217" fmla="*/ 87312 h 3102054"/>
              <a:gd name="connsiteX218" fmla="*/ 11430000 w 12192000"/>
              <a:gd name="connsiteY218" fmla="*/ 68263 h 3102054"/>
              <a:gd name="connsiteX219" fmla="*/ 11466514 w 12192000"/>
              <a:gd name="connsiteY219" fmla="*/ 52388 h 3102054"/>
              <a:gd name="connsiteX220" fmla="*/ 11507788 w 12192000"/>
              <a:gd name="connsiteY220" fmla="*/ 36513 h 3102054"/>
              <a:gd name="connsiteX221" fmla="*/ 11553826 w 12192000"/>
              <a:gd name="connsiteY221" fmla="*/ 20638 h 3102054"/>
              <a:gd name="connsiteX222" fmla="*/ 11606214 w 12192000"/>
              <a:gd name="connsiteY222" fmla="*/ 9525 h 3102054"/>
              <a:gd name="connsiteX223" fmla="*/ 11666538 w 12192000"/>
              <a:gd name="connsiteY223" fmla="*/ 3175 h 3102054"/>
              <a:gd name="connsiteX224" fmla="*/ 11734800 w 12192000"/>
              <a:gd name="connsiteY224" fmla="*/ 0 h 3102054"/>
              <a:gd name="connsiteX225" fmla="*/ 11803064 w 12192000"/>
              <a:gd name="connsiteY225" fmla="*/ 3175 h 3102054"/>
              <a:gd name="connsiteX226" fmla="*/ 11863388 w 12192000"/>
              <a:gd name="connsiteY226" fmla="*/ 9525 h 3102054"/>
              <a:gd name="connsiteX227" fmla="*/ 11915776 w 12192000"/>
              <a:gd name="connsiteY227" fmla="*/ 20638 h 3102054"/>
              <a:gd name="connsiteX228" fmla="*/ 11961814 w 12192000"/>
              <a:gd name="connsiteY228" fmla="*/ 36513 h 3102054"/>
              <a:gd name="connsiteX229" fmla="*/ 12003088 w 12192000"/>
              <a:gd name="connsiteY229" fmla="*/ 52388 h 3102054"/>
              <a:gd name="connsiteX230" fmla="*/ 12039600 w 12192000"/>
              <a:gd name="connsiteY230" fmla="*/ 68263 h 3102054"/>
              <a:gd name="connsiteX231" fmla="*/ 12077700 w 12192000"/>
              <a:gd name="connsiteY231" fmla="*/ 87313 h 3102054"/>
              <a:gd name="connsiteX232" fmla="*/ 12115800 w 12192000"/>
              <a:gd name="connsiteY232" fmla="*/ 106363 h 3102054"/>
              <a:gd name="connsiteX233" fmla="*/ 12152314 w 12192000"/>
              <a:gd name="connsiteY233" fmla="*/ 125413 h 3102054"/>
              <a:gd name="connsiteX234" fmla="*/ 12192000 w 12192000"/>
              <a:gd name="connsiteY234" fmla="*/ 140677 h 3102054"/>
              <a:gd name="connsiteX235" fmla="*/ 12192000 w 12192000"/>
              <a:gd name="connsiteY235" fmla="*/ 885826 h 3102054"/>
              <a:gd name="connsiteX236" fmla="*/ 12191999 w 12192000"/>
              <a:gd name="connsiteY236" fmla="*/ 885826 h 3102054"/>
              <a:gd name="connsiteX237" fmla="*/ 12191999 w 12192000"/>
              <a:gd name="connsiteY237" fmla="*/ 3102054 h 3102054"/>
              <a:gd name="connsiteX238" fmla="*/ 0 w 12192000"/>
              <a:gd name="connsiteY238" fmla="*/ 3102054 h 3102054"/>
              <a:gd name="connsiteX239" fmla="*/ 0 w 12192000"/>
              <a:gd name="connsiteY239" fmla="*/ 638254 h 3102054"/>
              <a:gd name="connsiteX240" fmla="*/ 1 w 12192000"/>
              <a:gd name="connsiteY240" fmla="*/ 638254 h 3102054"/>
              <a:gd name="connsiteX241" fmla="*/ 1 w 12192000"/>
              <a:gd name="connsiteY241" fmla="*/ 176212 h 3102054"/>
              <a:gd name="connsiteX242" fmla="*/ 68264 w 12192000"/>
              <a:gd name="connsiteY242" fmla="*/ 174625 h 3102054"/>
              <a:gd name="connsiteX243" fmla="*/ 128589 w 12192000"/>
              <a:gd name="connsiteY243" fmla="*/ 166687 h 3102054"/>
              <a:gd name="connsiteX244" fmla="*/ 180976 w 12192000"/>
              <a:gd name="connsiteY244" fmla="*/ 155575 h 3102054"/>
              <a:gd name="connsiteX245" fmla="*/ 227014 w 12192000"/>
              <a:gd name="connsiteY245" fmla="*/ 141287 h 3102054"/>
              <a:gd name="connsiteX246" fmla="*/ 268289 w 12192000"/>
              <a:gd name="connsiteY246" fmla="*/ 125412 h 3102054"/>
              <a:gd name="connsiteX247" fmla="*/ 304801 w 12192000"/>
              <a:gd name="connsiteY247" fmla="*/ 106362 h 3102054"/>
              <a:gd name="connsiteX248" fmla="*/ 342901 w 12192000"/>
              <a:gd name="connsiteY248" fmla="*/ 87312 h 3102054"/>
              <a:gd name="connsiteX249" fmla="*/ 381001 w 12192000"/>
              <a:gd name="connsiteY249" fmla="*/ 68262 h 3102054"/>
              <a:gd name="connsiteX250" fmla="*/ 417514 w 12192000"/>
              <a:gd name="connsiteY250" fmla="*/ 52387 h 3102054"/>
              <a:gd name="connsiteX251" fmla="*/ 458789 w 12192000"/>
              <a:gd name="connsiteY251" fmla="*/ 36512 h 3102054"/>
              <a:gd name="connsiteX252" fmla="*/ 504826 w 12192000"/>
              <a:gd name="connsiteY252" fmla="*/ 20637 h 3102054"/>
              <a:gd name="connsiteX253" fmla="*/ 557214 w 12192000"/>
              <a:gd name="connsiteY253" fmla="*/ 9525 h 3102054"/>
              <a:gd name="connsiteX254" fmla="*/ 617539 w 12192000"/>
              <a:gd name="connsiteY254" fmla="*/ 3175 h 3102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</a:cxnLst>
            <a:rect l="l" t="t" r="r" b="b"/>
            <a:pathLst>
              <a:path w="12192000" h="3102054">
                <a:moveTo>
                  <a:pt x="685801" y="0"/>
                </a:moveTo>
                <a:lnTo>
                  <a:pt x="754064" y="3175"/>
                </a:lnTo>
                <a:lnTo>
                  <a:pt x="814389" y="9525"/>
                </a:lnTo>
                <a:lnTo>
                  <a:pt x="866776" y="20637"/>
                </a:lnTo>
                <a:lnTo>
                  <a:pt x="912814" y="36512"/>
                </a:lnTo>
                <a:lnTo>
                  <a:pt x="954089" y="52387"/>
                </a:lnTo>
                <a:lnTo>
                  <a:pt x="990601" y="68262"/>
                </a:lnTo>
                <a:lnTo>
                  <a:pt x="1028701" y="87312"/>
                </a:lnTo>
                <a:lnTo>
                  <a:pt x="1066801" y="106362"/>
                </a:lnTo>
                <a:lnTo>
                  <a:pt x="1103314" y="125412"/>
                </a:lnTo>
                <a:lnTo>
                  <a:pt x="1144589" y="141287"/>
                </a:lnTo>
                <a:lnTo>
                  <a:pt x="1190626" y="155575"/>
                </a:lnTo>
                <a:lnTo>
                  <a:pt x="1243014" y="166687"/>
                </a:lnTo>
                <a:lnTo>
                  <a:pt x="1303339" y="174625"/>
                </a:lnTo>
                <a:lnTo>
                  <a:pt x="1371601" y="176212"/>
                </a:lnTo>
                <a:lnTo>
                  <a:pt x="1439864" y="174625"/>
                </a:lnTo>
                <a:lnTo>
                  <a:pt x="1500189" y="166687"/>
                </a:lnTo>
                <a:lnTo>
                  <a:pt x="1552576" y="155575"/>
                </a:lnTo>
                <a:lnTo>
                  <a:pt x="1598614" y="141287"/>
                </a:lnTo>
                <a:lnTo>
                  <a:pt x="1639889" y="125412"/>
                </a:lnTo>
                <a:lnTo>
                  <a:pt x="1676401" y="106362"/>
                </a:lnTo>
                <a:lnTo>
                  <a:pt x="1714501" y="87312"/>
                </a:lnTo>
                <a:lnTo>
                  <a:pt x="1752601" y="68262"/>
                </a:lnTo>
                <a:lnTo>
                  <a:pt x="1789114" y="52387"/>
                </a:lnTo>
                <a:lnTo>
                  <a:pt x="1830389" y="36512"/>
                </a:lnTo>
                <a:lnTo>
                  <a:pt x="1876426" y="20637"/>
                </a:lnTo>
                <a:lnTo>
                  <a:pt x="1928814" y="9525"/>
                </a:lnTo>
                <a:lnTo>
                  <a:pt x="1989139" y="3175"/>
                </a:lnTo>
                <a:lnTo>
                  <a:pt x="2057401" y="0"/>
                </a:lnTo>
                <a:lnTo>
                  <a:pt x="2125664" y="3175"/>
                </a:lnTo>
                <a:lnTo>
                  <a:pt x="2185989" y="9525"/>
                </a:lnTo>
                <a:lnTo>
                  <a:pt x="2238376" y="20637"/>
                </a:lnTo>
                <a:lnTo>
                  <a:pt x="2284414" y="36512"/>
                </a:lnTo>
                <a:lnTo>
                  <a:pt x="2325688" y="52387"/>
                </a:lnTo>
                <a:lnTo>
                  <a:pt x="2362201" y="68262"/>
                </a:lnTo>
                <a:lnTo>
                  <a:pt x="2400301" y="87312"/>
                </a:lnTo>
                <a:lnTo>
                  <a:pt x="2438401" y="106362"/>
                </a:lnTo>
                <a:lnTo>
                  <a:pt x="2474913" y="125412"/>
                </a:lnTo>
                <a:lnTo>
                  <a:pt x="2516188" y="141287"/>
                </a:lnTo>
                <a:lnTo>
                  <a:pt x="2562226" y="155575"/>
                </a:lnTo>
                <a:lnTo>
                  <a:pt x="2614614" y="166687"/>
                </a:lnTo>
                <a:lnTo>
                  <a:pt x="2674938" y="174625"/>
                </a:lnTo>
                <a:lnTo>
                  <a:pt x="2743201" y="176212"/>
                </a:lnTo>
                <a:lnTo>
                  <a:pt x="2811464" y="174625"/>
                </a:lnTo>
                <a:lnTo>
                  <a:pt x="2871789" y="166687"/>
                </a:lnTo>
                <a:lnTo>
                  <a:pt x="2924176" y="155575"/>
                </a:lnTo>
                <a:lnTo>
                  <a:pt x="2970214" y="141287"/>
                </a:lnTo>
                <a:lnTo>
                  <a:pt x="3011489" y="125412"/>
                </a:lnTo>
                <a:lnTo>
                  <a:pt x="3048001" y="106362"/>
                </a:lnTo>
                <a:lnTo>
                  <a:pt x="3086101" y="87312"/>
                </a:lnTo>
                <a:lnTo>
                  <a:pt x="3124201" y="68262"/>
                </a:lnTo>
                <a:lnTo>
                  <a:pt x="3160714" y="52387"/>
                </a:lnTo>
                <a:lnTo>
                  <a:pt x="3201989" y="36512"/>
                </a:lnTo>
                <a:lnTo>
                  <a:pt x="3248026" y="20637"/>
                </a:lnTo>
                <a:lnTo>
                  <a:pt x="3300414" y="9525"/>
                </a:lnTo>
                <a:lnTo>
                  <a:pt x="3360739" y="3175"/>
                </a:lnTo>
                <a:lnTo>
                  <a:pt x="3427414" y="0"/>
                </a:lnTo>
                <a:lnTo>
                  <a:pt x="3497264" y="3175"/>
                </a:lnTo>
                <a:lnTo>
                  <a:pt x="3557589" y="9525"/>
                </a:lnTo>
                <a:lnTo>
                  <a:pt x="3609976" y="20637"/>
                </a:lnTo>
                <a:lnTo>
                  <a:pt x="3656014" y="36512"/>
                </a:lnTo>
                <a:lnTo>
                  <a:pt x="3697288" y="52387"/>
                </a:lnTo>
                <a:lnTo>
                  <a:pt x="3733801" y="68262"/>
                </a:lnTo>
                <a:lnTo>
                  <a:pt x="3771901" y="87312"/>
                </a:lnTo>
                <a:lnTo>
                  <a:pt x="3810001" y="106362"/>
                </a:lnTo>
                <a:lnTo>
                  <a:pt x="3846514" y="125412"/>
                </a:lnTo>
                <a:lnTo>
                  <a:pt x="3887789" y="141287"/>
                </a:lnTo>
                <a:lnTo>
                  <a:pt x="3933826" y="155575"/>
                </a:lnTo>
                <a:lnTo>
                  <a:pt x="3986214" y="166687"/>
                </a:lnTo>
                <a:lnTo>
                  <a:pt x="4046539" y="174625"/>
                </a:lnTo>
                <a:lnTo>
                  <a:pt x="4114801" y="176212"/>
                </a:lnTo>
                <a:lnTo>
                  <a:pt x="4183064" y="174625"/>
                </a:lnTo>
                <a:lnTo>
                  <a:pt x="4243388" y="166687"/>
                </a:lnTo>
                <a:lnTo>
                  <a:pt x="4295776" y="155575"/>
                </a:lnTo>
                <a:lnTo>
                  <a:pt x="4341813" y="141287"/>
                </a:lnTo>
                <a:lnTo>
                  <a:pt x="4383088" y="125412"/>
                </a:lnTo>
                <a:lnTo>
                  <a:pt x="4419601" y="106362"/>
                </a:lnTo>
                <a:lnTo>
                  <a:pt x="4495801" y="68262"/>
                </a:lnTo>
                <a:lnTo>
                  <a:pt x="4532314" y="52387"/>
                </a:lnTo>
                <a:lnTo>
                  <a:pt x="4573588" y="36512"/>
                </a:lnTo>
                <a:lnTo>
                  <a:pt x="4619626" y="20637"/>
                </a:lnTo>
                <a:lnTo>
                  <a:pt x="4672013" y="9525"/>
                </a:lnTo>
                <a:lnTo>
                  <a:pt x="4732338" y="3175"/>
                </a:lnTo>
                <a:lnTo>
                  <a:pt x="4800601" y="0"/>
                </a:lnTo>
                <a:lnTo>
                  <a:pt x="4868864" y="3175"/>
                </a:lnTo>
                <a:lnTo>
                  <a:pt x="4929188" y="9525"/>
                </a:lnTo>
                <a:lnTo>
                  <a:pt x="4981576" y="20637"/>
                </a:lnTo>
                <a:lnTo>
                  <a:pt x="5027614" y="36512"/>
                </a:lnTo>
                <a:lnTo>
                  <a:pt x="5068889" y="52387"/>
                </a:lnTo>
                <a:lnTo>
                  <a:pt x="5105402" y="68262"/>
                </a:lnTo>
                <a:lnTo>
                  <a:pt x="5143502" y="87312"/>
                </a:lnTo>
                <a:lnTo>
                  <a:pt x="5181601" y="106362"/>
                </a:lnTo>
                <a:lnTo>
                  <a:pt x="5218115" y="125412"/>
                </a:lnTo>
                <a:lnTo>
                  <a:pt x="5259388" y="141287"/>
                </a:lnTo>
                <a:lnTo>
                  <a:pt x="5305426" y="155575"/>
                </a:lnTo>
                <a:lnTo>
                  <a:pt x="5357813" y="166687"/>
                </a:lnTo>
                <a:lnTo>
                  <a:pt x="5418139" y="174625"/>
                </a:lnTo>
                <a:lnTo>
                  <a:pt x="5486401" y="176212"/>
                </a:lnTo>
                <a:lnTo>
                  <a:pt x="5554663" y="174625"/>
                </a:lnTo>
                <a:lnTo>
                  <a:pt x="5614989" y="166687"/>
                </a:lnTo>
                <a:lnTo>
                  <a:pt x="5667376" y="155575"/>
                </a:lnTo>
                <a:lnTo>
                  <a:pt x="5713414" y="141287"/>
                </a:lnTo>
                <a:lnTo>
                  <a:pt x="5754689" y="125412"/>
                </a:lnTo>
                <a:lnTo>
                  <a:pt x="5791202" y="106362"/>
                </a:lnTo>
                <a:lnTo>
                  <a:pt x="5829302" y="87312"/>
                </a:lnTo>
                <a:lnTo>
                  <a:pt x="5867402" y="68262"/>
                </a:lnTo>
                <a:lnTo>
                  <a:pt x="5903915" y="52387"/>
                </a:lnTo>
                <a:lnTo>
                  <a:pt x="5945189" y="36512"/>
                </a:lnTo>
                <a:lnTo>
                  <a:pt x="5991226" y="20637"/>
                </a:lnTo>
                <a:lnTo>
                  <a:pt x="6043614" y="9525"/>
                </a:lnTo>
                <a:lnTo>
                  <a:pt x="6103939" y="3175"/>
                </a:lnTo>
                <a:lnTo>
                  <a:pt x="6172201" y="0"/>
                </a:lnTo>
                <a:lnTo>
                  <a:pt x="6210301" y="1772"/>
                </a:lnTo>
                <a:lnTo>
                  <a:pt x="6248401" y="0"/>
                </a:lnTo>
                <a:lnTo>
                  <a:pt x="6316664" y="3175"/>
                </a:lnTo>
                <a:lnTo>
                  <a:pt x="6376989" y="9525"/>
                </a:lnTo>
                <a:lnTo>
                  <a:pt x="6429376" y="20637"/>
                </a:lnTo>
                <a:lnTo>
                  <a:pt x="6475414" y="36512"/>
                </a:lnTo>
                <a:lnTo>
                  <a:pt x="6516689" y="52387"/>
                </a:lnTo>
                <a:lnTo>
                  <a:pt x="6553202" y="68262"/>
                </a:lnTo>
                <a:lnTo>
                  <a:pt x="6591302" y="87312"/>
                </a:lnTo>
                <a:lnTo>
                  <a:pt x="6629401" y="106362"/>
                </a:lnTo>
                <a:lnTo>
                  <a:pt x="6665915" y="125412"/>
                </a:lnTo>
                <a:lnTo>
                  <a:pt x="6707189" y="141287"/>
                </a:lnTo>
                <a:lnTo>
                  <a:pt x="6753226" y="155575"/>
                </a:lnTo>
                <a:lnTo>
                  <a:pt x="6805614" y="166687"/>
                </a:lnTo>
                <a:lnTo>
                  <a:pt x="6865939" y="174625"/>
                </a:lnTo>
                <a:lnTo>
                  <a:pt x="6934201" y="176212"/>
                </a:lnTo>
                <a:lnTo>
                  <a:pt x="7002464" y="174625"/>
                </a:lnTo>
                <a:lnTo>
                  <a:pt x="7062789" y="166687"/>
                </a:lnTo>
                <a:lnTo>
                  <a:pt x="7115176" y="155575"/>
                </a:lnTo>
                <a:lnTo>
                  <a:pt x="7161214" y="141287"/>
                </a:lnTo>
                <a:lnTo>
                  <a:pt x="7202489" y="125412"/>
                </a:lnTo>
                <a:lnTo>
                  <a:pt x="7239001" y="106362"/>
                </a:lnTo>
                <a:lnTo>
                  <a:pt x="7277101" y="87312"/>
                </a:lnTo>
                <a:lnTo>
                  <a:pt x="7315201" y="68262"/>
                </a:lnTo>
                <a:lnTo>
                  <a:pt x="7351714" y="52387"/>
                </a:lnTo>
                <a:lnTo>
                  <a:pt x="7392989" y="36512"/>
                </a:lnTo>
                <a:lnTo>
                  <a:pt x="7439026" y="20637"/>
                </a:lnTo>
                <a:lnTo>
                  <a:pt x="7491414" y="9525"/>
                </a:lnTo>
                <a:lnTo>
                  <a:pt x="7551739" y="3175"/>
                </a:lnTo>
                <a:lnTo>
                  <a:pt x="7620001" y="0"/>
                </a:lnTo>
                <a:lnTo>
                  <a:pt x="7688264" y="3175"/>
                </a:lnTo>
                <a:lnTo>
                  <a:pt x="7748589" y="9525"/>
                </a:lnTo>
                <a:lnTo>
                  <a:pt x="7800976" y="20637"/>
                </a:lnTo>
                <a:lnTo>
                  <a:pt x="7847014" y="36512"/>
                </a:lnTo>
                <a:lnTo>
                  <a:pt x="7888289" y="52387"/>
                </a:lnTo>
                <a:lnTo>
                  <a:pt x="7924801" y="68262"/>
                </a:lnTo>
                <a:lnTo>
                  <a:pt x="7962901" y="87312"/>
                </a:lnTo>
                <a:lnTo>
                  <a:pt x="8001001" y="106362"/>
                </a:lnTo>
                <a:lnTo>
                  <a:pt x="8037514" y="125412"/>
                </a:lnTo>
                <a:lnTo>
                  <a:pt x="8078789" y="141287"/>
                </a:lnTo>
                <a:lnTo>
                  <a:pt x="8124826" y="155575"/>
                </a:lnTo>
                <a:lnTo>
                  <a:pt x="8177214" y="166687"/>
                </a:lnTo>
                <a:lnTo>
                  <a:pt x="8237539" y="174625"/>
                </a:lnTo>
                <a:lnTo>
                  <a:pt x="8305801" y="176212"/>
                </a:lnTo>
                <a:lnTo>
                  <a:pt x="8374064" y="174625"/>
                </a:lnTo>
                <a:lnTo>
                  <a:pt x="8434388" y="166687"/>
                </a:lnTo>
                <a:lnTo>
                  <a:pt x="8486776" y="155575"/>
                </a:lnTo>
                <a:lnTo>
                  <a:pt x="8532814" y="141287"/>
                </a:lnTo>
                <a:lnTo>
                  <a:pt x="8574088" y="125412"/>
                </a:lnTo>
                <a:lnTo>
                  <a:pt x="8610600" y="106362"/>
                </a:lnTo>
                <a:lnTo>
                  <a:pt x="8648700" y="87312"/>
                </a:lnTo>
                <a:lnTo>
                  <a:pt x="8686800" y="68262"/>
                </a:lnTo>
                <a:lnTo>
                  <a:pt x="8723314" y="52387"/>
                </a:lnTo>
                <a:lnTo>
                  <a:pt x="8764588" y="36512"/>
                </a:lnTo>
                <a:lnTo>
                  <a:pt x="8810626" y="20637"/>
                </a:lnTo>
                <a:lnTo>
                  <a:pt x="8863014" y="9525"/>
                </a:lnTo>
                <a:lnTo>
                  <a:pt x="8923338" y="3175"/>
                </a:lnTo>
                <a:lnTo>
                  <a:pt x="8990014" y="0"/>
                </a:lnTo>
                <a:lnTo>
                  <a:pt x="9059864" y="3175"/>
                </a:lnTo>
                <a:lnTo>
                  <a:pt x="9120188" y="9525"/>
                </a:lnTo>
                <a:lnTo>
                  <a:pt x="9172576" y="20637"/>
                </a:lnTo>
                <a:lnTo>
                  <a:pt x="9218614" y="36512"/>
                </a:lnTo>
                <a:lnTo>
                  <a:pt x="9259888" y="52387"/>
                </a:lnTo>
                <a:lnTo>
                  <a:pt x="9296400" y="68262"/>
                </a:lnTo>
                <a:lnTo>
                  <a:pt x="9334500" y="87312"/>
                </a:lnTo>
                <a:lnTo>
                  <a:pt x="9372600" y="106362"/>
                </a:lnTo>
                <a:lnTo>
                  <a:pt x="9409114" y="125412"/>
                </a:lnTo>
                <a:lnTo>
                  <a:pt x="9450388" y="141287"/>
                </a:lnTo>
                <a:lnTo>
                  <a:pt x="9496426" y="155575"/>
                </a:lnTo>
                <a:lnTo>
                  <a:pt x="9548814" y="166687"/>
                </a:lnTo>
                <a:lnTo>
                  <a:pt x="9609138" y="174625"/>
                </a:lnTo>
                <a:lnTo>
                  <a:pt x="9677400" y="176212"/>
                </a:lnTo>
                <a:lnTo>
                  <a:pt x="9745664" y="174625"/>
                </a:lnTo>
                <a:lnTo>
                  <a:pt x="9805988" y="166687"/>
                </a:lnTo>
                <a:lnTo>
                  <a:pt x="9858376" y="155575"/>
                </a:lnTo>
                <a:lnTo>
                  <a:pt x="9904414" y="141287"/>
                </a:lnTo>
                <a:lnTo>
                  <a:pt x="9945688" y="125412"/>
                </a:lnTo>
                <a:lnTo>
                  <a:pt x="9982200" y="106362"/>
                </a:lnTo>
                <a:lnTo>
                  <a:pt x="10058400" y="68262"/>
                </a:lnTo>
                <a:lnTo>
                  <a:pt x="10094914" y="52387"/>
                </a:lnTo>
                <a:lnTo>
                  <a:pt x="10136188" y="36512"/>
                </a:lnTo>
                <a:lnTo>
                  <a:pt x="10182226" y="20637"/>
                </a:lnTo>
                <a:lnTo>
                  <a:pt x="10234614" y="9525"/>
                </a:lnTo>
                <a:lnTo>
                  <a:pt x="10294938" y="3175"/>
                </a:lnTo>
                <a:lnTo>
                  <a:pt x="10363200" y="0"/>
                </a:lnTo>
                <a:lnTo>
                  <a:pt x="10431464" y="3175"/>
                </a:lnTo>
                <a:lnTo>
                  <a:pt x="10491788" y="9525"/>
                </a:lnTo>
                <a:lnTo>
                  <a:pt x="10544176" y="20637"/>
                </a:lnTo>
                <a:lnTo>
                  <a:pt x="10590214" y="36512"/>
                </a:lnTo>
                <a:lnTo>
                  <a:pt x="10631488" y="52387"/>
                </a:lnTo>
                <a:lnTo>
                  <a:pt x="10668000" y="68262"/>
                </a:lnTo>
                <a:lnTo>
                  <a:pt x="10706100" y="87312"/>
                </a:lnTo>
                <a:lnTo>
                  <a:pt x="10744200" y="106362"/>
                </a:lnTo>
                <a:lnTo>
                  <a:pt x="10780714" y="125412"/>
                </a:lnTo>
                <a:lnTo>
                  <a:pt x="10821988" y="141287"/>
                </a:lnTo>
                <a:lnTo>
                  <a:pt x="10868026" y="155575"/>
                </a:lnTo>
                <a:lnTo>
                  <a:pt x="10920414" y="166687"/>
                </a:lnTo>
                <a:lnTo>
                  <a:pt x="10980738" y="174625"/>
                </a:lnTo>
                <a:lnTo>
                  <a:pt x="11049000" y="176212"/>
                </a:lnTo>
                <a:lnTo>
                  <a:pt x="11117264" y="174625"/>
                </a:lnTo>
                <a:lnTo>
                  <a:pt x="11177588" y="166687"/>
                </a:lnTo>
                <a:lnTo>
                  <a:pt x="11229976" y="155575"/>
                </a:lnTo>
                <a:lnTo>
                  <a:pt x="11276014" y="141287"/>
                </a:lnTo>
                <a:lnTo>
                  <a:pt x="11317288" y="125412"/>
                </a:lnTo>
                <a:lnTo>
                  <a:pt x="11353800" y="106362"/>
                </a:lnTo>
                <a:lnTo>
                  <a:pt x="11391900" y="87312"/>
                </a:lnTo>
                <a:lnTo>
                  <a:pt x="11430000" y="68263"/>
                </a:lnTo>
                <a:lnTo>
                  <a:pt x="11466514" y="52388"/>
                </a:lnTo>
                <a:lnTo>
                  <a:pt x="11507788" y="36513"/>
                </a:lnTo>
                <a:lnTo>
                  <a:pt x="11553826" y="20638"/>
                </a:lnTo>
                <a:lnTo>
                  <a:pt x="11606214" y="9525"/>
                </a:lnTo>
                <a:lnTo>
                  <a:pt x="11666538" y="3175"/>
                </a:lnTo>
                <a:lnTo>
                  <a:pt x="11734800" y="0"/>
                </a:lnTo>
                <a:lnTo>
                  <a:pt x="11803064" y="3175"/>
                </a:lnTo>
                <a:lnTo>
                  <a:pt x="11863388" y="9525"/>
                </a:lnTo>
                <a:lnTo>
                  <a:pt x="11915776" y="20638"/>
                </a:lnTo>
                <a:lnTo>
                  <a:pt x="11961814" y="36513"/>
                </a:lnTo>
                <a:lnTo>
                  <a:pt x="12003088" y="52388"/>
                </a:lnTo>
                <a:lnTo>
                  <a:pt x="12039600" y="68263"/>
                </a:lnTo>
                <a:lnTo>
                  <a:pt x="12077700" y="87313"/>
                </a:lnTo>
                <a:lnTo>
                  <a:pt x="12115800" y="106363"/>
                </a:lnTo>
                <a:lnTo>
                  <a:pt x="12152314" y="125413"/>
                </a:lnTo>
                <a:lnTo>
                  <a:pt x="12192000" y="140677"/>
                </a:lnTo>
                <a:lnTo>
                  <a:pt x="12192000" y="885826"/>
                </a:lnTo>
                <a:lnTo>
                  <a:pt x="12191999" y="885826"/>
                </a:lnTo>
                <a:lnTo>
                  <a:pt x="12191999" y="3102054"/>
                </a:lnTo>
                <a:lnTo>
                  <a:pt x="0" y="3102054"/>
                </a:lnTo>
                <a:lnTo>
                  <a:pt x="0" y="638254"/>
                </a:lnTo>
                <a:lnTo>
                  <a:pt x="1" y="638254"/>
                </a:lnTo>
                <a:lnTo>
                  <a:pt x="1" y="176212"/>
                </a:lnTo>
                <a:lnTo>
                  <a:pt x="68264" y="174625"/>
                </a:lnTo>
                <a:lnTo>
                  <a:pt x="128589" y="166687"/>
                </a:lnTo>
                <a:lnTo>
                  <a:pt x="180976" y="155575"/>
                </a:lnTo>
                <a:lnTo>
                  <a:pt x="227014" y="141287"/>
                </a:lnTo>
                <a:lnTo>
                  <a:pt x="268289" y="125412"/>
                </a:lnTo>
                <a:lnTo>
                  <a:pt x="304801" y="106362"/>
                </a:lnTo>
                <a:lnTo>
                  <a:pt x="342901" y="87312"/>
                </a:lnTo>
                <a:lnTo>
                  <a:pt x="381001" y="68262"/>
                </a:lnTo>
                <a:lnTo>
                  <a:pt x="417514" y="52387"/>
                </a:lnTo>
                <a:lnTo>
                  <a:pt x="458789" y="36512"/>
                </a:lnTo>
                <a:lnTo>
                  <a:pt x="504826" y="20637"/>
                </a:lnTo>
                <a:lnTo>
                  <a:pt x="557214" y="9525"/>
                </a:lnTo>
                <a:lnTo>
                  <a:pt x="617539" y="317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2A9BD881-87AF-885D-FA2C-48E5E5521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376" y="4292599"/>
            <a:ext cx="8011248" cy="146577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/>
            <a:r>
              <a:rPr lang="en-US" sz="5200" spc="800">
                <a:solidFill>
                  <a:schemeClr val="bg1"/>
                </a:solidFill>
              </a:rPr>
              <a:t>Il lavoro su git</a:t>
            </a:r>
          </a:p>
        </p:txBody>
      </p:sp>
      <p:pic>
        <p:nvPicPr>
          <p:cNvPr id="9" name="Immagine 8" descr="Immagine che contiene testo, schermata, numero, software&#10;&#10;Il contenuto generato dall'IA potrebbe non essere corretto.">
            <a:extLst>
              <a:ext uri="{FF2B5EF4-FFF2-40B4-BE49-F238E27FC236}">
                <a16:creationId xmlns:a16="http://schemas.microsoft.com/office/drawing/2014/main" id="{5BBB5A12-514E-85C1-A495-7022E777FC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7220" y="453943"/>
            <a:ext cx="3198983" cy="2975055"/>
          </a:xfrm>
          <a:prstGeom prst="rect">
            <a:avLst/>
          </a:prstGeom>
        </p:spPr>
      </p:pic>
      <p:pic>
        <p:nvPicPr>
          <p:cNvPr id="11" name="Immagine 10" descr="Immagine che contiene testo, schermata, numero, Parallelo&#10;&#10;Il contenuto generato dall'IA potrebbe non essere corretto.">
            <a:extLst>
              <a:ext uri="{FF2B5EF4-FFF2-40B4-BE49-F238E27FC236}">
                <a16:creationId xmlns:a16="http://schemas.microsoft.com/office/drawing/2014/main" id="{7D0B1559-450F-6E6E-48D4-E3B44FF6F4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650" y="307187"/>
            <a:ext cx="8380698" cy="6243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9572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F564F0-4539-B3B8-DE18-AA2FD923C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6">
            <a:extLst>
              <a:ext uri="{FF2B5EF4-FFF2-40B4-BE49-F238E27FC236}">
                <a16:creationId xmlns:a16="http://schemas.microsoft.com/office/drawing/2014/main" id="{2CDC4D85-08F0-BA85-B6B5-11CF42350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2667762" y="630936"/>
            <a:ext cx="3926681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it-IT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41A8E69-F66A-DD15-617D-3A72AE6D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D6752F4-DC02-61D5-A2F2-2E208665AA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9143999" cy="4292600"/>
          </a:xfrm>
          <a:prstGeom prst="rect">
            <a:avLst/>
          </a:pr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199B5-CC91-C868-9008-EAA6AB862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755946"/>
            <a:ext cx="9143999" cy="3102054"/>
          </a:xfrm>
          <a:custGeom>
            <a:avLst/>
            <a:gdLst>
              <a:gd name="connsiteX0" fmla="*/ 685801 w 12192000"/>
              <a:gd name="connsiteY0" fmla="*/ 0 h 3102054"/>
              <a:gd name="connsiteX1" fmla="*/ 754064 w 12192000"/>
              <a:gd name="connsiteY1" fmla="*/ 3175 h 3102054"/>
              <a:gd name="connsiteX2" fmla="*/ 814389 w 12192000"/>
              <a:gd name="connsiteY2" fmla="*/ 9525 h 3102054"/>
              <a:gd name="connsiteX3" fmla="*/ 866776 w 12192000"/>
              <a:gd name="connsiteY3" fmla="*/ 20637 h 3102054"/>
              <a:gd name="connsiteX4" fmla="*/ 912814 w 12192000"/>
              <a:gd name="connsiteY4" fmla="*/ 36512 h 3102054"/>
              <a:gd name="connsiteX5" fmla="*/ 954089 w 12192000"/>
              <a:gd name="connsiteY5" fmla="*/ 52387 h 3102054"/>
              <a:gd name="connsiteX6" fmla="*/ 990601 w 12192000"/>
              <a:gd name="connsiteY6" fmla="*/ 68262 h 3102054"/>
              <a:gd name="connsiteX7" fmla="*/ 1028701 w 12192000"/>
              <a:gd name="connsiteY7" fmla="*/ 87312 h 3102054"/>
              <a:gd name="connsiteX8" fmla="*/ 1066801 w 12192000"/>
              <a:gd name="connsiteY8" fmla="*/ 106362 h 3102054"/>
              <a:gd name="connsiteX9" fmla="*/ 1103314 w 12192000"/>
              <a:gd name="connsiteY9" fmla="*/ 125412 h 3102054"/>
              <a:gd name="connsiteX10" fmla="*/ 1144589 w 12192000"/>
              <a:gd name="connsiteY10" fmla="*/ 141287 h 3102054"/>
              <a:gd name="connsiteX11" fmla="*/ 1190626 w 12192000"/>
              <a:gd name="connsiteY11" fmla="*/ 155575 h 3102054"/>
              <a:gd name="connsiteX12" fmla="*/ 1243014 w 12192000"/>
              <a:gd name="connsiteY12" fmla="*/ 166687 h 3102054"/>
              <a:gd name="connsiteX13" fmla="*/ 1303339 w 12192000"/>
              <a:gd name="connsiteY13" fmla="*/ 174625 h 3102054"/>
              <a:gd name="connsiteX14" fmla="*/ 1371601 w 12192000"/>
              <a:gd name="connsiteY14" fmla="*/ 176212 h 3102054"/>
              <a:gd name="connsiteX15" fmla="*/ 1439864 w 12192000"/>
              <a:gd name="connsiteY15" fmla="*/ 174625 h 3102054"/>
              <a:gd name="connsiteX16" fmla="*/ 1500189 w 12192000"/>
              <a:gd name="connsiteY16" fmla="*/ 166687 h 3102054"/>
              <a:gd name="connsiteX17" fmla="*/ 1552576 w 12192000"/>
              <a:gd name="connsiteY17" fmla="*/ 155575 h 3102054"/>
              <a:gd name="connsiteX18" fmla="*/ 1598614 w 12192000"/>
              <a:gd name="connsiteY18" fmla="*/ 141287 h 3102054"/>
              <a:gd name="connsiteX19" fmla="*/ 1639889 w 12192000"/>
              <a:gd name="connsiteY19" fmla="*/ 125412 h 3102054"/>
              <a:gd name="connsiteX20" fmla="*/ 1676401 w 12192000"/>
              <a:gd name="connsiteY20" fmla="*/ 106362 h 3102054"/>
              <a:gd name="connsiteX21" fmla="*/ 1714501 w 12192000"/>
              <a:gd name="connsiteY21" fmla="*/ 87312 h 3102054"/>
              <a:gd name="connsiteX22" fmla="*/ 1752601 w 12192000"/>
              <a:gd name="connsiteY22" fmla="*/ 68262 h 3102054"/>
              <a:gd name="connsiteX23" fmla="*/ 1789114 w 12192000"/>
              <a:gd name="connsiteY23" fmla="*/ 52387 h 3102054"/>
              <a:gd name="connsiteX24" fmla="*/ 1830389 w 12192000"/>
              <a:gd name="connsiteY24" fmla="*/ 36512 h 3102054"/>
              <a:gd name="connsiteX25" fmla="*/ 1876426 w 12192000"/>
              <a:gd name="connsiteY25" fmla="*/ 20637 h 3102054"/>
              <a:gd name="connsiteX26" fmla="*/ 1928814 w 12192000"/>
              <a:gd name="connsiteY26" fmla="*/ 9525 h 3102054"/>
              <a:gd name="connsiteX27" fmla="*/ 1989139 w 12192000"/>
              <a:gd name="connsiteY27" fmla="*/ 3175 h 3102054"/>
              <a:gd name="connsiteX28" fmla="*/ 2057401 w 12192000"/>
              <a:gd name="connsiteY28" fmla="*/ 0 h 3102054"/>
              <a:gd name="connsiteX29" fmla="*/ 2125664 w 12192000"/>
              <a:gd name="connsiteY29" fmla="*/ 3175 h 3102054"/>
              <a:gd name="connsiteX30" fmla="*/ 2185989 w 12192000"/>
              <a:gd name="connsiteY30" fmla="*/ 9525 h 3102054"/>
              <a:gd name="connsiteX31" fmla="*/ 2238376 w 12192000"/>
              <a:gd name="connsiteY31" fmla="*/ 20637 h 3102054"/>
              <a:gd name="connsiteX32" fmla="*/ 2284414 w 12192000"/>
              <a:gd name="connsiteY32" fmla="*/ 36512 h 3102054"/>
              <a:gd name="connsiteX33" fmla="*/ 2325688 w 12192000"/>
              <a:gd name="connsiteY33" fmla="*/ 52387 h 3102054"/>
              <a:gd name="connsiteX34" fmla="*/ 2362201 w 12192000"/>
              <a:gd name="connsiteY34" fmla="*/ 68262 h 3102054"/>
              <a:gd name="connsiteX35" fmla="*/ 2400301 w 12192000"/>
              <a:gd name="connsiteY35" fmla="*/ 87312 h 3102054"/>
              <a:gd name="connsiteX36" fmla="*/ 2438401 w 12192000"/>
              <a:gd name="connsiteY36" fmla="*/ 106362 h 3102054"/>
              <a:gd name="connsiteX37" fmla="*/ 2474913 w 12192000"/>
              <a:gd name="connsiteY37" fmla="*/ 125412 h 3102054"/>
              <a:gd name="connsiteX38" fmla="*/ 2516188 w 12192000"/>
              <a:gd name="connsiteY38" fmla="*/ 141287 h 3102054"/>
              <a:gd name="connsiteX39" fmla="*/ 2562226 w 12192000"/>
              <a:gd name="connsiteY39" fmla="*/ 155575 h 3102054"/>
              <a:gd name="connsiteX40" fmla="*/ 2614614 w 12192000"/>
              <a:gd name="connsiteY40" fmla="*/ 166687 h 3102054"/>
              <a:gd name="connsiteX41" fmla="*/ 2674938 w 12192000"/>
              <a:gd name="connsiteY41" fmla="*/ 174625 h 3102054"/>
              <a:gd name="connsiteX42" fmla="*/ 2743201 w 12192000"/>
              <a:gd name="connsiteY42" fmla="*/ 176212 h 3102054"/>
              <a:gd name="connsiteX43" fmla="*/ 2811464 w 12192000"/>
              <a:gd name="connsiteY43" fmla="*/ 174625 h 3102054"/>
              <a:gd name="connsiteX44" fmla="*/ 2871789 w 12192000"/>
              <a:gd name="connsiteY44" fmla="*/ 166687 h 3102054"/>
              <a:gd name="connsiteX45" fmla="*/ 2924176 w 12192000"/>
              <a:gd name="connsiteY45" fmla="*/ 155575 h 3102054"/>
              <a:gd name="connsiteX46" fmla="*/ 2970214 w 12192000"/>
              <a:gd name="connsiteY46" fmla="*/ 141287 h 3102054"/>
              <a:gd name="connsiteX47" fmla="*/ 3011489 w 12192000"/>
              <a:gd name="connsiteY47" fmla="*/ 125412 h 3102054"/>
              <a:gd name="connsiteX48" fmla="*/ 3048001 w 12192000"/>
              <a:gd name="connsiteY48" fmla="*/ 106362 h 3102054"/>
              <a:gd name="connsiteX49" fmla="*/ 3086101 w 12192000"/>
              <a:gd name="connsiteY49" fmla="*/ 87312 h 3102054"/>
              <a:gd name="connsiteX50" fmla="*/ 3124201 w 12192000"/>
              <a:gd name="connsiteY50" fmla="*/ 68262 h 3102054"/>
              <a:gd name="connsiteX51" fmla="*/ 3160714 w 12192000"/>
              <a:gd name="connsiteY51" fmla="*/ 52387 h 3102054"/>
              <a:gd name="connsiteX52" fmla="*/ 3201989 w 12192000"/>
              <a:gd name="connsiteY52" fmla="*/ 36512 h 3102054"/>
              <a:gd name="connsiteX53" fmla="*/ 3248026 w 12192000"/>
              <a:gd name="connsiteY53" fmla="*/ 20637 h 3102054"/>
              <a:gd name="connsiteX54" fmla="*/ 3300414 w 12192000"/>
              <a:gd name="connsiteY54" fmla="*/ 9525 h 3102054"/>
              <a:gd name="connsiteX55" fmla="*/ 3360739 w 12192000"/>
              <a:gd name="connsiteY55" fmla="*/ 3175 h 3102054"/>
              <a:gd name="connsiteX56" fmla="*/ 3427414 w 12192000"/>
              <a:gd name="connsiteY56" fmla="*/ 0 h 3102054"/>
              <a:gd name="connsiteX57" fmla="*/ 3497264 w 12192000"/>
              <a:gd name="connsiteY57" fmla="*/ 3175 h 3102054"/>
              <a:gd name="connsiteX58" fmla="*/ 3557589 w 12192000"/>
              <a:gd name="connsiteY58" fmla="*/ 9525 h 3102054"/>
              <a:gd name="connsiteX59" fmla="*/ 3609976 w 12192000"/>
              <a:gd name="connsiteY59" fmla="*/ 20637 h 3102054"/>
              <a:gd name="connsiteX60" fmla="*/ 3656014 w 12192000"/>
              <a:gd name="connsiteY60" fmla="*/ 36512 h 3102054"/>
              <a:gd name="connsiteX61" fmla="*/ 3697288 w 12192000"/>
              <a:gd name="connsiteY61" fmla="*/ 52387 h 3102054"/>
              <a:gd name="connsiteX62" fmla="*/ 3733801 w 12192000"/>
              <a:gd name="connsiteY62" fmla="*/ 68262 h 3102054"/>
              <a:gd name="connsiteX63" fmla="*/ 3771901 w 12192000"/>
              <a:gd name="connsiteY63" fmla="*/ 87312 h 3102054"/>
              <a:gd name="connsiteX64" fmla="*/ 3810001 w 12192000"/>
              <a:gd name="connsiteY64" fmla="*/ 106362 h 3102054"/>
              <a:gd name="connsiteX65" fmla="*/ 3846514 w 12192000"/>
              <a:gd name="connsiteY65" fmla="*/ 125412 h 3102054"/>
              <a:gd name="connsiteX66" fmla="*/ 3887789 w 12192000"/>
              <a:gd name="connsiteY66" fmla="*/ 141287 h 3102054"/>
              <a:gd name="connsiteX67" fmla="*/ 3933826 w 12192000"/>
              <a:gd name="connsiteY67" fmla="*/ 155575 h 3102054"/>
              <a:gd name="connsiteX68" fmla="*/ 3986214 w 12192000"/>
              <a:gd name="connsiteY68" fmla="*/ 166687 h 3102054"/>
              <a:gd name="connsiteX69" fmla="*/ 4046539 w 12192000"/>
              <a:gd name="connsiteY69" fmla="*/ 174625 h 3102054"/>
              <a:gd name="connsiteX70" fmla="*/ 4114801 w 12192000"/>
              <a:gd name="connsiteY70" fmla="*/ 176212 h 3102054"/>
              <a:gd name="connsiteX71" fmla="*/ 4183064 w 12192000"/>
              <a:gd name="connsiteY71" fmla="*/ 174625 h 3102054"/>
              <a:gd name="connsiteX72" fmla="*/ 4243388 w 12192000"/>
              <a:gd name="connsiteY72" fmla="*/ 166687 h 3102054"/>
              <a:gd name="connsiteX73" fmla="*/ 4295776 w 12192000"/>
              <a:gd name="connsiteY73" fmla="*/ 155575 h 3102054"/>
              <a:gd name="connsiteX74" fmla="*/ 4341813 w 12192000"/>
              <a:gd name="connsiteY74" fmla="*/ 141287 h 3102054"/>
              <a:gd name="connsiteX75" fmla="*/ 4383088 w 12192000"/>
              <a:gd name="connsiteY75" fmla="*/ 125412 h 3102054"/>
              <a:gd name="connsiteX76" fmla="*/ 4419601 w 12192000"/>
              <a:gd name="connsiteY76" fmla="*/ 106362 h 3102054"/>
              <a:gd name="connsiteX77" fmla="*/ 4495801 w 12192000"/>
              <a:gd name="connsiteY77" fmla="*/ 68262 h 3102054"/>
              <a:gd name="connsiteX78" fmla="*/ 4532314 w 12192000"/>
              <a:gd name="connsiteY78" fmla="*/ 52387 h 3102054"/>
              <a:gd name="connsiteX79" fmla="*/ 4573588 w 12192000"/>
              <a:gd name="connsiteY79" fmla="*/ 36512 h 3102054"/>
              <a:gd name="connsiteX80" fmla="*/ 4619626 w 12192000"/>
              <a:gd name="connsiteY80" fmla="*/ 20637 h 3102054"/>
              <a:gd name="connsiteX81" fmla="*/ 4672013 w 12192000"/>
              <a:gd name="connsiteY81" fmla="*/ 9525 h 3102054"/>
              <a:gd name="connsiteX82" fmla="*/ 4732338 w 12192000"/>
              <a:gd name="connsiteY82" fmla="*/ 3175 h 3102054"/>
              <a:gd name="connsiteX83" fmla="*/ 4800601 w 12192000"/>
              <a:gd name="connsiteY83" fmla="*/ 0 h 3102054"/>
              <a:gd name="connsiteX84" fmla="*/ 4868864 w 12192000"/>
              <a:gd name="connsiteY84" fmla="*/ 3175 h 3102054"/>
              <a:gd name="connsiteX85" fmla="*/ 4929188 w 12192000"/>
              <a:gd name="connsiteY85" fmla="*/ 9525 h 3102054"/>
              <a:gd name="connsiteX86" fmla="*/ 4981576 w 12192000"/>
              <a:gd name="connsiteY86" fmla="*/ 20637 h 3102054"/>
              <a:gd name="connsiteX87" fmla="*/ 5027614 w 12192000"/>
              <a:gd name="connsiteY87" fmla="*/ 36512 h 3102054"/>
              <a:gd name="connsiteX88" fmla="*/ 5068889 w 12192000"/>
              <a:gd name="connsiteY88" fmla="*/ 52387 h 3102054"/>
              <a:gd name="connsiteX89" fmla="*/ 5105402 w 12192000"/>
              <a:gd name="connsiteY89" fmla="*/ 68262 h 3102054"/>
              <a:gd name="connsiteX90" fmla="*/ 5143502 w 12192000"/>
              <a:gd name="connsiteY90" fmla="*/ 87312 h 3102054"/>
              <a:gd name="connsiteX91" fmla="*/ 5181601 w 12192000"/>
              <a:gd name="connsiteY91" fmla="*/ 106362 h 3102054"/>
              <a:gd name="connsiteX92" fmla="*/ 5218115 w 12192000"/>
              <a:gd name="connsiteY92" fmla="*/ 125412 h 3102054"/>
              <a:gd name="connsiteX93" fmla="*/ 5259388 w 12192000"/>
              <a:gd name="connsiteY93" fmla="*/ 141287 h 3102054"/>
              <a:gd name="connsiteX94" fmla="*/ 5305426 w 12192000"/>
              <a:gd name="connsiteY94" fmla="*/ 155575 h 3102054"/>
              <a:gd name="connsiteX95" fmla="*/ 5357813 w 12192000"/>
              <a:gd name="connsiteY95" fmla="*/ 166687 h 3102054"/>
              <a:gd name="connsiteX96" fmla="*/ 5418139 w 12192000"/>
              <a:gd name="connsiteY96" fmla="*/ 174625 h 3102054"/>
              <a:gd name="connsiteX97" fmla="*/ 5486401 w 12192000"/>
              <a:gd name="connsiteY97" fmla="*/ 176212 h 3102054"/>
              <a:gd name="connsiteX98" fmla="*/ 5554663 w 12192000"/>
              <a:gd name="connsiteY98" fmla="*/ 174625 h 3102054"/>
              <a:gd name="connsiteX99" fmla="*/ 5614989 w 12192000"/>
              <a:gd name="connsiteY99" fmla="*/ 166687 h 3102054"/>
              <a:gd name="connsiteX100" fmla="*/ 5667376 w 12192000"/>
              <a:gd name="connsiteY100" fmla="*/ 155575 h 3102054"/>
              <a:gd name="connsiteX101" fmla="*/ 5713414 w 12192000"/>
              <a:gd name="connsiteY101" fmla="*/ 141287 h 3102054"/>
              <a:gd name="connsiteX102" fmla="*/ 5754689 w 12192000"/>
              <a:gd name="connsiteY102" fmla="*/ 125412 h 3102054"/>
              <a:gd name="connsiteX103" fmla="*/ 5791202 w 12192000"/>
              <a:gd name="connsiteY103" fmla="*/ 106362 h 3102054"/>
              <a:gd name="connsiteX104" fmla="*/ 5829302 w 12192000"/>
              <a:gd name="connsiteY104" fmla="*/ 87312 h 3102054"/>
              <a:gd name="connsiteX105" fmla="*/ 5867402 w 12192000"/>
              <a:gd name="connsiteY105" fmla="*/ 68262 h 3102054"/>
              <a:gd name="connsiteX106" fmla="*/ 5903915 w 12192000"/>
              <a:gd name="connsiteY106" fmla="*/ 52387 h 3102054"/>
              <a:gd name="connsiteX107" fmla="*/ 5945189 w 12192000"/>
              <a:gd name="connsiteY107" fmla="*/ 36512 h 3102054"/>
              <a:gd name="connsiteX108" fmla="*/ 5991226 w 12192000"/>
              <a:gd name="connsiteY108" fmla="*/ 20637 h 3102054"/>
              <a:gd name="connsiteX109" fmla="*/ 6043614 w 12192000"/>
              <a:gd name="connsiteY109" fmla="*/ 9525 h 3102054"/>
              <a:gd name="connsiteX110" fmla="*/ 6103939 w 12192000"/>
              <a:gd name="connsiteY110" fmla="*/ 3175 h 3102054"/>
              <a:gd name="connsiteX111" fmla="*/ 6172201 w 12192000"/>
              <a:gd name="connsiteY111" fmla="*/ 0 h 3102054"/>
              <a:gd name="connsiteX112" fmla="*/ 6210301 w 12192000"/>
              <a:gd name="connsiteY112" fmla="*/ 1772 h 3102054"/>
              <a:gd name="connsiteX113" fmla="*/ 6248401 w 12192000"/>
              <a:gd name="connsiteY113" fmla="*/ 0 h 3102054"/>
              <a:gd name="connsiteX114" fmla="*/ 6316664 w 12192000"/>
              <a:gd name="connsiteY114" fmla="*/ 3175 h 3102054"/>
              <a:gd name="connsiteX115" fmla="*/ 6376989 w 12192000"/>
              <a:gd name="connsiteY115" fmla="*/ 9525 h 3102054"/>
              <a:gd name="connsiteX116" fmla="*/ 6429376 w 12192000"/>
              <a:gd name="connsiteY116" fmla="*/ 20637 h 3102054"/>
              <a:gd name="connsiteX117" fmla="*/ 6475414 w 12192000"/>
              <a:gd name="connsiteY117" fmla="*/ 36512 h 3102054"/>
              <a:gd name="connsiteX118" fmla="*/ 6516689 w 12192000"/>
              <a:gd name="connsiteY118" fmla="*/ 52387 h 3102054"/>
              <a:gd name="connsiteX119" fmla="*/ 6553202 w 12192000"/>
              <a:gd name="connsiteY119" fmla="*/ 68262 h 3102054"/>
              <a:gd name="connsiteX120" fmla="*/ 6591302 w 12192000"/>
              <a:gd name="connsiteY120" fmla="*/ 87312 h 3102054"/>
              <a:gd name="connsiteX121" fmla="*/ 6629401 w 12192000"/>
              <a:gd name="connsiteY121" fmla="*/ 106362 h 3102054"/>
              <a:gd name="connsiteX122" fmla="*/ 6665915 w 12192000"/>
              <a:gd name="connsiteY122" fmla="*/ 125412 h 3102054"/>
              <a:gd name="connsiteX123" fmla="*/ 6707189 w 12192000"/>
              <a:gd name="connsiteY123" fmla="*/ 141287 h 3102054"/>
              <a:gd name="connsiteX124" fmla="*/ 6753226 w 12192000"/>
              <a:gd name="connsiteY124" fmla="*/ 155575 h 3102054"/>
              <a:gd name="connsiteX125" fmla="*/ 6805614 w 12192000"/>
              <a:gd name="connsiteY125" fmla="*/ 166687 h 3102054"/>
              <a:gd name="connsiteX126" fmla="*/ 6865939 w 12192000"/>
              <a:gd name="connsiteY126" fmla="*/ 174625 h 3102054"/>
              <a:gd name="connsiteX127" fmla="*/ 6934201 w 12192000"/>
              <a:gd name="connsiteY127" fmla="*/ 176212 h 3102054"/>
              <a:gd name="connsiteX128" fmla="*/ 7002464 w 12192000"/>
              <a:gd name="connsiteY128" fmla="*/ 174625 h 3102054"/>
              <a:gd name="connsiteX129" fmla="*/ 7062789 w 12192000"/>
              <a:gd name="connsiteY129" fmla="*/ 166687 h 3102054"/>
              <a:gd name="connsiteX130" fmla="*/ 7115176 w 12192000"/>
              <a:gd name="connsiteY130" fmla="*/ 155575 h 3102054"/>
              <a:gd name="connsiteX131" fmla="*/ 7161214 w 12192000"/>
              <a:gd name="connsiteY131" fmla="*/ 141287 h 3102054"/>
              <a:gd name="connsiteX132" fmla="*/ 7202489 w 12192000"/>
              <a:gd name="connsiteY132" fmla="*/ 125412 h 3102054"/>
              <a:gd name="connsiteX133" fmla="*/ 7239001 w 12192000"/>
              <a:gd name="connsiteY133" fmla="*/ 106362 h 3102054"/>
              <a:gd name="connsiteX134" fmla="*/ 7277101 w 12192000"/>
              <a:gd name="connsiteY134" fmla="*/ 87312 h 3102054"/>
              <a:gd name="connsiteX135" fmla="*/ 7315201 w 12192000"/>
              <a:gd name="connsiteY135" fmla="*/ 68262 h 3102054"/>
              <a:gd name="connsiteX136" fmla="*/ 7351714 w 12192000"/>
              <a:gd name="connsiteY136" fmla="*/ 52387 h 3102054"/>
              <a:gd name="connsiteX137" fmla="*/ 7392989 w 12192000"/>
              <a:gd name="connsiteY137" fmla="*/ 36512 h 3102054"/>
              <a:gd name="connsiteX138" fmla="*/ 7439026 w 12192000"/>
              <a:gd name="connsiteY138" fmla="*/ 20637 h 3102054"/>
              <a:gd name="connsiteX139" fmla="*/ 7491414 w 12192000"/>
              <a:gd name="connsiteY139" fmla="*/ 9525 h 3102054"/>
              <a:gd name="connsiteX140" fmla="*/ 7551739 w 12192000"/>
              <a:gd name="connsiteY140" fmla="*/ 3175 h 3102054"/>
              <a:gd name="connsiteX141" fmla="*/ 7620001 w 12192000"/>
              <a:gd name="connsiteY141" fmla="*/ 0 h 3102054"/>
              <a:gd name="connsiteX142" fmla="*/ 7688264 w 12192000"/>
              <a:gd name="connsiteY142" fmla="*/ 3175 h 3102054"/>
              <a:gd name="connsiteX143" fmla="*/ 7748589 w 12192000"/>
              <a:gd name="connsiteY143" fmla="*/ 9525 h 3102054"/>
              <a:gd name="connsiteX144" fmla="*/ 7800976 w 12192000"/>
              <a:gd name="connsiteY144" fmla="*/ 20637 h 3102054"/>
              <a:gd name="connsiteX145" fmla="*/ 7847014 w 12192000"/>
              <a:gd name="connsiteY145" fmla="*/ 36512 h 3102054"/>
              <a:gd name="connsiteX146" fmla="*/ 7888289 w 12192000"/>
              <a:gd name="connsiteY146" fmla="*/ 52387 h 3102054"/>
              <a:gd name="connsiteX147" fmla="*/ 7924801 w 12192000"/>
              <a:gd name="connsiteY147" fmla="*/ 68262 h 3102054"/>
              <a:gd name="connsiteX148" fmla="*/ 7962901 w 12192000"/>
              <a:gd name="connsiteY148" fmla="*/ 87312 h 3102054"/>
              <a:gd name="connsiteX149" fmla="*/ 8001001 w 12192000"/>
              <a:gd name="connsiteY149" fmla="*/ 106362 h 3102054"/>
              <a:gd name="connsiteX150" fmla="*/ 8037514 w 12192000"/>
              <a:gd name="connsiteY150" fmla="*/ 125412 h 3102054"/>
              <a:gd name="connsiteX151" fmla="*/ 8078789 w 12192000"/>
              <a:gd name="connsiteY151" fmla="*/ 141287 h 3102054"/>
              <a:gd name="connsiteX152" fmla="*/ 8124826 w 12192000"/>
              <a:gd name="connsiteY152" fmla="*/ 155575 h 3102054"/>
              <a:gd name="connsiteX153" fmla="*/ 8177214 w 12192000"/>
              <a:gd name="connsiteY153" fmla="*/ 166687 h 3102054"/>
              <a:gd name="connsiteX154" fmla="*/ 8237539 w 12192000"/>
              <a:gd name="connsiteY154" fmla="*/ 174625 h 3102054"/>
              <a:gd name="connsiteX155" fmla="*/ 8305801 w 12192000"/>
              <a:gd name="connsiteY155" fmla="*/ 176212 h 3102054"/>
              <a:gd name="connsiteX156" fmla="*/ 8374064 w 12192000"/>
              <a:gd name="connsiteY156" fmla="*/ 174625 h 3102054"/>
              <a:gd name="connsiteX157" fmla="*/ 8434388 w 12192000"/>
              <a:gd name="connsiteY157" fmla="*/ 166687 h 3102054"/>
              <a:gd name="connsiteX158" fmla="*/ 8486776 w 12192000"/>
              <a:gd name="connsiteY158" fmla="*/ 155575 h 3102054"/>
              <a:gd name="connsiteX159" fmla="*/ 8532814 w 12192000"/>
              <a:gd name="connsiteY159" fmla="*/ 141287 h 3102054"/>
              <a:gd name="connsiteX160" fmla="*/ 8574088 w 12192000"/>
              <a:gd name="connsiteY160" fmla="*/ 125412 h 3102054"/>
              <a:gd name="connsiteX161" fmla="*/ 8610600 w 12192000"/>
              <a:gd name="connsiteY161" fmla="*/ 106362 h 3102054"/>
              <a:gd name="connsiteX162" fmla="*/ 8648700 w 12192000"/>
              <a:gd name="connsiteY162" fmla="*/ 87312 h 3102054"/>
              <a:gd name="connsiteX163" fmla="*/ 8686800 w 12192000"/>
              <a:gd name="connsiteY163" fmla="*/ 68262 h 3102054"/>
              <a:gd name="connsiteX164" fmla="*/ 8723314 w 12192000"/>
              <a:gd name="connsiteY164" fmla="*/ 52387 h 3102054"/>
              <a:gd name="connsiteX165" fmla="*/ 8764588 w 12192000"/>
              <a:gd name="connsiteY165" fmla="*/ 36512 h 3102054"/>
              <a:gd name="connsiteX166" fmla="*/ 8810626 w 12192000"/>
              <a:gd name="connsiteY166" fmla="*/ 20637 h 3102054"/>
              <a:gd name="connsiteX167" fmla="*/ 8863014 w 12192000"/>
              <a:gd name="connsiteY167" fmla="*/ 9525 h 3102054"/>
              <a:gd name="connsiteX168" fmla="*/ 8923338 w 12192000"/>
              <a:gd name="connsiteY168" fmla="*/ 3175 h 3102054"/>
              <a:gd name="connsiteX169" fmla="*/ 8990014 w 12192000"/>
              <a:gd name="connsiteY169" fmla="*/ 0 h 3102054"/>
              <a:gd name="connsiteX170" fmla="*/ 9059864 w 12192000"/>
              <a:gd name="connsiteY170" fmla="*/ 3175 h 3102054"/>
              <a:gd name="connsiteX171" fmla="*/ 9120188 w 12192000"/>
              <a:gd name="connsiteY171" fmla="*/ 9525 h 3102054"/>
              <a:gd name="connsiteX172" fmla="*/ 9172576 w 12192000"/>
              <a:gd name="connsiteY172" fmla="*/ 20637 h 3102054"/>
              <a:gd name="connsiteX173" fmla="*/ 9218614 w 12192000"/>
              <a:gd name="connsiteY173" fmla="*/ 36512 h 3102054"/>
              <a:gd name="connsiteX174" fmla="*/ 9259888 w 12192000"/>
              <a:gd name="connsiteY174" fmla="*/ 52387 h 3102054"/>
              <a:gd name="connsiteX175" fmla="*/ 9296400 w 12192000"/>
              <a:gd name="connsiteY175" fmla="*/ 68262 h 3102054"/>
              <a:gd name="connsiteX176" fmla="*/ 9334500 w 12192000"/>
              <a:gd name="connsiteY176" fmla="*/ 87312 h 3102054"/>
              <a:gd name="connsiteX177" fmla="*/ 9372600 w 12192000"/>
              <a:gd name="connsiteY177" fmla="*/ 106362 h 3102054"/>
              <a:gd name="connsiteX178" fmla="*/ 9409114 w 12192000"/>
              <a:gd name="connsiteY178" fmla="*/ 125412 h 3102054"/>
              <a:gd name="connsiteX179" fmla="*/ 9450388 w 12192000"/>
              <a:gd name="connsiteY179" fmla="*/ 141287 h 3102054"/>
              <a:gd name="connsiteX180" fmla="*/ 9496426 w 12192000"/>
              <a:gd name="connsiteY180" fmla="*/ 155575 h 3102054"/>
              <a:gd name="connsiteX181" fmla="*/ 9548814 w 12192000"/>
              <a:gd name="connsiteY181" fmla="*/ 166687 h 3102054"/>
              <a:gd name="connsiteX182" fmla="*/ 9609138 w 12192000"/>
              <a:gd name="connsiteY182" fmla="*/ 174625 h 3102054"/>
              <a:gd name="connsiteX183" fmla="*/ 9677400 w 12192000"/>
              <a:gd name="connsiteY183" fmla="*/ 176212 h 3102054"/>
              <a:gd name="connsiteX184" fmla="*/ 9745664 w 12192000"/>
              <a:gd name="connsiteY184" fmla="*/ 174625 h 3102054"/>
              <a:gd name="connsiteX185" fmla="*/ 9805988 w 12192000"/>
              <a:gd name="connsiteY185" fmla="*/ 166687 h 3102054"/>
              <a:gd name="connsiteX186" fmla="*/ 9858376 w 12192000"/>
              <a:gd name="connsiteY186" fmla="*/ 155575 h 3102054"/>
              <a:gd name="connsiteX187" fmla="*/ 9904414 w 12192000"/>
              <a:gd name="connsiteY187" fmla="*/ 141287 h 3102054"/>
              <a:gd name="connsiteX188" fmla="*/ 9945688 w 12192000"/>
              <a:gd name="connsiteY188" fmla="*/ 125412 h 3102054"/>
              <a:gd name="connsiteX189" fmla="*/ 9982200 w 12192000"/>
              <a:gd name="connsiteY189" fmla="*/ 106362 h 3102054"/>
              <a:gd name="connsiteX190" fmla="*/ 10058400 w 12192000"/>
              <a:gd name="connsiteY190" fmla="*/ 68262 h 3102054"/>
              <a:gd name="connsiteX191" fmla="*/ 10094914 w 12192000"/>
              <a:gd name="connsiteY191" fmla="*/ 52387 h 3102054"/>
              <a:gd name="connsiteX192" fmla="*/ 10136188 w 12192000"/>
              <a:gd name="connsiteY192" fmla="*/ 36512 h 3102054"/>
              <a:gd name="connsiteX193" fmla="*/ 10182226 w 12192000"/>
              <a:gd name="connsiteY193" fmla="*/ 20637 h 3102054"/>
              <a:gd name="connsiteX194" fmla="*/ 10234614 w 12192000"/>
              <a:gd name="connsiteY194" fmla="*/ 9525 h 3102054"/>
              <a:gd name="connsiteX195" fmla="*/ 10294938 w 12192000"/>
              <a:gd name="connsiteY195" fmla="*/ 3175 h 3102054"/>
              <a:gd name="connsiteX196" fmla="*/ 10363200 w 12192000"/>
              <a:gd name="connsiteY196" fmla="*/ 0 h 3102054"/>
              <a:gd name="connsiteX197" fmla="*/ 10431464 w 12192000"/>
              <a:gd name="connsiteY197" fmla="*/ 3175 h 3102054"/>
              <a:gd name="connsiteX198" fmla="*/ 10491788 w 12192000"/>
              <a:gd name="connsiteY198" fmla="*/ 9525 h 3102054"/>
              <a:gd name="connsiteX199" fmla="*/ 10544176 w 12192000"/>
              <a:gd name="connsiteY199" fmla="*/ 20637 h 3102054"/>
              <a:gd name="connsiteX200" fmla="*/ 10590214 w 12192000"/>
              <a:gd name="connsiteY200" fmla="*/ 36512 h 3102054"/>
              <a:gd name="connsiteX201" fmla="*/ 10631488 w 12192000"/>
              <a:gd name="connsiteY201" fmla="*/ 52387 h 3102054"/>
              <a:gd name="connsiteX202" fmla="*/ 10668000 w 12192000"/>
              <a:gd name="connsiteY202" fmla="*/ 68262 h 3102054"/>
              <a:gd name="connsiteX203" fmla="*/ 10706100 w 12192000"/>
              <a:gd name="connsiteY203" fmla="*/ 87312 h 3102054"/>
              <a:gd name="connsiteX204" fmla="*/ 10744200 w 12192000"/>
              <a:gd name="connsiteY204" fmla="*/ 106362 h 3102054"/>
              <a:gd name="connsiteX205" fmla="*/ 10780714 w 12192000"/>
              <a:gd name="connsiteY205" fmla="*/ 125412 h 3102054"/>
              <a:gd name="connsiteX206" fmla="*/ 10821988 w 12192000"/>
              <a:gd name="connsiteY206" fmla="*/ 141287 h 3102054"/>
              <a:gd name="connsiteX207" fmla="*/ 10868026 w 12192000"/>
              <a:gd name="connsiteY207" fmla="*/ 155575 h 3102054"/>
              <a:gd name="connsiteX208" fmla="*/ 10920414 w 12192000"/>
              <a:gd name="connsiteY208" fmla="*/ 166687 h 3102054"/>
              <a:gd name="connsiteX209" fmla="*/ 10980738 w 12192000"/>
              <a:gd name="connsiteY209" fmla="*/ 174625 h 3102054"/>
              <a:gd name="connsiteX210" fmla="*/ 11049000 w 12192000"/>
              <a:gd name="connsiteY210" fmla="*/ 176212 h 3102054"/>
              <a:gd name="connsiteX211" fmla="*/ 11117264 w 12192000"/>
              <a:gd name="connsiteY211" fmla="*/ 174625 h 3102054"/>
              <a:gd name="connsiteX212" fmla="*/ 11177588 w 12192000"/>
              <a:gd name="connsiteY212" fmla="*/ 166687 h 3102054"/>
              <a:gd name="connsiteX213" fmla="*/ 11229976 w 12192000"/>
              <a:gd name="connsiteY213" fmla="*/ 155575 h 3102054"/>
              <a:gd name="connsiteX214" fmla="*/ 11276014 w 12192000"/>
              <a:gd name="connsiteY214" fmla="*/ 141287 h 3102054"/>
              <a:gd name="connsiteX215" fmla="*/ 11317288 w 12192000"/>
              <a:gd name="connsiteY215" fmla="*/ 125412 h 3102054"/>
              <a:gd name="connsiteX216" fmla="*/ 11353800 w 12192000"/>
              <a:gd name="connsiteY216" fmla="*/ 106362 h 3102054"/>
              <a:gd name="connsiteX217" fmla="*/ 11391900 w 12192000"/>
              <a:gd name="connsiteY217" fmla="*/ 87312 h 3102054"/>
              <a:gd name="connsiteX218" fmla="*/ 11430000 w 12192000"/>
              <a:gd name="connsiteY218" fmla="*/ 68263 h 3102054"/>
              <a:gd name="connsiteX219" fmla="*/ 11466514 w 12192000"/>
              <a:gd name="connsiteY219" fmla="*/ 52388 h 3102054"/>
              <a:gd name="connsiteX220" fmla="*/ 11507788 w 12192000"/>
              <a:gd name="connsiteY220" fmla="*/ 36513 h 3102054"/>
              <a:gd name="connsiteX221" fmla="*/ 11553826 w 12192000"/>
              <a:gd name="connsiteY221" fmla="*/ 20638 h 3102054"/>
              <a:gd name="connsiteX222" fmla="*/ 11606214 w 12192000"/>
              <a:gd name="connsiteY222" fmla="*/ 9525 h 3102054"/>
              <a:gd name="connsiteX223" fmla="*/ 11666538 w 12192000"/>
              <a:gd name="connsiteY223" fmla="*/ 3175 h 3102054"/>
              <a:gd name="connsiteX224" fmla="*/ 11734800 w 12192000"/>
              <a:gd name="connsiteY224" fmla="*/ 0 h 3102054"/>
              <a:gd name="connsiteX225" fmla="*/ 11803064 w 12192000"/>
              <a:gd name="connsiteY225" fmla="*/ 3175 h 3102054"/>
              <a:gd name="connsiteX226" fmla="*/ 11863388 w 12192000"/>
              <a:gd name="connsiteY226" fmla="*/ 9525 h 3102054"/>
              <a:gd name="connsiteX227" fmla="*/ 11915776 w 12192000"/>
              <a:gd name="connsiteY227" fmla="*/ 20638 h 3102054"/>
              <a:gd name="connsiteX228" fmla="*/ 11961814 w 12192000"/>
              <a:gd name="connsiteY228" fmla="*/ 36513 h 3102054"/>
              <a:gd name="connsiteX229" fmla="*/ 12003088 w 12192000"/>
              <a:gd name="connsiteY229" fmla="*/ 52388 h 3102054"/>
              <a:gd name="connsiteX230" fmla="*/ 12039600 w 12192000"/>
              <a:gd name="connsiteY230" fmla="*/ 68263 h 3102054"/>
              <a:gd name="connsiteX231" fmla="*/ 12077700 w 12192000"/>
              <a:gd name="connsiteY231" fmla="*/ 87313 h 3102054"/>
              <a:gd name="connsiteX232" fmla="*/ 12115800 w 12192000"/>
              <a:gd name="connsiteY232" fmla="*/ 106363 h 3102054"/>
              <a:gd name="connsiteX233" fmla="*/ 12152314 w 12192000"/>
              <a:gd name="connsiteY233" fmla="*/ 125413 h 3102054"/>
              <a:gd name="connsiteX234" fmla="*/ 12192000 w 12192000"/>
              <a:gd name="connsiteY234" fmla="*/ 140677 h 3102054"/>
              <a:gd name="connsiteX235" fmla="*/ 12192000 w 12192000"/>
              <a:gd name="connsiteY235" fmla="*/ 885826 h 3102054"/>
              <a:gd name="connsiteX236" fmla="*/ 12191999 w 12192000"/>
              <a:gd name="connsiteY236" fmla="*/ 885826 h 3102054"/>
              <a:gd name="connsiteX237" fmla="*/ 12191999 w 12192000"/>
              <a:gd name="connsiteY237" fmla="*/ 3102054 h 3102054"/>
              <a:gd name="connsiteX238" fmla="*/ 0 w 12192000"/>
              <a:gd name="connsiteY238" fmla="*/ 3102054 h 3102054"/>
              <a:gd name="connsiteX239" fmla="*/ 0 w 12192000"/>
              <a:gd name="connsiteY239" fmla="*/ 638254 h 3102054"/>
              <a:gd name="connsiteX240" fmla="*/ 1 w 12192000"/>
              <a:gd name="connsiteY240" fmla="*/ 638254 h 3102054"/>
              <a:gd name="connsiteX241" fmla="*/ 1 w 12192000"/>
              <a:gd name="connsiteY241" fmla="*/ 176212 h 3102054"/>
              <a:gd name="connsiteX242" fmla="*/ 68264 w 12192000"/>
              <a:gd name="connsiteY242" fmla="*/ 174625 h 3102054"/>
              <a:gd name="connsiteX243" fmla="*/ 128589 w 12192000"/>
              <a:gd name="connsiteY243" fmla="*/ 166687 h 3102054"/>
              <a:gd name="connsiteX244" fmla="*/ 180976 w 12192000"/>
              <a:gd name="connsiteY244" fmla="*/ 155575 h 3102054"/>
              <a:gd name="connsiteX245" fmla="*/ 227014 w 12192000"/>
              <a:gd name="connsiteY245" fmla="*/ 141287 h 3102054"/>
              <a:gd name="connsiteX246" fmla="*/ 268289 w 12192000"/>
              <a:gd name="connsiteY246" fmla="*/ 125412 h 3102054"/>
              <a:gd name="connsiteX247" fmla="*/ 304801 w 12192000"/>
              <a:gd name="connsiteY247" fmla="*/ 106362 h 3102054"/>
              <a:gd name="connsiteX248" fmla="*/ 342901 w 12192000"/>
              <a:gd name="connsiteY248" fmla="*/ 87312 h 3102054"/>
              <a:gd name="connsiteX249" fmla="*/ 381001 w 12192000"/>
              <a:gd name="connsiteY249" fmla="*/ 68262 h 3102054"/>
              <a:gd name="connsiteX250" fmla="*/ 417514 w 12192000"/>
              <a:gd name="connsiteY250" fmla="*/ 52387 h 3102054"/>
              <a:gd name="connsiteX251" fmla="*/ 458789 w 12192000"/>
              <a:gd name="connsiteY251" fmla="*/ 36512 h 3102054"/>
              <a:gd name="connsiteX252" fmla="*/ 504826 w 12192000"/>
              <a:gd name="connsiteY252" fmla="*/ 20637 h 3102054"/>
              <a:gd name="connsiteX253" fmla="*/ 557214 w 12192000"/>
              <a:gd name="connsiteY253" fmla="*/ 9525 h 3102054"/>
              <a:gd name="connsiteX254" fmla="*/ 617539 w 12192000"/>
              <a:gd name="connsiteY254" fmla="*/ 3175 h 3102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</a:cxnLst>
            <a:rect l="l" t="t" r="r" b="b"/>
            <a:pathLst>
              <a:path w="12192000" h="3102054">
                <a:moveTo>
                  <a:pt x="685801" y="0"/>
                </a:moveTo>
                <a:lnTo>
                  <a:pt x="754064" y="3175"/>
                </a:lnTo>
                <a:lnTo>
                  <a:pt x="814389" y="9525"/>
                </a:lnTo>
                <a:lnTo>
                  <a:pt x="866776" y="20637"/>
                </a:lnTo>
                <a:lnTo>
                  <a:pt x="912814" y="36512"/>
                </a:lnTo>
                <a:lnTo>
                  <a:pt x="954089" y="52387"/>
                </a:lnTo>
                <a:lnTo>
                  <a:pt x="990601" y="68262"/>
                </a:lnTo>
                <a:lnTo>
                  <a:pt x="1028701" y="87312"/>
                </a:lnTo>
                <a:lnTo>
                  <a:pt x="1066801" y="106362"/>
                </a:lnTo>
                <a:lnTo>
                  <a:pt x="1103314" y="125412"/>
                </a:lnTo>
                <a:lnTo>
                  <a:pt x="1144589" y="141287"/>
                </a:lnTo>
                <a:lnTo>
                  <a:pt x="1190626" y="155575"/>
                </a:lnTo>
                <a:lnTo>
                  <a:pt x="1243014" y="166687"/>
                </a:lnTo>
                <a:lnTo>
                  <a:pt x="1303339" y="174625"/>
                </a:lnTo>
                <a:lnTo>
                  <a:pt x="1371601" y="176212"/>
                </a:lnTo>
                <a:lnTo>
                  <a:pt x="1439864" y="174625"/>
                </a:lnTo>
                <a:lnTo>
                  <a:pt x="1500189" y="166687"/>
                </a:lnTo>
                <a:lnTo>
                  <a:pt x="1552576" y="155575"/>
                </a:lnTo>
                <a:lnTo>
                  <a:pt x="1598614" y="141287"/>
                </a:lnTo>
                <a:lnTo>
                  <a:pt x="1639889" y="125412"/>
                </a:lnTo>
                <a:lnTo>
                  <a:pt x="1676401" y="106362"/>
                </a:lnTo>
                <a:lnTo>
                  <a:pt x="1714501" y="87312"/>
                </a:lnTo>
                <a:lnTo>
                  <a:pt x="1752601" y="68262"/>
                </a:lnTo>
                <a:lnTo>
                  <a:pt x="1789114" y="52387"/>
                </a:lnTo>
                <a:lnTo>
                  <a:pt x="1830389" y="36512"/>
                </a:lnTo>
                <a:lnTo>
                  <a:pt x="1876426" y="20637"/>
                </a:lnTo>
                <a:lnTo>
                  <a:pt x="1928814" y="9525"/>
                </a:lnTo>
                <a:lnTo>
                  <a:pt x="1989139" y="3175"/>
                </a:lnTo>
                <a:lnTo>
                  <a:pt x="2057401" y="0"/>
                </a:lnTo>
                <a:lnTo>
                  <a:pt x="2125664" y="3175"/>
                </a:lnTo>
                <a:lnTo>
                  <a:pt x="2185989" y="9525"/>
                </a:lnTo>
                <a:lnTo>
                  <a:pt x="2238376" y="20637"/>
                </a:lnTo>
                <a:lnTo>
                  <a:pt x="2284414" y="36512"/>
                </a:lnTo>
                <a:lnTo>
                  <a:pt x="2325688" y="52387"/>
                </a:lnTo>
                <a:lnTo>
                  <a:pt x="2362201" y="68262"/>
                </a:lnTo>
                <a:lnTo>
                  <a:pt x="2400301" y="87312"/>
                </a:lnTo>
                <a:lnTo>
                  <a:pt x="2438401" y="106362"/>
                </a:lnTo>
                <a:lnTo>
                  <a:pt x="2474913" y="125412"/>
                </a:lnTo>
                <a:lnTo>
                  <a:pt x="2516188" y="141287"/>
                </a:lnTo>
                <a:lnTo>
                  <a:pt x="2562226" y="155575"/>
                </a:lnTo>
                <a:lnTo>
                  <a:pt x="2614614" y="166687"/>
                </a:lnTo>
                <a:lnTo>
                  <a:pt x="2674938" y="174625"/>
                </a:lnTo>
                <a:lnTo>
                  <a:pt x="2743201" y="176212"/>
                </a:lnTo>
                <a:lnTo>
                  <a:pt x="2811464" y="174625"/>
                </a:lnTo>
                <a:lnTo>
                  <a:pt x="2871789" y="166687"/>
                </a:lnTo>
                <a:lnTo>
                  <a:pt x="2924176" y="155575"/>
                </a:lnTo>
                <a:lnTo>
                  <a:pt x="2970214" y="141287"/>
                </a:lnTo>
                <a:lnTo>
                  <a:pt x="3011489" y="125412"/>
                </a:lnTo>
                <a:lnTo>
                  <a:pt x="3048001" y="106362"/>
                </a:lnTo>
                <a:lnTo>
                  <a:pt x="3086101" y="87312"/>
                </a:lnTo>
                <a:lnTo>
                  <a:pt x="3124201" y="68262"/>
                </a:lnTo>
                <a:lnTo>
                  <a:pt x="3160714" y="52387"/>
                </a:lnTo>
                <a:lnTo>
                  <a:pt x="3201989" y="36512"/>
                </a:lnTo>
                <a:lnTo>
                  <a:pt x="3248026" y="20637"/>
                </a:lnTo>
                <a:lnTo>
                  <a:pt x="3300414" y="9525"/>
                </a:lnTo>
                <a:lnTo>
                  <a:pt x="3360739" y="3175"/>
                </a:lnTo>
                <a:lnTo>
                  <a:pt x="3427414" y="0"/>
                </a:lnTo>
                <a:lnTo>
                  <a:pt x="3497264" y="3175"/>
                </a:lnTo>
                <a:lnTo>
                  <a:pt x="3557589" y="9525"/>
                </a:lnTo>
                <a:lnTo>
                  <a:pt x="3609976" y="20637"/>
                </a:lnTo>
                <a:lnTo>
                  <a:pt x="3656014" y="36512"/>
                </a:lnTo>
                <a:lnTo>
                  <a:pt x="3697288" y="52387"/>
                </a:lnTo>
                <a:lnTo>
                  <a:pt x="3733801" y="68262"/>
                </a:lnTo>
                <a:lnTo>
                  <a:pt x="3771901" y="87312"/>
                </a:lnTo>
                <a:lnTo>
                  <a:pt x="3810001" y="106362"/>
                </a:lnTo>
                <a:lnTo>
                  <a:pt x="3846514" y="125412"/>
                </a:lnTo>
                <a:lnTo>
                  <a:pt x="3887789" y="141287"/>
                </a:lnTo>
                <a:lnTo>
                  <a:pt x="3933826" y="155575"/>
                </a:lnTo>
                <a:lnTo>
                  <a:pt x="3986214" y="166687"/>
                </a:lnTo>
                <a:lnTo>
                  <a:pt x="4046539" y="174625"/>
                </a:lnTo>
                <a:lnTo>
                  <a:pt x="4114801" y="176212"/>
                </a:lnTo>
                <a:lnTo>
                  <a:pt x="4183064" y="174625"/>
                </a:lnTo>
                <a:lnTo>
                  <a:pt x="4243388" y="166687"/>
                </a:lnTo>
                <a:lnTo>
                  <a:pt x="4295776" y="155575"/>
                </a:lnTo>
                <a:lnTo>
                  <a:pt x="4341813" y="141287"/>
                </a:lnTo>
                <a:lnTo>
                  <a:pt x="4383088" y="125412"/>
                </a:lnTo>
                <a:lnTo>
                  <a:pt x="4419601" y="106362"/>
                </a:lnTo>
                <a:lnTo>
                  <a:pt x="4495801" y="68262"/>
                </a:lnTo>
                <a:lnTo>
                  <a:pt x="4532314" y="52387"/>
                </a:lnTo>
                <a:lnTo>
                  <a:pt x="4573588" y="36512"/>
                </a:lnTo>
                <a:lnTo>
                  <a:pt x="4619626" y="20637"/>
                </a:lnTo>
                <a:lnTo>
                  <a:pt x="4672013" y="9525"/>
                </a:lnTo>
                <a:lnTo>
                  <a:pt x="4732338" y="3175"/>
                </a:lnTo>
                <a:lnTo>
                  <a:pt x="4800601" y="0"/>
                </a:lnTo>
                <a:lnTo>
                  <a:pt x="4868864" y="3175"/>
                </a:lnTo>
                <a:lnTo>
                  <a:pt x="4929188" y="9525"/>
                </a:lnTo>
                <a:lnTo>
                  <a:pt x="4981576" y="20637"/>
                </a:lnTo>
                <a:lnTo>
                  <a:pt x="5027614" y="36512"/>
                </a:lnTo>
                <a:lnTo>
                  <a:pt x="5068889" y="52387"/>
                </a:lnTo>
                <a:lnTo>
                  <a:pt x="5105402" y="68262"/>
                </a:lnTo>
                <a:lnTo>
                  <a:pt x="5143502" y="87312"/>
                </a:lnTo>
                <a:lnTo>
                  <a:pt x="5181601" y="106362"/>
                </a:lnTo>
                <a:lnTo>
                  <a:pt x="5218115" y="125412"/>
                </a:lnTo>
                <a:lnTo>
                  <a:pt x="5259388" y="141287"/>
                </a:lnTo>
                <a:lnTo>
                  <a:pt x="5305426" y="155575"/>
                </a:lnTo>
                <a:lnTo>
                  <a:pt x="5357813" y="166687"/>
                </a:lnTo>
                <a:lnTo>
                  <a:pt x="5418139" y="174625"/>
                </a:lnTo>
                <a:lnTo>
                  <a:pt x="5486401" y="176212"/>
                </a:lnTo>
                <a:lnTo>
                  <a:pt x="5554663" y="174625"/>
                </a:lnTo>
                <a:lnTo>
                  <a:pt x="5614989" y="166687"/>
                </a:lnTo>
                <a:lnTo>
                  <a:pt x="5667376" y="155575"/>
                </a:lnTo>
                <a:lnTo>
                  <a:pt x="5713414" y="141287"/>
                </a:lnTo>
                <a:lnTo>
                  <a:pt x="5754689" y="125412"/>
                </a:lnTo>
                <a:lnTo>
                  <a:pt x="5791202" y="106362"/>
                </a:lnTo>
                <a:lnTo>
                  <a:pt x="5829302" y="87312"/>
                </a:lnTo>
                <a:lnTo>
                  <a:pt x="5867402" y="68262"/>
                </a:lnTo>
                <a:lnTo>
                  <a:pt x="5903915" y="52387"/>
                </a:lnTo>
                <a:lnTo>
                  <a:pt x="5945189" y="36512"/>
                </a:lnTo>
                <a:lnTo>
                  <a:pt x="5991226" y="20637"/>
                </a:lnTo>
                <a:lnTo>
                  <a:pt x="6043614" y="9525"/>
                </a:lnTo>
                <a:lnTo>
                  <a:pt x="6103939" y="3175"/>
                </a:lnTo>
                <a:lnTo>
                  <a:pt x="6172201" y="0"/>
                </a:lnTo>
                <a:lnTo>
                  <a:pt x="6210301" y="1772"/>
                </a:lnTo>
                <a:lnTo>
                  <a:pt x="6248401" y="0"/>
                </a:lnTo>
                <a:lnTo>
                  <a:pt x="6316664" y="3175"/>
                </a:lnTo>
                <a:lnTo>
                  <a:pt x="6376989" y="9525"/>
                </a:lnTo>
                <a:lnTo>
                  <a:pt x="6429376" y="20637"/>
                </a:lnTo>
                <a:lnTo>
                  <a:pt x="6475414" y="36512"/>
                </a:lnTo>
                <a:lnTo>
                  <a:pt x="6516689" y="52387"/>
                </a:lnTo>
                <a:lnTo>
                  <a:pt x="6553202" y="68262"/>
                </a:lnTo>
                <a:lnTo>
                  <a:pt x="6591302" y="87312"/>
                </a:lnTo>
                <a:lnTo>
                  <a:pt x="6629401" y="106362"/>
                </a:lnTo>
                <a:lnTo>
                  <a:pt x="6665915" y="125412"/>
                </a:lnTo>
                <a:lnTo>
                  <a:pt x="6707189" y="141287"/>
                </a:lnTo>
                <a:lnTo>
                  <a:pt x="6753226" y="155575"/>
                </a:lnTo>
                <a:lnTo>
                  <a:pt x="6805614" y="166687"/>
                </a:lnTo>
                <a:lnTo>
                  <a:pt x="6865939" y="174625"/>
                </a:lnTo>
                <a:lnTo>
                  <a:pt x="6934201" y="176212"/>
                </a:lnTo>
                <a:lnTo>
                  <a:pt x="7002464" y="174625"/>
                </a:lnTo>
                <a:lnTo>
                  <a:pt x="7062789" y="166687"/>
                </a:lnTo>
                <a:lnTo>
                  <a:pt x="7115176" y="155575"/>
                </a:lnTo>
                <a:lnTo>
                  <a:pt x="7161214" y="141287"/>
                </a:lnTo>
                <a:lnTo>
                  <a:pt x="7202489" y="125412"/>
                </a:lnTo>
                <a:lnTo>
                  <a:pt x="7239001" y="106362"/>
                </a:lnTo>
                <a:lnTo>
                  <a:pt x="7277101" y="87312"/>
                </a:lnTo>
                <a:lnTo>
                  <a:pt x="7315201" y="68262"/>
                </a:lnTo>
                <a:lnTo>
                  <a:pt x="7351714" y="52387"/>
                </a:lnTo>
                <a:lnTo>
                  <a:pt x="7392989" y="36512"/>
                </a:lnTo>
                <a:lnTo>
                  <a:pt x="7439026" y="20637"/>
                </a:lnTo>
                <a:lnTo>
                  <a:pt x="7491414" y="9525"/>
                </a:lnTo>
                <a:lnTo>
                  <a:pt x="7551739" y="3175"/>
                </a:lnTo>
                <a:lnTo>
                  <a:pt x="7620001" y="0"/>
                </a:lnTo>
                <a:lnTo>
                  <a:pt x="7688264" y="3175"/>
                </a:lnTo>
                <a:lnTo>
                  <a:pt x="7748589" y="9525"/>
                </a:lnTo>
                <a:lnTo>
                  <a:pt x="7800976" y="20637"/>
                </a:lnTo>
                <a:lnTo>
                  <a:pt x="7847014" y="36512"/>
                </a:lnTo>
                <a:lnTo>
                  <a:pt x="7888289" y="52387"/>
                </a:lnTo>
                <a:lnTo>
                  <a:pt x="7924801" y="68262"/>
                </a:lnTo>
                <a:lnTo>
                  <a:pt x="7962901" y="87312"/>
                </a:lnTo>
                <a:lnTo>
                  <a:pt x="8001001" y="106362"/>
                </a:lnTo>
                <a:lnTo>
                  <a:pt x="8037514" y="125412"/>
                </a:lnTo>
                <a:lnTo>
                  <a:pt x="8078789" y="141287"/>
                </a:lnTo>
                <a:lnTo>
                  <a:pt x="8124826" y="155575"/>
                </a:lnTo>
                <a:lnTo>
                  <a:pt x="8177214" y="166687"/>
                </a:lnTo>
                <a:lnTo>
                  <a:pt x="8237539" y="174625"/>
                </a:lnTo>
                <a:lnTo>
                  <a:pt x="8305801" y="176212"/>
                </a:lnTo>
                <a:lnTo>
                  <a:pt x="8374064" y="174625"/>
                </a:lnTo>
                <a:lnTo>
                  <a:pt x="8434388" y="166687"/>
                </a:lnTo>
                <a:lnTo>
                  <a:pt x="8486776" y="155575"/>
                </a:lnTo>
                <a:lnTo>
                  <a:pt x="8532814" y="141287"/>
                </a:lnTo>
                <a:lnTo>
                  <a:pt x="8574088" y="125412"/>
                </a:lnTo>
                <a:lnTo>
                  <a:pt x="8610600" y="106362"/>
                </a:lnTo>
                <a:lnTo>
                  <a:pt x="8648700" y="87312"/>
                </a:lnTo>
                <a:lnTo>
                  <a:pt x="8686800" y="68262"/>
                </a:lnTo>
                <a:lnTo>
                  <a:pt x="8723314" y="52387"/>
                </a:lnTo>
                <a:lnTo>
                  <a:pt x="8764588" y="36512"/>
                </a:lnTo>
                <a:lnTo>
                  <a:pt x="8810626" y="20637"/>
                </a:lnTo>
                <a:lnTo>
                  <a:pt x="8863014" y="9525"/>
                </a:lnTo>
                <a:lnTo>
                  <a:pt x="8923338" y="3175"/>
                </a:lnTo>
                <a:lnTo>
                  <a:pt x="8990014" y="0"/>
                </a:lnTo>
                <a:lnTo>
                  <a:pt x="9059864" y="3175"/>
                </a:lnTo>
                <a:lnTo>
                  <a:pt x="9120188" y="9525"/>
                </a:lnTo>
                <a:lnTo>
                  <a:pt x="9172576" y="20637"/>
                </a:lnTo>
                <a:lnTo>
                  <a:pt x="9218614" y="36512"/>
                </a:lnTo>
                <a:lnTo>
                  <a:pt x="9259888" y="52387"/>
                </a:lnTo>
                <a:lnTo>
                  <a:pt x="9296400" y="68262"/>
                </a:lnTo>
                <a:lnTo>
                  <a:pt x="9334500" y="87312"/>
                </a:lnTo>
                <a:lnTo>
                  <a:pt x="9372600" y="106362"/>
                </a:lnTo>
                <a:lnTo>
                  <a:pt x="9409114" y="125412"/>
                </a:lnTo>
                <a:lnTo>
                  <a:pt x="9450388" y="141287"/>
                </a:lnTo>
                <a:lnTo>
                  <a:pt x="9496426" y="155575"/>
                </a:lnTo>
                <a:lnTo>
                  <a:pt x="9548814" y="166687"/>
                </a:lnTo>
                <a:lnTo>
                  <a:pt x="9609138" y="174625"/>
                </a:lnTo>
                <a:lnTo>
                  <a:pt x="9677400" y="176212"/>
                </a:lnTo>
                <a:lnTo>
                  <a:pt x="9745664" y="174625"/>
                </a:lnTo>
                <a:lnTo>
                  <a:pt x="9805988" y="166687"/>
                </a:lnTo>
                <a:lnTo>
                  <a:pt x="9858376" y="155575"/>
                </a:lnTo>
                <a:lnTo>
                  <a:pt x="9904414" y="141287"/>
                </a:lnTo>
                <a:lnTo>
                  <a:pt x="9945688" y="125412"/>
                </a:lnTo>
                <a:lnTo>
                  <a:pt x="9982200" y="106362"/>
                </a:lnTo>
                <a:lnTo>
                  <a:pt x="10058400" y="68262"/>
                </a:lnTo>
                <a:lnTo>
                  <a:pt x="10094914" y="52387"/>
                </a:lnTo>
                <a:lnTo>
                  <a:pt x="10136188" y="36512"/>
                </a:lnTo>
                <a:lnTo>
                  <a:pt x="10182226" y="20637"/>
                </a:lnTo>
                <a:lnTo>
                  <a:pt x="10234614" y="9525"/>
                </a:lnTo>
                <a:lnTo>
                  <a:pt x="10294938" y="3175"/>
                </a:lnTo>
                <a:lnTo>
                  <a:pt x="10363200" y="0"/>
                </a:lnTo>
                <a:lnTo>
                  <a:pt x="10431464" y="3175"/>
                </a:lnTo>
                <a:lnTo>
                  <a:pt x="10491788" y="9525"/>
                </a:lnTo>
                <a:lnTo>
                  <a:pt x="10544176" y="20637"/>
                </a:lnTo>
                <a:lnTo>
                  <a:pt x="10590214" y="36512"/>
                </a:lnTo>
                <a:lnTo>
                  <a:pt x="10631488" y="52387"/>
                </a:lnTo>
                <a:lnTo>
                  <a:pt x="10668000" y="68262"/>
                </a:lnTo>
                <a:lnTo>
                  <a:pt x="10706100" y="87312"/>
                </a:lnTo>
                <a:lnTo>
                  <a:pt x="10744200" y="106362"/>
                </a:lnTo>
                <a:lnTo>
                  <a:pt x="10780714" y="125412"/>
                </a:lnTo>
                <a:lnTo>
                  <a:pt x="10821988" y="141287"/>
                </a:lnTo>
                <a:lnTo>
                  <a:pt x="10868026" y="155575"/>
                </a:lnTo>
                <a:lnTo>
                  <a:pt x="10920414" y="166687"/>
                </a:lnTo>
                <a:lnTo>
                  <a:pt x="10980738" y="174625"/>
                </a:lnTo>
                <a:lnTo>
                  <a:pt x="11049000" y="176212"/>
                </a:lnTo>
                <a:lnTo>
                  <a:pt x="11117264" y="174625"/>
                </a:lnTo>
                <a:lnTo>
                  <a:pt x="11177588" y="166687"/>
                </a:lnTo>
                <a:lnTo>
                  <a:pt x="11229976" y="155575"/>
                </a:lnTo>
                <a:lnTo>
                  <a:pt x="11276014" y="141287"/>
                </a:lnTo>
                <a:lnTo>
                  <a:pt x="11317288" y="125412"/>
                </a:lnTo>
                <a:lnTo>
                  <a:pt x="11353800" y="106362"/>
                </a:lnTo>
                <a:lnTo>
                  <a:pt x="11391900" y="87312"/>
                </a:lnTo>
                <a:lnTo>
                  <a:pt x="11430000" y="68263"/>
                </a:lnTo>
                <a:lnTo>
                  <a:pt x="11466514" y="52388"/>
                </a:lnTo>
                <a:lnTo>
                  <a:pt x="11507788" y="36513"/>
                </a:lnTo>
                <a:lnTo>
                  <a:pt x="11553826" y="20638"/>
                </a:lnTo>
                <a:lnTo>
                  <a:pt x="11606214" y="9525"/>
                </a:lnTo>
                <a:lnTo>
                  <a:pt x="11666538" y="3175"/>
                </a:lnTo>
                <a:lnTo>
                  <a:pt x="11734800" y="0"/>
                </a:lnTo>
                <a:lnTo>
                  <a:pt x="11803064" y="3175"/>
                </a:lnTo>
                <a:lnTo>
                  <a:pt x="11863388" y="9525"/>
                </a:lnTo>
                <a:lnTo>
                  <a:pt x="11915776" y="20638"/>
                </a:lnTo>
                <a:lnTo>
                  <a:pt x="11961814" y="36513"/>
                </a:lnTo>
                <a:lnTo>
                  <a:pt x="12003088" y="52388"/>
                </a:lnTo>
                <a:lnTo>
                  <a:pt x="12039600" y="68263"/>
                </a:lnTo>
                <a:lnTo>
                  <a:pt x="12077700" y="87313"/>
                </a:lnTo>
                <a:lnTo>
                  <a:pt x="12115800" y="106363"/>
                </a:lnTo>
                <a:lnTo>
                  <a:pt x="12152314" y="125413"/>
                </a:lnTo>
                <a:lnTo>
                  <a:pt x="12192000" y="140677"/>
                </a:lnTo>
                <a:lnTo>
                  <a:pt x="12192000" y="885826"/>
                </a:lnTo>
                <a:lnTo>
                  <a:pt x="12191999" y="885826"/>
                </a:lnTo>
                <a:lnTo>
                  <a:pt x="12191999" y="3102054"/>
                </a:lnTo>
                <a:lnTo>
                  <a:pt x="0" y="3102054"/>
                </a:lnTo>
                <a:lnTo>
                  <a:pt x="0" y="638254"/>
                </a:lnTo>
                <a:lnTo>
                  <a:pt x="1" y="638254"/>
                </a:lnTo>
                <a:lnTo>
                  <a:pt x="1" y="176212"/>
                </a:lnTo>
                <a:lnTo>
                  <a:pt x="68264" y="174625"/>
                </a:lnTo>
                <a:lnTo>
                  <a:pt x="128589" y="166687"/>
                </a:lnTo>
                <a:lnTo>
                  <a:pt x="180976" y="155575"/>
                </a:lnTo>
                <a:lnTo>
                  <a:pt x="227014" y="141287"/>
                </a:lnTo>
                <a:lnTo>
                  <a:pt x="268289" y="125412"/>
                </a:lnTo>
                <a:lnTo>
                  <a:pt x="304801" y="106362"/>
                </a:lnTo>
                <a:lnTo>
                  <a:pt x="342901" y="87312"/>
                </a:lnTo>
                <a:lnTo>
                  <a:pt x="381001" y="68262"/>
                </a:lnTo>
                <a:lnTo>
                  <a:pt x="417514" y="52387"/>
                </a:lnTo>
                <a:lnTo>
                  <a:pt x="458789" y="36512"/>
                </a:lnTo>
                <a:lnTo>
                  <a:pt x="504826" y="20637"/>
                </a:lnTo>
                <a:lnTo>
                  <a:pt x="557214" y="9525"/>
                </a:lnTo>
                <a:lnTo>
                  <a:pt x="617539" y="317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A454000F-8011-2858-1446-CE883D1C9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376" y="4292599"/>
            <a:ext cx="8011248" cy="146577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/>
            <a:r>
              <a:rPr lang="en-US" sz="5200" spc="800">
                <a:solidFill>
                  <a:schemeClr val="bg1"/>
                </a:solidFill>
              </a:rPr>
              <a:t>Il lavoro su git</a:t>
            </a:r>
          </a:p>
        </p:txBody>
      </p:sp>
      <p:pic>
        <p:nvPicPr>
          <p:cNvPr id="11" name="Immagine 10" descr="Immagine che contiene testo, schermata, numero, Parallelo&#10;&#10;Il contenuto generato dall'IA potrebbe non essere corretto.">
            <a:extLst>
              <a:ext uri="{FF2B5EF4-FFF2-40B4-BE49-F238E27FC236}">
                <a16:creationId xmlns:a16="http://schemas.microsoft.com/office/drawing/2014/main" id="{CA3963B7-7C98-DB65-4060-B7109D52C3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845" y="453945"/>
            <a:ext cx="3993362" cy="2975055"/>
          </a:xfrm>
          <a:prstGeom prst="rect">
            <a:avLst/>
          </a:prstGeom>
        </p:spPr>
      </p:pic>
      <p:pic>
        <p:nvPicPr>
          <p:cNvPr id="9" name="Immagine 8" descr="Immagine che contiene testo, schermata, numero, software&#10;&#10;Il contenuto generato dall'IA potrebbe non essere corretto.">
            <a:extLst>
              <a:ext uri="{FF2B5EF4-FFF2-40B4-BE49-F238E27FC236}">
                <a16:creationId xmlns:a16="http://schemas.microsoft.com/office/drawing/2014/main" id="{AF29FD33-1DB5-8E52-DF14-22E9804170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292" y="183378"/>
            <a:ext cx="6979829" cy="6491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5464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6">
            <a:extLst>
              <a:ext uri="{FF2B5EF4-FFF2-40B4-BE49-F238E27FC236}">
                <a16:creationId xmlns:a16="http://schemas.microsoft.com/office/drawing/2014/main" id="{D1FDF194-C99A-4C11-8A97-58FF75F6E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2667762" y="630936"/>
            <a:ext cx="3926681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it-IT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ECAB5A9-13C6-4C85-AB53-C7D8B8954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EB5C8F0-2881-4184-92C6-0E251C42A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9143999" cy="4292600"/>
          </a:xfrm>
          <a:prstGeom prst="rect">
            <a:avLst/>
          </a:pr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C2BCC826-0F95-4DB1-9DBA-C1F7BD609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755946"/>
            <a:ext cx="9143999" cy="3102054"/>
          </a:xfrm>
          <a:custGeom>
            <a:avLst/>
            <a:gdLst>
              <a:gd name="connsiteX0" fmla="*/ 685801 w 12192000"/>
              <a:gd name="connsiteY0" fmla="*/ 0 h 3102054"/>
              <a:gd name="connsiteX1" fmla="*/ 754064 w 12192000"/>
              <a:gd name="connsiteY1" fmla="*/ 3175 h 3102054"/>
              <a:gd name="connsiteX2" fmla="*/ 814389 w 12192000"/>
              <a:gd name="connsiteY2" fmla="*/ 9525 h 3102054"/>
              <a:gd name="connsiteX3" fmla="*/ 866776 w 12192000"/>
              <a:gd name="connsiteY3" fmla="*/ 20637 h 3102054"/>
              <a:gd name="connsiteX4" fmla="*/ 912814 w 12192000"/>
              <a:gd name="connsiteY4" fmla="*/ 36512 h 3102054"/>
              <a:gd name="connsiteX5" fmla="*/ 954089 w 12192000"/>
              <a:gd name="connsiteY5" fmla="*/ 52387 h 3102054"/>
              <a:gd name="connsiteX6" fmla="*/ 990601 w 12192000"/>
              <a:gd name="connsiteY6" fmla="*/ 68262 h 3102054"/>
              <a:gd name="connsiteX7" fmla="*/ 1028701 w 12192000"/>
              <a:gd name="connsiteY7" fmla="*/ 87312 h 3102054"/>
              <a:gd name="connsiteX8" fmla="*/ 1066801 w 12192000"/>
              <a:gd name="connsiteY8" fmla="*/ 106362 h 3102054"/>
              <a:gd name="connsiteX9" fmla="*/ 1103314 w 12192000"/>
              <a:gd name="connsiteY9" fmla="*/ 125412 h 3102054"/>
              <a:gd name="connsiteX10" fmla="*/ 1144589 w 12192000"/>
              <a:gd name="connsiteY10" fmla="*/ 141287 h 3102054"/>
              <a:gd name="connsiteX11" fmla="*/ 1190626 w 12192000"/>
              <a:gd name="connsiteY11" fmla="*/ 155575 h 3102054"/>
              <a:gd name="connsiteX12" fmla="*/ 1243014 w 12192000"/>
              <a:gd name="connsiteY12" fmla="*/ 166687 h 3102054"/>
              <a:gd name="connsiteX13" fmla="*/ 1303339 w 12192000"/>
              <a:gd name="connsiteY13" fmla="*/ 174625 h 3102054"/>
              <a:gd name="connsiteX14" fmla="*/ 1371601 w 12192000"/>
              <a:gd name="connsiteY14" fmla="*/ 176212 h 3102054"/>
              <a:gd name="connsiteX15" fmla="*/ 1439864 w 12192000"/>
              <a:gd name="connsiteY15" fmla="*/ 174625 h 3102054"/>
              <a:gd name="connsiteX16" fmla="*/ 1500189 w 12192000"/>
              <a:gd name="connsiteY16" fmla="*/ 166687 h 3102054"/>
              <a:gd name="connsiteX17" fmla="*/ 1552576 w 12192000"/>
              <a:gd name="connsiteY17" fmla="*/ 155575 h 3102054"/>
              <a:gd name="connsiteX18" fmla="*/ 1598614 w 12192000"/>
              <a:gd name="connsiteY18" fmla="*/ 141287 h 3102054"/>
              <a:gd name="connsiteX19" fmla="*/ 1639889 w 12192000"/>
              <a:gd name="connsiteY19" fmla="*/ 125412 h 3102054"/>
              <a:gd name="connsiteX20" fmla="*/ 1676401 w 12192000"/>
              <a:gd name="connsiteY20" fmla="*/ 106362 h 3102054"/>
              <a:gd name="connsiteX21" fmla="*/ 1714501 w 12192000"/>
              <a:gd name="connsiteY21" fmla="*/ 87312 h 3102054"/>
              <a:gd name="connsiteX22" fmla="*/ 1752601 w 12192000"/>
              <a:gd name="connsiteY22" fmla="*/ 68262 h 3102054"/>
              <a:gd name="connsiteX23" fmla="*/ 1789114 w 12192000"/>
              <a:gd name="connsiteY23" fmla="*/ 52387 h 3102054"/>
              <a:gd name="connsiteX24" fmla="*/ 1830389 w 12192000"/>
              <a:gd name="connsiteY24" fmla="*/ 36512 h 3102054"/>
              <a:gd name="connsiteX25" fmla="*/ 1876426 w 12192000"/>
              <a:gd name="connsiteY25" fmla="*/ 20637 h 3102054"/>
              <a:gd name="connsiteX26" fmla="*/ 1928814 w 12192000"/>
              <a:gd name="connsiteY26" fmla="*/ 9525 h 3102054"/>
              <a:gd name="connsiteX27" fmla="*/ 1989139 w 12192000"/>
              <a:gd name="connsiteY27" fmla="*/ 3175 h 3102054"/>
              <a:gd name="connsiteX28" fmla="*/ 2057401 w 12192000"/>
              <a:gd name="connsiteY28" fmla="*/ 0 h 3102054"/>
              <a:gd name="connsiteX29" fmla="*/ 2125664 w 12192000"/>
              <a:gd name="connsiteY29" fmla="*/ 3175 h 3102054"/>
              <a:gd name="connsiteX30" fmla="*/ 2185989 w 12192000"/>
              <a:gd name="connsiteY30" fmla="*/ 9525 h 3102054"/>
              <a:gd name="connsiteX31" fmla="*/ 2238376 w 12192000"/>
              <a:gd name="connsiteY31" fmla="*/ 20637 h 3102054"/>
              <a:gd name="connsiteX32" fmla="*/ 2284414 w 12192000"/>
              <a:gd name="connsiteY32" fmla="*/ 36512 h 3102054"/>
              <a:gd name="connsiteX33" fmla="*/ 2325688 w 12192000"/>
              <a:gd name="connsiteY33" fmla="*/ 52387 h 3102054"/>
              <a:gd name="connsiteX34" fmla="*/ 2362201 w 12192000"/>
              <a:gd name="connsiteY34" fmla="*/ 68262 h 3102054"/>
              <a:gd name="connsiteX35" fmla="*/ 2400301 w 12192000"/>
              <a:gd name="connsiteY35" fmla="*/ 87312 h 3102054"/>
              <a:gd name="connsiteX36" fmla="*/ 2438401 w 12192000"/>
              <a:gd name="connsiteY36" fmla="*/ 106362 h 3102054"/>
              <a:gd name="connsiteX37" fmla="*/ 2474913 w 12192000"/>
              <a:gd name="connsiteY37" fmla="*/ 125412 h 3102054"/>
              <a:gd name="connsiteX38" fmla="*/ 2516188 w 12192000"/>
              <a:gd name="connsiteY38" fmla="*/ 141287 h 3102054"/>
              <a:gd name="connsiteX39" fmla="*/ 2562226 w 12192000"/>
              <a:gd name="connsiteY39" fmla="*/ 155575 h 3102054"/>
              <a:gd name="connsiteX40" fmla="*/ 2614614 w 12192000"/>
              <a:gd name="connsiteY40" fmla="*/ 166687 h 3102054"/>
              <a:gd name="connsiteX41" fmla="*/ 2674938 w 12192000"/>
              <a:gd name="connsiteY41" fmla="*/ 174625 h 3102054"/>
              <a:gd name="connsiteX42" fmla="*/ 2743201 w 12192000"/>
              <a:gd name="connsiteY42" fmla="*/ 176212 h 3102054"/>
              <a:gd name="connsiteX43" fmla="*/ 2811464 w 12192000"/>
              <a:gd name="connsiteY43" fmla="*/ 174625 h 3102054"/>
              <a:gd name="connsiteX44" fmla="*/ 2871789 w 12192000"/>
              <a:gd name="connsiteY44" fmla="*/ 166687 h 3102054"/>
              <a:gd name="connsiteX45" fmla="*/ 2924176 w 12192000"/>
              <a:gd name="connsiteY45" fmla="*/ 155575 h 3102054"/>
              <a:gd name="connsiteX46" fmla="*/ 2970214 w 12192000"/>
              <a:gd name="connsiteY46" fmla="*/ 141287 h 3102054"/>
              <a:gd name="connsiteX47" fmla="*/ 3011489 w 12192000"/>
              <a:gd name="connsiteY47" fmla="*/ 125412 h 3102054"/>
              <a:gd name="connsiteX48" fmla="*/ 3048001 w 12192000"/>
              <a:gd name="connsiteY48" fmla="*/ 106362 h 3102054"/>
              <a:gd name="connsiteX49" fmla="*/ 3086101 w 12192000"/>
              <a:gd name="connsiteY49" fmla="*/ 87312 h 3102054"/>
              <a:gd name="connsiteX50" fmla="*/ 3124201 w 12192000"/>
              <a:gd name="connsiteY50" fmla="*/ 68262 h 3102054"/>
              <a:gd name="connsiteX51" fmla="*/ 3160714 w 12192000"/>
              <a:gd name="connsiteY51" fmla="*/ 52387 h 3102054"/>
              <a:gd name="connsiteX52" fmla="*/ 3201989 w 12192000"/>
              <a:gd name="connsiteY52" fmla="*/ 36512 h 3102054"/>
              <a:gd name="connsiteX53" fmla="*/ 3248026 w 12192000"/>
              <a:gd name="connsiteY53" fmla="*/ 20637 h 3102054"/>
              <a:gd name="connsiteX54" fmla="*/ 3300414 w 12192000"/>
              <a:gd name="connsiteY54" fmla="*/ 9525 h 3102054"/>
              <a:gd name="connsiteX55" fmla="*/ 3360739 w 12192000"/>
              <a:gd name="connsiteY55" fmla="*/ 3175 h 3102054"/>
              <a:gd name="connsiteX56" fmla="*/ 3427414 w 12192000"/>
              <a:gd name="connsiteY56" fmla="*/ 0 h 3102054"/>
              <a:gd name="connsiteX57" fmla="*/ 3497264 w 12192000"/>
              <a:gd name="connsiteY57" fmla="*/ 3175 h 3102054"/>
              <a:gd name="connsiteX58" fmla="*/ 3557589 w 12192000"/>
              <a:gd name="connsiteY58" fmla="*/ 9525 h 3102054"/>
              <a:gd name="connsiteX59" fmla="*/ 3609976 w 12192000"/>
              <a:gd name="connsiteY59" fmla="*/ 20637 h 3102054"/>
              <a:gd name="connsiteX60" fmla="*/ 3656014 w 12192000"/>
              <a:gd name="connsiteY60" fmla="*/ 36512 h 3102054"/>
              <a:gd name="connsiteX61" fmla="*/ 3697288 w 12192000"/>
              <a:gd name="connsiteY61" fmla="*/ 52387 h 3102054"/>
              <a:gd name="connsiteX62" fmla="*/ 3733801 w 12192000"/>
              <a:gd name="connsiteY62" fmla="*/ 68262 h 3102054"/>
              <a:gd name="connsiteX63" fmla="*/ 3771901 w 12192000"/>
              <a:gd name="connsiteY63" fmla="*/ 87312 h 3102054"/>
              <a:gd name="connsiteX64" fmla="*/ 3810001 w 12192000"/>
              <a:gd name="connsiteY64" fmla="*/ 106362 h 3102054"/>
              <a:gd name="connsiteX65" fmla="*/ 3846514 w 12192000"/>
              <a:gd name="connsiteY65" fmla="*/ 125412 h 3102054"/>
              <a:gd name="connsiteX66" fmla="*/ 3887789 w 12192000"/>
              <a:gd name="connsiteY66" fmla="*/ 141287 h 3102054"/>
              <a:gd name="connsiteX67" fmla="*/ 3933826 w 12192000"/>
              <a:gd name="connsiteY67" fmla="*/ 155575 h 3102054"/>
              <a:gd name="connsiteX68" fmla="*/ 3986214 w 12192000"/>
              <a:gd name="connsiteY68" fmla="*/ 166687 h 3102054"/>
              <a:gd name="connsiteX69" fmla="*/ 4046539 w 12192000"/>
              <a:gd name="connsiteY69" fmla="*/ 174625 h 3102054"/>
              <a:gd name="connsiteX70" fmla="*/ 4114801 w 12192000"/>
              <a:gd name="connsiteY70" fmla="*/ 176212 h 3102054"/>
              <a:gd name="connsiteX71" fmla="*/ 4183064 w 12192000"/>
              <a:gd name="connsiteY71" fmla="*/ 174625 h 3102054"/>
              <a:gd name="connsiteX72" fmla="*/ 4243388 w 12192000"/>
              <a:gd name="connsiteY72" fmla="*/ 166687 h 3102054"/>
              <a:gd name="connsiteX73" fmla="*/ 4295776 w 12192000"/>
              <a:gd name="connsiteY73" fmla="*/ 155575 h 3102054"/>
              <a:gd name="connsiteX74" fmla="*/ 4341813 w 12192000"/>
              <a:gd name="connsiteY74" fmla="*/ 141287 h 3102054"/>
              <a:gd name="connsiteX75" fmla="*/ 4383088 w 12192000"/>
              <a:gd name="connsiteY75" fmla="*/ 125412 h 3102054"/>
              <a:gd name="connsiteX76" fmla="*/ 4419601 w 12192000"/>
              <a:gd name="connsiteY76" fmla="*/ 106362 h 3102054"/>
              <a:gd name="connsiteX77" fmla="*/ 4495801 w 12192000"/>
              <a:gd name="connsiteY77" fmla="*/ 68262 h 3102054"/>
              <a:gd name="connsiteX78" fmla="*/ 4532314 w 12192000"/>
              <a:gd name="connsiteY78" fmla="*/ 52387 h 3102054"/>
              <a:gd name="connsiteX79" fmla="*/ 4573588 w 12192000"/>
              <a:gd name="connsiteY79" fmla="*/ 36512 h 3102054"/>
              <a:gd name="connsiteX80" fmla="*/ 4619626 w 12192000"/>
              <a:gd name="connsiteY80" fmla="*/ 20637 h 3102054"/>
              <a:gd name="connsiteX81" fmla="*/ 4672013 w 12192000"/>
              <a:gd name="connsiteY81" fmla="*/ 9525 h 3102054"/>
              <a:gd name="connsiteX82" fmla="*/ 4732338 w 12192000"/>
              <a:gd name="connsiteY82" fmla="*/ 3175 h 3102054"/>
              <a:gd name="connsiteX83" fmla="*/ 4800601 w 12192000"/>
              <a:gd name="connsiteY83" fmla="*/ 0 h 3102054"/>
              <a:gd name="connsiteX84" fmla="*/ 4868864 w 12192000"/>
              <a:gd name="connsiteY84" fmla="*/ 3175 h 3102054"/>
              <a:gd name="connsiteX85" fmla="*/ 4929188 w 12192000"/>
              <a:gd name="connsiteY85" fmla="*/ 9525 h 3102054"/>
              <a:gd name="connsiteX86" fmla="*/ 4981576 w 12192000"/>
              <a:gd name="connsiteY86" fmla="*/ 20637 h 3102054"/>
              <a:gd name="connsiteX87" fmla="*/ 5027614 w 12192000"/>
              <a:gd name="connsiteY87" fmla="*/ 36512 h 3102054"/>
              <a:gd name="connsiteX88" fmla="*/ 5068889 w 12192000"/>
              <a:gd name="connsiteY88" fmla="*/ 52387 h 3102054"/>
              <a:gd name="connsiteX89" fmla="*/ 5105402 w 12192000"/>
              <a:gd name="connsiteY89" fmla="*/ 68262 h 3102054"/>
              <a:gd name="connsiteX90" fmla="*/ 5143502 w 12192000"/>
              <a:gd name="connsiteY90" fmla="*/ 87312 h 3102054"/>
              <a:gd name="connsiteX91" fmla="*/ 5181601 w 12192000"/>
              <a:gd name="connsiteY91" fmla="*/ 106362 h 3102054"/>
              <a:gd name="connsiteX92" fmla="*/ 5218115 w 12192000"/>
              <a:gd name="connsiteY92" fmla="*/ 125412 h 3102054"/>
              <a:gd name="connsiteX93" fmla="*/ 5259388 w 12192000"/>
              <a:gd name="connsiteY93" fmla="*/ 141287 h 3102054"/>
              <a:gd name="connsiteX94" fmla="*/ 5305426 w 12192000"/>
              <a:gd name="connsiteY94" fmla="*/ 155575 h 3102054"/>
              <a:gd name="connsiteX95" fmla="*/ 5357813 w 12192000"/>
              <a:gd name="connsiteY95" fmla="*/ 166687 h 3102054"/>
              <a:gd name="connsiteX96" fmla="*/ 5418139 w 12192000"/>
              <a:gd name="connsiteY96" fmla="*/ 174625 h 3102054"/>
              <a:gd name="connsiteX97" fmla="*/ 5486401 w 12192000"/>
              <a:gd name="connsiteY97" fmla="*/ 176212 h 3102054"/>
              <a:gd name="connsiteX98" fmla="*/ 5554663 w 12192000"/>
              <a:gd name="connsiteY98" fmla="*/ 174625 h 3102054"/>
              <a:gd name="connsiteX99" fmla="*/ 5614989 w 12192000"/>
              <a:gd name="connsiteY99" fmla="*/ 166687 h 3102054"/>
              <a:gd name="connsiteX100" fmla="*/ 5667376 w 12192000"/>
              <a:gd name="connsiteY100" fmla="*/ 155575 h 3102054"/>
              <a:gd name="connsiteX101" fmla="*/ 5713414 w 12192000"/>
              <a:gd name="connsiteY101" fmla="*/ 141287 h 3102054"/>
              <a:gd name="connsiteX102" fmla="*/ 5754689 w 12192000"/>
              <a:gd name="connsiteY102" fmla="*/ 125412 h 3102054"/>
              <a:gd name="connsiteX103" fmla="*/ 5791202 w 12192000"/>
              <a:gd name="connsiteY103" fmla="*/ 106362 h 3102054"/>
              <a:gd name="connsiteX104" fmla="*/ 5829302 w 12192000"/>
              <a:gd name="connsiteY104" fmla="*/ 87312 h 3102054"/>
              <a:gd name="connsiteX105" fmla="*/ 5867402 w 12192000"/>
              <a:gd name="connsiteY105" fmla="*/ 68262 h 3102054"/>
              <a:gd name="connsiteX106" fmla="*/ 5903915 w 12192000"/>
              <a:gd name="connsiteY106" fmla="*/ 52387 h 3102054"/>
              <a:gd name="connsiteX107" fmla="*/ 5945189 w 12192000"/>
              <a:gd name="connsiteY107" fmla="*/ 36512 h 3102054"/>
              <a:gd name="connsiteX108" fmla="*/ 5991226 w 12192000"/>
              <a:gd name="connsiteY108" fmla="*/ 20637 h 3102054"/>
              <a:gd name="connsiteX109" fmla="*/ 6043614 w 12192000"/>
              <a:gd name="connsiteY109" fmla="*/ 9525 h 3102054"/>
              <a:gd name="connsiteX110" fmla="*/ 6103939 w 12192000"/>
              <a:gd name="connsiteY110" fmla="*/ 3175 h 3102054"/>
              <a:gd name="connsiteX111" fmla="*/ 6172201 w 12192000"/>
              <a:gd name="connsiteY111" fmla="*/ 0 h 3102054"/>
              <a:gd name="connsiteX112" fmla="*/ 6210301 w 12192000"/>
              <a:gd name="connsiteY112" fmla="*/ 1772 h 3102054"/>
              <a:gd name="connsiteX113" fmla="*/ 6248401 w 12192000"/>
              <a:gd name="connsiteY113" fmla="*/ 0 h 3102054"/>
              <a:gd name="connsiteX114" fmla="*/ 6316664 w 12192000"/>
              <a:gd name="connsiteY114" fmla="*/ 3175 h 3102054"/>
              <a:gd name="connsiteX115" fmla="*/ 6376989 w 12192000"/>
              <a:gd name="connsiteY115" fmla="*/ 9525 h 3102054"/>
              <a:gd name="connsiteX116" fmla="*/ 6429376 w 12192000"/>
              <a:gd name="connsiteY116" fmla="*/ 20637 h 3102054"/>
              <a:gd name="connsiteX117" fmla="*/ 6475414 w 12192000"/>
              <a:gd name="connsiteY117" fmla="*/ 36512 h 3102054"/>
              <a:gd name="connsiteX118" fmla="*/ 6516689 w 12192000"/>
              <a:gd name="connsiteY118" fmla="*/ 52387 h 3102054"/>
              <a:gd name="connsiteX119" fmla="*/ 6553202 w 12192000"/>
              <a:gd name="connsiteY119" fmla="*/ 68262 h 3102054"/>
              <a:gd name="connsiteX120" fmla="*/ 6591302 w 12192000"/>
              <a:gd name="connsiteY120" fmla="*/ 87312 h 3102054"/>
              <a:gd name="connsiteX121" fmla="*/ 6629401 w 12192000"/>
              <a:gd name="connsiteY121" fmla="*/ 106362 h 3102054"/>
              <a:gd name="connsiteX122" fmla="*/ 6665915 w 12192000"/>
              <a:gd name="connsiteY122" fmla="*/ 125412 h 3102054"/>
              <a:gd name="connsiteX123" fmla="*/ 6707189 w 12192000"/>
              <a:gd name="connsiteY123" fmla="*/ 141287 h 3102054"/>
              <a:gd name="connsiteX124" fmla="*/ 6753226 w 12192000"/>
              <a:gd name="connsiteY124" fmla="*/ 155575 h 3102054"/>
              <a:gd name="connsiteX125" fmla="*/ 6805614 w 12192000"/>
              <a:gd name="connsiteY125" fmla="*/ 166687 h 3102054"/>
              <a:gd name="connsiteX126" fmla="*/ 6865939 w 12192000"/>
              <a:gd name="connsiteY126" fmla="*/ 174625 h 3102054"/>
              <a:gd name="connsiteX127" fmla="*/ 6934201 w 12192000"/>
              <a:gd name="connsiteY127" fmla="*/ 176212 h 3102054"/>
              <a:gd name="connsiteX128" fmla="*/ 7002464 w 12192000"/>
              <a:gd name="connsiteY128" fmla="*/ 174625 h 3102054"/>
              <a:gd name="connsiteX129" fmla="*/ 7062789 w 12192000"/>
              <a:gd name="connsiteY129" fmla="*/ 166687 h 3102054"/>
              <a:gd name="connsiteX130" fmla="*/ 7115176 w 12192000"/>
              <a:gd name="connsiteY130" fmla="*/ 155575 h 3102054"/>
              <a:gd name="connsiteX131" fmla="*/ 7161214 w 12192000"/>
              <a:gd name="connsiteY131" fmla="*/ 141287 h 3102054"/>
              <a:gd name="connsiteX132" fmla="*/ 7202489 w 12192000"/>
              <a:gd name="connsiteY132" fmla="*/ 125412 h 3102054"/>
              <a:gd name="connsiteX133" fmla="*/ 7239001 w 12192000"/>
              <a:gd name="connsiteY133" fmla="*/ 106362 h 3102054"/>
              <a:gd name="connsiteX134" fmla="*/ 7277101 w 12192000"/>
              <a:gd name="connsiteY134" fmla="*/ 87312 h 3102054"/>
              <a:gd name="connsiteX135" fmla="*/ 7315201 w 12192000"/>
              <a:gd name="connsiteY135" fmla="*/ 68262 h 3102054"/>
              <a:gd name="connsiteX136" fmla="*/ 7351714 w 12192000"/>
              <a:gd name="connsiteY136" fmla="*/ 52387 h 3102054"/>
              <a:gd name="connsiteX137" fmla="*/ 7392989 w 12192000"/>
              <a:gd name="connsiteY137" fmla="*/ 36512 h 3102054"/>
              <a:gd name="connsiteX138" fmla="*/ 7439026 w 12192000"/>
              <a:gd name="connsiteY138" fmla="*/ 20637 h 3102054"/>
              <a:gd name="connsiteX139" fmla="*/ 7491414 w 12192000"/>
              <a:gd name="connsiteY139" fmla="*/ 9525 h 3102054"/>
              <a:gd name="connsiteX140" fmla="*/ 7551739 w 12192000"/>
              <a:gd name="connsiteY140" fmla="*/ 3175 h 3102054"/>
              <a:gd name="connsiteX141" fmla="*/ 7620001 w 12192000"/>
              <a:gd name="connsiteY141" fmla="*/ 0 h 3102054"/>
              <a:gd name="connsiteX142" fmla="*/ 7688264 w 12192000"/>
              <a:gd name="connsiteY142" fmla="*/ 3175 h 3102054"/>
              <a:gd name="connsiteX143" fmla="*/ 7748589 w 12192000"/>
              <a:gd name="connsiteY143" fmla="*/ 9525 h 3102054"/>
              <a:gd name="connsiteX144" fmla="*/ 7800976 w 12192000"/>
              <a:gd name="connsiteY144" fmla="*/ 20637 h 3102054"/>
              <a:gd name="connsiteX145" fmla="*/ 7847014 w 12192000"/>
              <a:gd name="connsiteY145" fmla="*/ 36512 h 3102054"/>
              <a:gd name="connsiteX146" fmla="*/ 7888289 w 12192000"/>
              <a:gd name="connsiteY146" fmla="*/ 52387 h 3102054"/>
              <a:gd name="connsiteX147" fmla="*/ 7924801 w 12192000"/>
              <a:gd name="connsiteY147" fmla="*/ 68262 h 3102054"/>
              <a:gd name="connsiteX148" fmla="*/ 7962901 w 12192000"/>
              <a:gd name="connsiteY148" fmla="*/ 87312 h 3102054"/>
              <a:gd name="connsiteX149" fmla="*/ 8001001 w 12192000"/>
              <a:gd name="connsiteY149" fmla="*/ 106362 h 3102054"/>
              <a:gd name="connsiteX150" fmla="*/ 8037514 w 12192000"/>
              <a:gd name="connsiteY150" fmla="*/ 125412 h 3102054"/>
              <a:gd name="connsiteX151" fmla="*/ 8078789 w 12192000"/>
              <a:gd name="connsiteY151" fmla="*/ 141287 h 3102054"/>
              <a:gd name="connsiteX152" fmla="*/ 8124826 w 12192000"/>
              <a:gd name="connsiteY152" fmla="*/ 155575 h 3102054"/>
              <a:gd name="connsiteX153" fmla="*/ 8177214 w 12192000"/>
              <a:gd name="connsiteY153" fmla="*/ 166687 h 3102054"/>
              <a:gd name="connsiteX154" fmla="*/ 8237539 w 12192000"/>
              <a:gd name="connsiteY154" fmla="*/ 174625 h 3102054"/>
              <a:gd name="connsiteX155" fmla="*/ 8305801 w 12192000"/>
              <a:gd name="connsiteY155" fmla="*/ 176212 h 3102054"/>
              <a:gd name="connsiteX156" fmla="*/ 8374064 w 12192000"/>
              <a:gd name="connsiteY156" fmla="*/ 174625 h 3102054"/>
              <a:gd name="connsiteX157" fmla="*/ 8434388 w 12192000"/>
              <a:gd name="connsiteY157" fmla="*/ 166687 h 3102054"/>
              <a:gd name="connsiteX158" fmla="*/ 8486776 w 12192000"/>
              <a:gd name="connsiteY158" fmla="*/ 155575 h 3102054"/>
              <a:gd name="connsiteX159" fmla="*/ 8532814 w 12192000"/>
              <a:gd name="connsiteY159" fmla="*/ 141287 h 3102054"/>
              <a:gd name="connsiteX160" fmla="*/ 8574088 w 12192000"/>
              <a:gd name="connsiteY160" fmla="*/ 125412 h 3102054"/>
              <a:gd name="connsiteX161" fmla="*/ 8610600 w 12192000"/>
              <a:gd name="connsiteY161" fmla="*/ 106362 h 3102054"/>
              <a:gd name="connsiteX162" fmla="*/ 8648700 w 12192000"/>
              <a:gd name="connsiteY162" fmla="*/ 87312 h 3102054"/>
              <a:gd name="connsiteX163" fmla="*/ 8686800 w 12192000"/>
              <a:gd name="connsiteY163" fmla="*/ 68262 h 3102054"/>
              <a:gd name="connsiteX164" fmla="*/ 8723314 w 12192000"/>
              <a:gd name="connsiteY164" fmla="*/ 52387 h 3102054"/>
              <a:gd name="connsiteX165" fmla="*/ 8764588 w 12192000"/>
              <a:gd name="connsiteY165" fmla="*/ 36512 h 3102054"/>
              <a:gd name="connsiteX166" fmla="*/ 8810626 w 12192000"/>
              <a:gd name="connsiteY166" fmla="*/ 20637 h 3102054"/>
              <a:gd name="connsiteX167" fmla="*/ 8863014 w 12192000"/>
              <a:gd name="connsiteY167" fmla="*/ 9525 h 3102054"/>
              <a:gd name="connsiteX168" fmla="*/ 8923338 w 12192000"/>
              <a:gd name="connsiteY168" fmla="*/ 3175 h 3102054"/>
              <a:gd name="connsiteX169" fmla="*/ 8990014 w 12192000"/>
              <a:gd name="connsiteY169" fmla="*/ 0 h 3102054"/>
              <a:gd name="connsiteX170" fmla="*/ 9059864 w 12192000"/>
              <a:gd name="connsiteY170" fmla="*/ 3175 h 3102054"/>
              <a:gd name="connsiteX171" fmla="*/ 9120188 w 12192000"/>
              <a:gd name="connsiteY171" fmla="*/ 9525 h 3102054"/>
              <a:gd name="connsiteX172" fmla="*/ 9172576 w 12192000"/>
              <a:gd name="connsiteY172" fmla="*/ 20637 h 3102054"/>
              <a:gd name="connsiteX173" fmla="*/ 9218614 w 12192000"/>
              <a:gd name="connsiteY173" fmla="*/ 36512 h 3102054"/>
              <a:gd name="connsiteX174" fmla="*/ 9259888 w 12192000"/>
              <a:gd name="connsiteY174" fmla="*/ 52387 h 3102054"/>
              <a:gd name="connsiteX175" fmla="*/ 9296400 w 12192000"/>
              <a:gd name="connsiteY175" fmla="*/ 68262 h 3102054"/>
              <a:gd name="connsiteX176" fmla="*/ 9334500 w 12192000"/>
              <a:gd name="connsiteY176" fmla="*/ 87312 h 3102054"/>
              <a:gd name="connsiteX177" fmla="*/ 9372600 w 12192000"/>
              <a:gd name="connsiteY177" fmla="*/ 106362 h 3102054"/>
              <a:gd name="connsiteX178" fmla="*/ 9409114 w 12192000"/>
              <a:gd name="connsiteY178" fmla="*/ 125412 h 3102054"/>
              <a:gd name="connsiteX179" fmla="*/ 9450388 w 12192000"/>
              <a:gd name="connsiteY179" fmla="*/ 141287 h 3102054"/>
              <a:gd name="connsiteX180" fmla="*/ 9496426 w 12192000"/>
              <a:gd name="connsiteY180" fmla="*/ 155575 h 3102054"/>
              <a:gd name="connsiteX181" fmla="*/ 9548814 w 12192000"/>
              <a:gd name="connsiteY181" fmla="*/ 166687 h 3102054"/>
              <a:gd name="connsiteX182" fmla="*/ 9609138 w 12192000"/>
              <a:gd name="connsiteY182" fmla="*/ 174625 h 3102054"/>
              <a:gd name="connsiteX183" fmla="*/ 9677400 w 12192000"/>
              <a:gd name="connsiteY183" fmla="*/ 176212 h 3102054"/>
              <a:gd name="connsiteX184" fmla="*/ 9745664 w 12192000"/>
              <a:gd name="connsiteY184" fmla="*/ 174625 h 3102054"/>
              <a:gd name="connsiteX185" fmla="*/ 9805988 w 12192000"/>
              <a:gd name="connsiteY185" fmla="*/ 166687 h 3102054"/>
              <a:gd name="connsiteX186" fmla="*/ 9858376 w 12192000"/>
              <a:gd name="connsiteY186" fmla="*/ 155575 h 3102054"/>
              <a:gd name="connsiteX187" fmla="*/ 9904414 w 12192000"/>
              <a:gd name="connsiteY187" fmla="*/ 141287 h 3102054"/>
              <a:gd name="connsiteX188" fmla="*/ 9945688 w 12192000"/>
              <a:gd name="connsiteY188" fmla="*/ 125412 h 3102054"/>
              <a:gd name="connsiteX189" fmla="*/ 9982200 w 12192000"/>
              <a:gd name="connsiteY189" fmla="*/ 106362 h 3102054"/>
              <a:gd name="connsiteX190" fmla="*/ 10058400 w 12192000"/>
              <a:gd name="connsiteY190" fmla="*/ 68262 h 3102054"/>
              <a:gd name="connsiteX191" fmla="*/ 10094914 w 12192000"/>
              <a:gd name="connsiteY191" fmla="*/ 52387 h 3102054"/>
              <a:gd name="connsiteX192" fmla="*/ 10136188 w 12192000"/>
              <a:gd name="connsiteY192" fmla="*/ 36512 h 3102054"/>
              <a:gd name="connsiteX193" fmla="*/ 10182226 w 12192000"/>
              <a:gd name="connsiteY193" fmla="*/ 20637 h 3102054"/>
              <a:gd name="connsiteX194" fmla="*/ 10234614 w 12192000"/>
              <a:gd name="connsiteY194" fmla="*/ 9525 h 3102054"/>
              <a:gd name="connsiteX195" fmla="*/ 10294938 w 12192000"/>
              <a:gd name="connsiteY195" fmla="*/ 3175 h 3102054"/>
              <a:gd name="connsiteX196" fmla="*/ 10363200 w 12192000"/>
              <a:gd name="connsiteY196" fmla="*/ 0 h 3102054"/>
              <a:gd name="connsiteX197" fmla="*/ 10431464 w 12192000"/>
              <a:gd name="connsiteY197" fmla="*/ 3175 h 3102054"/>
              <a:gd name="connsiteX198" fmla="*/ 10491788 w 12192000"/>
              <a:gd name="connsiteY198" fmla="*/ 9525 h 3102054"/>
              <a:gd name="connsiteX199" fmla="*/ 10544176 w 12192000"/>
              <a:gd name="connsiteY199" fmla="*/ 20637 h 3102054"/>
              <a:gd name="connsiteX200" fmla="*/ 10590214 w 12192000"/>
              <a:gd name="connsiteY200" fmla="*/ 36512 h 3102054"/>
              <a:gd name="connsiteX201" fmla="*/ 10631488 w 12192000"/>
              <a:gd name="connsiteY201" fmla="*/ 52387 h 3102054"/>
              <a:gd name="connsiteX202" fmla="*/ 10668000 w 12192000"/>
              <a:gd name="connsiteY202" fmla="*/ 68262 h 3102054"/>
              <a:gd name="connsiteX203" fmla="*/ 10706100 w 12192000"/>
              <a:gd name="connsiteY203" fmla="*/ 87312 h 3102054"/>
              <a:gd name="connsiteX204" fmla="*/ 10744200 w 12192000"/>
              <a:gd name="connsiteY204" fmla="*/ 106362 h 3102054"/>
              <a:gd name="connsiteX205" fmla="*/ 10780714 w 12192000"/>
              <a:gd name="connsiteY205" fmla="*/ 125412 h 3102054"/>
              <a:gd name="connsiteX206" fmla="*/ 10821988 w 12192000"/>
              <a:gd name="connsiteY206" fmla="*/ 141287 h 3102054"/>
              <a:gd name="connsiteX207" fmla="*/ 10868026 w 12192000"/>
              <a:gd name="connsiteY207" fmla="*/ 155575 h 3102054"/>
              <a:gd name="connsiteX208" fmla="*/ 10920414 w 12192000"/>
              <a:gd name="connsiteY208" fmla="*/ 166687 h 3102054"/>
              <a:gd name="connsiteX209" fmla="*/ 10980738 w 12192000"/>
              <a:gd name="connsiteY209" fmla="*/ 174625 h 3102054"/>
              <a:gd name="connsiteX210" fmla="*/ 11049000 w 12192000"/>
              <a:gd name="connsiteY210" fmla="*/ 176212 h 3102054"/>
              <a:gd name="connsiteX211" fmla="*/ 11117264 w 12192000"/>
              <a:gd name="connsiteY211" fmla="*/ 174625 h 3102054"/>
              <a:gd name="connsiteX212" fmla="*/ 11177588 w 12192000"/>
              <a:gd name="connsiteY212" fmla="*/ 166687 h 3102054"/>
              <a:gd name="connsiteX213" fmla="*/ 11229976 w 12192000"/>
              <a:gd name="connsiteY213" fmla="*/ 155575 h 3102054"/>
              <a:gd name="connsiteX214" fmla="*/ 11276014 w 12192000"/>
              <a:gd name="connsiteY214" fmla="*/ 141287 h 3102054"/>
              <a:gd name="connsiteX215" fmla="*/ 11317288 w 12192000"/>
              <a:gd name="connsiteY215" fmla="*/ 125412 h 3102054"/>
              <a:gd name="connsiteX216" fmla="*/ 11353800 w 12192000"/>
              <a:gd name="connsiteY216" fmla="*/ 106362 h 3102054"/>
              <a:gd name="connsiteX217" fmla="*/ 11391900 w 12192000"/>
              <a:gd name="connsiteY217" fmla="*/ 87312 h 3102054"/>
              <a:gd name="connsiteX218" fmla="*/ 11430000 w 12192000"/>
              <a:gd name="connsiteY218" fmla="*/ 68263 h 3102054"/>
              <a:gd name="connsiteX219" fmla="*/ 11466514 w 12192000"/>
              <a:gd name="connsiteY219" fmla="*/ 52388 h 3102054"/>
              <a:gd name="connsiteX220" fmla="*/ 11507788 w 12192000"/>
              <a:gd name="connsiteY220" fmla="*/ 36513 h 3102054"/>
              <a:gd name="connsiteX221" fmla="*/ 11553826 w 12192000"/>
              <a:gd name="connsiteY221" fmla="*/ 20638 h 3102054"/>
              <a:gd name="connsiteX222" fmla="*/ 11606214 w 12192000"/>
              <a:gd name="connsiteY222" fmla="*/ 9525 h 3102054"/>
              <a:gd name="connsiteX223" fmla="*/ 11666538 w 12192000"/>
              <a:gd name="connsiteY223" fmla="*/ 3175 h 3102054"/>
              <a:gd name="connsiteX224" fmla="*/ 11734800 w 12192000"/>
              <a:gd name="connsiteY224" fmla="*/ 0 h 3102054"/>
              <a:gd name="connsiteX225" fmla="*/ 11803064 w 12192000"/>
              <a:gd name="connsiteY225" fmla="*/ 3175 h 3102054"/>
              <a:gd name="connsiteX226" fmla="*/ 11863388 w 12192000"/>
              <a:gd name="connsiteY226" fmla="*/ 9525 h 3102054"/>
              <a:gd name="connsiteX227" fmla="*/ 11915776 w 12192000"/>
              <a:gd name="connsiteY227" fmla="*/ 20638 h 3102054"/>
              <a:gd name="connsiteX228" fmla="*/ 11961814 w 12192000"/>
              <a:gd name="connsiteY228" fmla="*/ 36513 h 3102054"/>
              <a:gd name="connsiteX229" fmla="*/ 12003088 w 12192000"/>
              <a:gd name="connsiteY229" fmla="*/ 52388 h 3102054"/>
              <a:gd name="connsiteX230" fmla="*/ 12039600 w 12192000"/>
              <a:gd name="connsiteY230" fmla="*/ 68263 h 3102054"/>
              <a:gd name="connsiteX231" fmla="*/ 12077700 w 12192000"/>
              <a:gd name="connsiteY231" fmla="*/ 87313 h 3102054"/>
              <a:gd name="connsiteX232" fmla="*/ 12115800 w 12192000"/>
              <a:gd name="connsiteY232" fmla="*/ 106363 h 3102054"/>
              <a:gd name="connsiteX233" fmla="*/ 12152314 w 12192000"/>
              <a:gd name="connsiteY233" fmla="*/ 125413 h 3102054"/>
              <a:gd name="connsiteX234" fmla="*/ 12192000 w 12192000"/>
              <a:gd name="connsiteY234" fmla="*/ 140677 h 3102054"/>
              <a:gd name="connsiteX235" fmla="*/ 12192000 w 12192000"/>
              <a:gd name="connsiteY235" fmla="*/ 885826 h 3102054"/>
              <a:gd name="connsiteX236" fmla="*/ 12191999 w 12192000"/>
              <a:gd name="connsiteY236" fmla="*/ 885826 h 3102054"/>
              <a:gd name="connsiteX237" fmla="*/ 12191999 w 12192000"/>
              <a:gd name="connsiteY237" fmla="*/ 3102054 h 3102054"/>
              <a:gd name="connsiteX238" fmla="*/ 0 w 12192000"/>
              <a:gd name="connsiteY238" fmla="*/ 3102054 h 3102054"/>
              <a:gd name="connsiteX239" fmla="*/ 0 w 12192000"/>
              <a:gd name="connsiteY239" fmla="*/ 638254 h 3102054"/>
              <a:gd name="connsiteX240" fmla="*/ 1 w 12192000"/>
              <a:gd name="connsiteY240" fmla="*/ 638254 h 3102054"/>
              <a:gd name="connsiteX241" fmla="*/ 1 w 12192000"/>
              <a:gd name="connsiteY241" fmla="*/ 176212 h 3102054"/>
              <a:gd name="connsiteX242" fmla="*/ 68264 w 12192000"/>
              <a:gd name="connsiteY242" fmla="*/ 174625 h 3102054"/>
              <a:gd name="connsiteX243" fmla="*/ 128589 w 12192000"/>
              <a:gd name="connsiteY243" fmla="*/ 166687 h 3102054"/>
              <a:gd name="connsiteX244" fmla="*/ 180976 w 12192000"/>
              <a:gd name="connsiteY244" fmla="*/ 155575 h 3102054"/>
              <a:gd name="connsiteX245" fmla="*/ 227014 w 12192000"/>
              <a:gd name="connsiteY245" fmla="*/ 141287 h 3102054"/>
              <a:gd name="connsiteX246" fmla="*/ 268289 w 12192000"/>
              <a:gd name="connsiteY246" fmla="*/ 125412 h 3102054"/>
              <a:gd name="connsiteX247" fmla="*/ 304801 w 12192000"/>
              <a:gd name="connsiteY247" fmla="*/ 106362 h 3102054"/>
              <a:gd name="connsiteX248" fmla="*/ 342901 w 12192000"/>
              <a:gd name="connsiteY248" fmla="*/ 87312 h 3102054"/>
              <a:gd name="connsiteX249" fmla="*/ 381001 w 12192000"/>
              <a:gd name="connsiteY249" fmla="*/ 68262 h 3102054"/>
              <a:gd name="connsiteX250" fmla="*/ 417514 w 12192000"/>
              <a:gd name="connsiteY250" fmla="*/ 52387 h 3102054"/>
              <a:gd name="connsiteX251" fmla="*/ 458789 w 12192000"/>
              <a:gd name="connsiteY251" fmla="*/ 36512 h 3102054"/>
              <a:gd name="connsiteX252" fmla="*/ 504826 w 12192000"/>
              <a:gd name="connsiteY252" fmla="*/ 20637 h 3102054"/>
              <a:gd name="connsiteX253" fmla="*/ 557214 w 12192000"/>
              <a:gd name="connsiteY253" fmla="*/ 9525 h 3102054"/>
              <a:gd name="connsiteX254" fmla="*/ 617539 w 12192000"/>
              <a:gd name="connsiteY254" fmla="*/ 3175 h 3102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</a:cxnLst>
            <a:rect l="l" t="t" r="r" b="b"/>
            <a:pathLst>
              <a:path w="12192000" h="3102054">
                <a:moveTo>
                  <a:pt x="685801" y="0"/>
                </a:moveTo>
                <a:lnTo>
                  <a:pt x="754064" y="3175"/>
                </a:lnTo>
                <a:lnTo>
                  <a:pt x="814389" y="9525"/>
                </a:lnTo>
                <a:lnTo>
                  <a:pt x="866776" y="20637"/>
                </a:lnTo>
                <a:lnTo>
                  <a:pt x="912814" y="36512"/>
                </a:lnTo>
                <a:lnTo>
                  <a:pt x="954089" y="52387"/>
                </a:lnTo>
                <a:lnTo>
                  <a:pt x="990601" y="68262"/>
                </a:lnTo>
                <a:lnTo>
                  <a:pt x="1028701" y="87312"/>
                </a:lnTo>
                <a:lnTo>
                  <a:pt x="1066801" y="106362"/>
                </a:lnTo>
                <a:lnTo>
                  <a:pt x="1103314" y="125412"/>
                </a:lnTo>
                <a:lnTo>
                  <a:pt x="1144589" y="141287"/>
                </a:lnTo>
                <a:lnTo>
                  <a:pt x="1190626" y="155575"/>
                </a:lnTo>
                <a:lnTo>
                  <a:pt x="1243014" y="166687"/>
                </a:lnTo>
                <a:lnTo>
                  <a:pt x="1303339" y="174625"/>
                </a:lnTo>
                <a:lnTo>
                  <a:pt x="1371601" y="176212"/>
                </a:lnTo>
                <a:lnTo>
                  <a:pt x="1439864" y="174625"/>
                </a:lnTo>
                <a:lnTo>
                  <a:pt x="1500189" y="166687"/>
                </a:lnTo>
                <a:lnTo>
                  <a:pt x="1552576" y="155575"/>
                </a:lnTo>
                <a:lnTo>
                  <a:pt x="1598614" y="141287"/>
                </a:lnTo>
                <a:lnTo>
                  <a:pt x="1639889" y="125412"/>
                </a:lnTo>
                <a:lnTo>
                  <a:pt x="1676401" y="106362"/>
                </a:lnTo>
                <a:lnTo>
                  <a:pt x="1714501" y="87312"/>
                </a:lnTo>
                <a:lnTo>
                  <a:pt x="1752601" y="68262"/>
                </a:lnTo>
                <a:lnTo>
                  <a:pt x="1789114" y="52387"/>
                </a:lnTo>
                <a:lnTo>
                  <a:pt x="1830389" y="36512"/>
                </a:lnTo>
                <a:lnTo>
                  <a:pt x="1876426" y="20637"/>
                </a:lnTo>
                <a:lnTo>
                  <a:pt x="1928814" y="9525"/>
                </a:lnTo>
                <a:lnTo>
                  <a:pt x="1989139" y="3175"/>
                </a:lnTo>
                <a:lnTo>
                  <a:pt x="2057401" y="0"/>
                </a:lnTo>
                <a:lnTo>
                  <a:pt x="2125664" y="3175"/>
                </a:lnTo>
                <a:lnTo>
                  <a:pt x="2185989" y="9525"/>
                </a:lnTo>
                <a:lnTo>
                  <a:pt x="2238376" y="20637"/>
                </a:lnTo>
                <a:lnTo>
                  <a:pt x="2284414" y="36512"/>
                </a:lnTo>
                <a:lnTo>
                  <a:pt x="2325688" y="52387"/>
                </a:lnTo>
                <a:lnTo>
                  <a:pt x="2362201" y="68262"/>
                </a:lnTo>
                <a:lnTo>
                  <a:pt x="2400301" y="87312"/>
                </a:lnTo>
                <a:lnTo>
                  <a:pt x="2438401" y="106362"/>
                </a:lnTo>
                <a:lnTo>
                  <a:pt x="2474913" y="125412"/>
                </a:lnTo>
                <a:lnTo>
                  <a:pt x="2516188" y="141287"/>
                </a:lnTo>
                <a:lnTo>
                  <a:pt x="2562226" y="155575"/>
                </a:lnTo>
                <a:lnTo>
                  <a:pt x="2614614" y="166687"/>
                </a:lnTo>
                <a:lnTo>
                  <a:pt x="2674938" y="174625"/>
                </a:lnTo>
                <a:lnTo>
                  <a:pt x="2743201" y="176212"/>
                </a:lnTo>
                <a:lnTo>
                  <a:pt x="2811464" y="174625"/>
                </a:lnTo>
                <a:lnTo>
                  <a:pt x="2871789" y="166687"/>
                </a:lnTo>
                <a:lnTo>
                  <a:pt x="2924176" y="155575"/>
                </a:lnTo>
                <a:lnTo>
                  <a:pt x="2970214" y="141287"/>
                </a:lnTo>
                <a:lnTo>
                  <a:pt x="3011489" y="125412"/>
                </a:lnTo>
                <a:lnTo>
                  <a:pt x="3048001" y="106362"/>
                </a:lnTo>
                <a:lnTo>
                  <a:pt x="3086101" y="87312"/>
                </a:lnTo>
                <a:lnTo>
                  <a:pt x="3124201" y="68262"/>
                </a:lnTo>
                <a:lnTo>
                  <a:pt x="3160714" y="52387"/>
                </a:lnTo>
                <a:lnTo>
                  <a:pt x="3201989" y="36512"/>
                </a:lnTo>
                <a:lnTo>
                  <a:pt x="3248026" y="20637"/>
                </a:lnTo>
                <a:lnTo>
                  <a:pt x="3300414" y="9525"/>
                </a:lnTo>
                <a:lnTo>
                  <a:pt x="3360739" y="3175"/>
                </a:lnTo>
                <a:lnTo>
                  <a:pt x="3427414" y="0"/>
                </a:lnTo>
                <a:lnTo>
                  <a:pt x="3497264" y="3175"/>
                </a:lnTo>
                <a:lnTo>
                  <a:pt x="3557589" y="9525"/>
                </a:lnTo>
                <a:lnTo>
                  <a:pt x="3609976" y="20637"/>
                </a:lnTo>
                <a:lnTo>
                  <a:pt x="3656014" y="36512"/>
                </a:lnTo>
                <a:lnTo>
                  <a:pt x="3697288" y="52387"/>
                </a:lnTo>
                <a:lnTo>
                  <a:pt x="3733801" y="68262"/>
                </a:lnTo>
                <a:lnTo>
                  <a:pt x="3771901" y="87312"/>
                </a:lnTo>
                <a:lnTo>
                  <a:pt x="3810001" y="106362"/>
                </a:lnTo>
                <a:lnTo>
                  <a:pt x="3846514" y="125412"/>
                </a:lnTo>
                <a:lnTo>
                  <a:pt x="3887789" y="141287"/>
                </a:lnTo>
                <a:lnTo>
                  <a:pt x="3933826" y="155575"/>
                </a:lnTo>
                <a:lnTo>
                  <a:pt x="3986214" y="166687"/>
                </a:lnTo>
                <a:lnTo>
                  <a:pt x="4046539" y="174625"/>
                </a:lnTo>
                <a:lnTo>
                  <a:pt x="4114801" y="176212"/>
                </a:lnTo>
                <a:lnTo>
                  <a:pt x="4183064" y="174625"/>
                </a:lnTo>
                <a:lnTo>
                  <a:pt x="4243388" y="166687"/>
                </a:lnTo>
                <a:lnTo>
                  <a:pt x="4295776" y="155575"/>
                </a:lnTo>
                <a:lnTo>
                  <a:pt x="4341813" y="141287"/>
                </a:lnTo>
                <a:lnTo>
                  <a:pt x="4383088" y="125412"/>
                </a:lnTo>
                <a:lnTo>
                  <a:pt x="4419601" y="106362"/>
                </a:lnTo>
                <a:lnTo>
                  <a:pt x="4495801" y="68262"/>
                </a:lnTo>
                <a:lnTo>
                  <a:pt x="4532314" y="52387"/>
                </a:lnTo>
                <a:lnTo>
                  <a:pt x="4573588" y="36512"/>
                </a:lnTo>
                <a:lnTo>
                  <a:pt x="4619626" y="20637"/>
                </a:lnTo>
                <a:lnTo>
                  <a:pt x="4672013" y="9525"/>
                </a:lnTo>
                <a:lnTo>
                  <a:pt x="4732338" y="3175"/>
                </a:lnTo>
                <a:lnTo>
                  <a:pt x="4800601" y="0"/>
                </a:lnTo>
                <a:lnTo>
                  <a:pt x="4868864" y="3175"/>
                </a:lnTo>
                <a:lnTo>
                  <a:pt x="4929188" y="9525"/>
                </a:lnTo>
                <a:lnTo>
                  <a:pt x="4981576" y="20637"/>
                </a:lnTo>
                <a:lnTo>
                  <a:pt x="5027614" y="36512"/>
                </a:lnTo>
                <a:lnTo>
                  <a:pt x="5068889" y="52387"/>
                </a:lnTo>
                <a:lnTo>
                  <a:pt x="5105402" y="68262"/>
                </a:lnTo>
                <a:lnTo>
                  <a:pt x="5143502" y="87312"/>
                </a:lnTo>
                <a:lnTo>
                  <a:pt x="5181601" y="106362"/>
                </a:lnTo>
                <a:lnTo>
                  <a:pt x="5218115" y="125412"/>
                </a:lnTo>
                <a:lnTo>
                  <a:pt x="5259388" y="141287"/>
                </a:lnTo>
                <a:lnTo>
                  <a:pt x="5305426" y="155575"/>
                </a:lnTo>
                <a:lnTo>
                  <a:pt x="5357813" y="166687"/>
                </a:lnTo>
                <a:lnTo>
                  <a:pt x="5418139" y="174625"/>
                </a:lnTo>
                <a:lnTo>
                  <a:pt x="5486401" y="176212"/>
                </a:lnTo>
                <a:lnTo>
                  <a:pt x="5554663" y="174625"/>
                </a:lnTo>
                <a:lnTo>
                  <a:pt x="5614989" y="166687"/>
                </a:lnTo>
                <a:lnTo>
                  <a:pt x="5667376" y="155575"/>
                </a:lnTo>
                <a:lnTo>
                  <a:pt x="5713414" y="141287"/>
                </a:lnTo>
                <a:lnTo>
                  <a:pt x="5754689" y="125412"/>
                </a:lnTo>
                <a:lnTo>
                  <a:pt x="5791202" y="106362"/>
                </a:lnTo>
                <a:lnTo>
                  <a:pt x="5829302" y="87312"/>
                </a:lnTo>
                <a:lnTo>
                  <a:pt x="5867402" y="68262"/>
                </a:lnTo>
                <a:lnTo>
                  <a:pt x="5903915" y="52387"/>
                </a:lnTo>
                <a:lnTo>
                  <a:pt x="5945189" y="36512"/>
                </a:lnTo>
                <a:lnTo>
                  <a:pt x="5991226" y="20637"/>
                </a:lnTo>
                <a:lnTo>
                  <a:pt x="6043614" y="9525"/>
                </a:lnTo>
                <a:lnTo>
                  <a:pt x="6103939" y="3175"/>
                </a:lnTo>
                <a:lnTo>
                  <a:pt x="6172201" y="0"/>
                </a:lnTo>
                <a:lnTo>
                  <a:pt x="6210301" y="1772"/>
                </a:lnTo>
                <a:lnTo>
                  <a:pt x="6248401" y="0"/>
                </a:lnTo>
                <a:lnTo>
                  <a:pt x="6316664" y="3175"/>
                </a:lnTo>
                <a:lnTo>
                  <a:pt x="6376989" y="9525"/>
                </a:lnTo>
                <a:lnTo>
                  <a:pt x="6429376" y="20637"/>
                </a:lnTo>
                <a:lnTo>
                  <a:pt x="6475414" y="36512"/>
                </a:lnTo>
                <a:lnTo>
                  <a:pt x="6516689" y="52387"/>
                </a:lnTo>
                <a:lnTo>
                  <a:pt x="6553202" y="68262"/>
                </a:lnTo>
                <a:lnTo>
                  <a:pt x="6591302" y="87312"/>
                </a:lnTo>
                <a:lnTo>
                  <a:pt x="6629401" y="106362"/>
                </a:lnTo>
                <a:lnTo>
                  <a:pt x="6665915" y="125412"/>
                </a:lnTo>
                <a:lnTo>
                  <a:pt x="6707189" y="141287"/>
                </a:lnTo>
                <a:lnTo>
                  <a:pt x="6753226" y="155575"/>
                </a:lnTo>
                <a:lnTo>
                  <a:pt x="6805614" y="166687"/>
                </a:lnTo>
                <a:lnTo>
                  <a:pt x="6865939" y="174625"/>
                </a:lnTo>
                <a:lnTo>
                  <a:pt x="6934201" y="176212"/>
                </a:lnTo>
                <a:lnTo>
                  <a:pt x="7002464" y="174625"/>
                </a:lnTo>
                <a:lnTo>
                  <a:pt x="7062789" y="166687"/>
                </a:lnTo>
                <a:lnTo>
                  <a:pt x="7115176" y="155575"/>
                </a:lnTo>
                <a:lnTo>
                  <a:pt x="7161214" y="141287"/>
                </a:lnTo>
                <a:lnTo>
                  <a:pt x="7202489" y="125412"/>
                </a:lnTo>
                <a:lnTo>
                  <a:pt x="7239001" y="106362"/>
                </a:lnTo>
                <a:lnTo>
                  <a:pt x="7277101" y="87312"/>
                </a:lnTo>
                <a:lnTo>
                  <a:pt x="7315201" y="68262"/>
                </a:lnTo>
                <a:lnTo>
                  <a:pt x="7351714" y="52387"/>
                </a:lnTo>
                <a:lnTo>
                  <a:pt x="7392989" y="36512"/>
                </a:lnTo>
                <a:lnTo>
                  <a:pt x="7439026" y="20637"/>
                </a:lnTo>
                <a:lnTo>
                  <a:pt x="7491414" y="9525"/>
                </a:lnTo>
                <a:lnTo>
                  <a:pt x="7551739" y="3175"/>
                </a:lnTo>
                <a:lnTo>
                  <a:pt x="7620001" y="0"/>
                </a:lnTo>
                <a:lnTo>
                  <a:pt x="7688264" y="3175"/>
                </a:lnTo>
                <a:lnTo>
                  <a:pt x="7748589" y="9525"/>
                </a:lnTo>
                <a:lnTo>
                  <a:pt x="7800976" y="20637"/>
                </a:lnTo>
                <a:lnTo>
                  <a:pt x="7847014" y="36512"/>
                </a:lnTo>
                <a:lnTo>
                  <a:pt x="7888289" y="52387"/>
                </a:lnTo>
                <a:lnTo>
                  <a:pt x="7924801" y="68262"/>
                </a:lnTo>
                <a:lnTo>
                  <a:pt x="7962901" y="87312"/>
                </a:lnTo>
                <a:lnTo>
                  <a:pt x="8001001" y="106362"/>
                </a:lnTo>
                <a:lnTo>
                  <a:pt x="8037514" y="125412"/>
                </a:lnTo>
                <a:lnTo>
                  <a:pt x="8078789" y="141287"/>
                </a:lnTo>
                <a:lnTo>
                  <a:pt x="8124826" y="155575"/>
                </a:lnTo>
                <a:lnTo>
                  <a:pt x="8177214" y="166687"/>
                </a:lnTo>
                <a:lnTo>
                  <a:pt x="8237539" y="174625"/>
                </a:lnTo>
                <a:lnTo>
                  <a:pt x="8305801" y="176212"/>
                </a:lnTo>
                <a:lnTo>
                  <a:pt x="8374064" y="174625"/>
                </a:lnTo>
                <a:lnTo>
                  <a:pt x="8434388" y="166687"/>
                </a:lnTo>
                <a:lnTo>
                  <a:pt x="8486776" y="155575"/>
                </a:lnTo>
                <a:lnTo>
                  <a:pt x="8532814" y="141287"/>
                </a:lnTo>
                <a:lnTo>
                  <a:pt x="8574088" y="125412"/>
                </a:lnTo>
                <a:lnTo>
                  <a:pt x="8610600" y="106362"/>
                </a:lnTo>
                <a:lnTo>
                  <a:pt x="8648700" y="87312"/>
                </a:lnTo>
                <a:lnTo>
                  <a:pt x="8686800" y="68262"/>
                </a:lnTo>
                <a:lnTo>
                  <a:pt x="8723314" y="52387"/>
                </a:lnTo>
                <a:lnTo>
                  <a:pt x="8764588" y="36512"/>
                </a:lnTo>
                <a:lnTo>
                  <a:pt x="8810626" y="20637"/>
                </a:lnTo>
                <a:lnTo>
                  <a:pt x="8863014" y="9525"/>
                </a:lnTo>
                <a:lnTo>
                  <a:pt x="8923338" y="3175"/>
                </a:lnTo>
                <a:lnTo>
                  <a:pt x="8990014" y="0"/>
                </a:lnTo>
                <a:lnTo>
                  <a:pt x="9059864" y="3175"/>
                </a:lnTo>
                <a:lnTo>
                  <a:pt x="9120188" y="9525"/>
                </a:lnTo>
                <a:lnTo>
                  <a:pt x="9172576" y="20637"/>
                </a:lnTo>
                <a:lnTo>
                  <a:pt x="9218614" y="36512"/>
                </a:lnTo>
                <a:lnTo>
                  <a:pt x="9259888" y="52387"/>
                </a:lnTo>
                <a:lnTo>
                  <a:pt x="9296400" y="68262"/>
                </a:lnTo>
                <a:lnTo>
                  <a:pt x="9334500" y="87312"/>
                </a:lnTo>
                <a:lnTo>
                  <a:pt x="9372600" y="106362"/>
                </a:lnTo>
                <a:lnTo>
                  <a:pt x="9409114" y="125412"/>
                </a:lnTo>
                <a:lnTo>
                  <a:pt x="9450388" y="141287"/>
                </a:lnTo>
                <a:lnTo>
                  <a:pt x="9496426" y="155575"/>
                </a:lnTo>
                <a:lnTo>
                  <a:pt x="9548814" y="166687"/>
                </a:lnTo>
                <a:lnTo>
                  <a:pt x="9609138" y="174625"/>
                </a:lnTo>
                <a:lnTo>
                  <a:pt x="9677400" y="176212"/>
                </a:lnTo>
                <a:lnTo>
                  <a:pt x="9745664" y="174625"/>
                </a:lnTo>
                <a:lnTo>
                  <a:pt x="9805988" y="166687"/>
                </a:lnTo>
                <a:lnTo>
                  <a:pt x="9858376" y="155575"/>
                </a:lnTo>
                <a:lnTo>
                  <a:pt x="9904414" y="141287"/>
                </a:lnTo>
                <a:lnTo>
                  <a:pt x="9945688" y="125412"/>
                </a:lnTo>
                <a:lnTo>
                  <a:pt x="9982200" y="106362"/>
                </a:lnTo>
                <a:lnTo>
                  <a:pt x="10058400" y="68262"/>
                </a:lnTo>
                <a:lnTo>
                  <a:pt x="10094914" y="52387"/>
                </a:lnTo>
                <a:lnTo>
                  <a:pt x="10136188" y="36512"/>
                </a:lnTo>
                <a:lnTo>
                  <a:pt x="10182226" y="20637"/>
                </a:lnTo>
                <a:lnTo>
                  <a:pt x="10234614" y="9525"/>
                </a:lnTo>
                <a:lnTo>
                  <a:pt x="10294938" y="3175"/>
                </a:lnTo>
                <a:lnTo>
                  <a:pt x="10363200" y="0"/>
                </a:lnTo>
                <a:lnTo>
                  <a:pt x="10431464" y="3175"/>
                </a:lnTo>
                <a:lnTo>
                  <a:pt x="10491788" y="9525"/>
                </a:lnTo>
                <a:lnTo>
                  <a:pt x="10544176" y="20637"/>
                </a:lnTo>
                <a:lnTo>
                  <a:pt x="10590214" y="36512"/>
                </a:lnTo>
                <a:lnTo>
                  <a:pt x="10631488" y="52387"/>
                </a:lnTo>
                <a:lnTo>
                  <a:pt x="10668000" y="68262"/>
                </a:lnTo>
                <a:lnTo>
                  <a:pt x="10706100" y="87312"/>
                </a:lnTo>
                <a:lnTo>
                  <a:pt x="10744200" y="106362"/>
                </a:lnTo>
                <a:lnTo>
                  <a:pt x="10780714" y="125412"/>
                </a:lnTo>
                <a:lnTo>
                  <a:pt x="10821988" y="141287"/>
                </a:lnTo>
                <a:lnTo>
                  <a:pt x="10868026" y="155575"/>
                </a:lnTo>
                <a:lnTo>
                  <a:pt x="10920414" y="166687"/>
                </a:lnTo>
                <a:lnTo>
                  <a:pt x="10980738" y="174625"/>
                </a:lnTo>
                <a:lnTo>
                  <a:pt x="11049000" y="176212"/>
                </a:lnTo>
                <a:lnTo>
                  <a:pt x="11117264" y="174625"/>
                </a:lnTo>
                <a:lnTo>
                  <a:pt x="11177588" y="166687"/>
                </a:lnTo>
                <a:lnTo>
                  <a:pt x="11229976" y="155575"/>
                </a:lnTo>
                <a:lnTo>
                  <a:pt x="11276014" y="141287"/>
                </a:lnTo>
                <a:lnTo>
                  <a:pt x="11317288" y="125412"/>
                </a:lnTo>
                <a:lnTo>
                  <a:pt x="11353800" y="106362"/>
                </a:lnTo>
                <a:lnTo>
                  <a:pt x="11391900" y="87312"/>
                </a:lnTo>
                <a:lnTo>
                  <a:pt x="11430000" y="68263"/>
                </a:lnTo>
                <a:lnTo>
                  <a:pt x="11466514" y="52388"/>
                </a:lnTo>
                <a:lnTo>
                  <a:pt x="11507788" y="36513"/>
                </a:lnTo>
                <a:lnTo>
                  <a:pt x="11553826" y="20638"/>
                </a:lnTo>
                <a:lnTo>
                  <a:pt x="11606214" y="9525"/>
                </a:lnTo>
                <a:lnTo>
                  <a:pt x="11666538" y="3175"/>
                </a:lnTo>
                <a:lnTo>
                  <a:pt x="11734800" y="0"/>
                </a:lnTo>
                <a:lnTo>
                  <a:pt x="11803064" y="3175"/>
                </a:lnTo>
                <a:lnTo>
                  <a:pt x="11863388" y="9525"/>
                </a:lnTo>
                <a:lnTo>
                  <a:pt x="11915776" y="20638"/>
                </a:lnTo>
                <a:lnTo>
                  <a:pt x="11961814" y="36513"/>
                </a:lnTo>
                <a:lnTo>
                  <a:pt x="12003088" y="52388"/>
                </a:lnTo>
                <a:lnTo>
                  <a:pt x="12039600" y="68263"/>
                </a:lnTo>
                <a:lnTo>
                  <a:pt x="12077700" y="87313"/>
                </a:lnTo>
                <a:lnTo>
                  <a:pt x="12115800" y="106363"/>
                </a:lnTo>
                <a:lnTo>
                  <a:pt x="12152314" y="125413"/>
                </a:lnTo>
                <a:lnTo>
                  <a:pt x="12192000" y="140677"/>
                </a:lnTo>
                <a:lnTo>
                  <a:pt x="12192000" y="885826"/>
                </a:lnTo>
                <a:lnTo>
                  <a:pt x="12191999" y="885826"/>
                </a:lnTo>
                <a:lnTo>
                  <a:pt x="12191999" y="3102054"/>
                </a:lnTo>
                <a:lnTo>
                  <a:pt x="0" y="3102054"/>
                </a:lnTo>
                <a:lnTo>
                  <a:pt x="0" y="638254"/>
                </a:lnTo>
                <a:lnTo>
                  <a:pt x="1" y="638254"/>
                </a:lnTo>
                <a:lnTo>
                  <a:pt x="1" y="176212"/>
                </a:lnTo>
                <a:lnTo>
                  <a:pt x="68264" y="174625"/>
                </a:lnTo>
                <a:lnTo>
                  <a:pt x="128589" y="166687"/>
                </a:lnTo>
                <a:lnTo>
                  <a:pt x="180976" y="155575"/>
                </a:lnTo>
                <a:lnTo>
                  <a:pt x="227014" y="141287"/>
                </a:lnTo>
                <a:lnTo>
                  <a:pt x="268289" y="125412"/>
                </a:lnTo>
                <a:lnTo>
                  <a:pt x="304801" y="106362"/>
                </a:lnTo>
                <a:lnTo>
                  <a:pt x="342901" y="87312"/>
                </a:lnTo>
                <a:lnTo>
                  <a:pt x="381001" y="68262"/>
                </a:lnTo>
                <a:lnTo>
                  <a:pt x="417514" y="52387"/>
                </a:lnTo>
                <a:lnTo>
                  <a:pt x="458789" y="36512"/>
                </a:lnTo>
                <a:lnTo>
                  <a:pt x="504826" y="20637"/>
                </a:lnTo>
                <a:lnTo>
                  <a:pt x="557214" y="9525"/>
                </a:lnTo>
                <a:lnTo>
                  <a:pt x="617539" y="317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5B37BD4-B6AB-236D-C2D5-381256350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376" y="4292599"/>
            <a:ext cx="8011248" cy="146577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/>
            <a:r>
              <a:rPr lang="en-US" sz="5200" spc="800">
                <a:solidFill>
                  <a:schemeClr val="bg1"/>
                </a:solidFill>
              </a:rPr>
              <a:t>Il lavoro su git</a:t>
            </a:r>
          </a:p>
        </p:txBody>
      </p:sp>
      <p:pic>
        <p:nvPicPr>
          <p:cNvPr id="17" name="Immagine 16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2FC13C1B-9DEE-4641-EE18-33FC5BE030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703" y="1013286"/>
            <a:ext cx="4057646" cy="1856372"/>
          </a:xfrm>
          <a:prstGeom prst="rect">
            <a:avLst/>
          </a:prstGeom>
        </p:spPr>
      </p:pic>
      <p:pic>
        <p:nvPicPr>
          <p:cNvPr id="15" name="Immagine 14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BD0AB463-2C95-7E86-3A83-478A84340B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2648" y="1010401"/>
            <a:ext cx="4048128" cy="1862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9221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CE73E9-AB65-6F46-474E-3CC48C062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6">
            <a:extLst>
              <a:ext uri="{FF2B5EF4-FFF2-40B4-BE49-F238E27FC236}">
                <a16:creationId xmlns:a16="http://schemas.microsoft.com/office/drawing/2014/main" id="{19B2D491-ACB8-E4CF-0BBB-AE5155C13E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2667762" y="630936"/>
            <a:ext cx="3926681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it-IT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5EB0ABB-1497-694A-35B7-76D746E310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5C40A03-A1B8-0F3C-ABD4-24F535214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9143999" cy="4292600"/>
          </a:xfrm>
          <a:prstGeom prst="rect">
            <a:avLst/>
          </a:pr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0639533-FE89-24AD-C7A2-B7954357CC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755946"/>
            <a:ext cx="9143999" cy="3102054"/>
          </a:xfrm>
          <a:custGeom>
            <a:avLst/>
            <a:gdLst>
              <a:gd name="connsiteX0" fmla="*/ 685801 w 12192000"/>
              <a:gd name="connsiteY0" fmla="*/ 0 h 3102054"/>
              <a:gd name="connsiteX1" fmla="*/ 754064 w 12192000"/>
              <a:gd name="connsiteY1" fmla="*/ 3175 h 3102054"/>
              <a:gd name="connsiteX2" fmla="*/ 814389 w 12192000"/>
              <a:gd name="connsiteY2" fmla="*/ 9525 h 3102054"/>
              <a:gd name="connsiteX3" fmla="*/ 866776 w 12192000"/>
              <a:gd name="connsiteY3" fmla="*/ 20637 h 3102054"/>
              <a:gd name="connsiteX4" fmla="*/ 912814 w 12192000"/>
              <a:gd name="connsiteY4" fmla="*/ 36512 h 3102054"/>
              <a:gd name="connsiteX5" fmla="*/ 954089 w 12192000"/>
              <a:gd name="connsiteY5" fmla="*/ 52387 h 3102054"/>
              <a:gd name="connsiteX6" fmla="*/ 990601 w 12192000"/>
              <a:gd name="connsiteY6" fmla="*/ 68262 h 3102054"/>
              <a:gd name="connsiteX7" fmla="*/ 1028701 w 12192000"/>
              <a:gd name="connsiteY7" fmla="*/ 87312 h 3102054"/>
              <a:gd name="connsiteX8" fmla="*/ 1066801 w 12192000"/>
              <a:gd name="connsiteY8" fmla="*/ 106362 h 3102054"/>
              <a:gd name="connsiteX9" fmla="*/ 1103314 w 12192000"/>
              <a:gd name="connsiteY9" fmla="*/ 125412 h 3102054"/>
              <a:gd name="connsiteX10" fmla="*/ 1144589 w 12192000"/>
              <a:gd name="connsiteY10" fmla="*/ 141287 h 3102054"/>
              <a:gd name="connsiteX11" fmla="*/ 1190626 w 12192000"/>
              <a:gd name="connsiteY11" fmla="*/ 155575 h 3102054"/>
              <a:gd name="connsiteX12" fmla="*/ 1243014 w 12192000"/>
              <a:gd name="connsiteY12" fmla="*/ 166687 h 3102054"/>
              <a:gd name="connsiteX13" fmla="*/ 1303339 w 12192000"/>
              <a:gd name="connsiteY13" fmla="*/ 174625 h 3102054"/>
              <a:gd name="connsiteX14" fmla="*/ 1371601 w 12192000"/>
              <a:gd name="connsiteY14" fmla="*/ 176212 h 3102054"/>
              <a:gd name="connsiteX15" fmla="*/ 1439864 w 12192000"/>
              <a:gd name="connsiteY15" fmla="*/ 174625 h 3102054"/>
              <a:gd name="connsiteX16" fmla="*/ 1500189 w 12192000"/>
              <a:gd name="connsiteY16" fmla="*/ 166687 h 3102054"/>
              <a:gd name="connsiteX17" fmla="*/ 1552576 w 12192000"/>
              <a:gd name="connsiteY17" fmla="*/ 155575 h 3102054"/>
              <a:gd name="connsiteX18" fmla="*/ 1598614 w 12192000"/>
              <a:gd name="connsiteY18" fmla="*/ 141287 h 3102054"/>
              <a:gd name="connsiteX19" fmla="*/ 1639889 w 12192000"/>
              <a:gd name="connsiteY19" fmla="*/ 125412 h 3102054"/>
              <a:gd name="connsiteX20" fmla="*/ 1676401 w 12192000"/>
              <a:gd name="connsiteY20" fmla="*/ 106362 h 3102054"/>
              <a:gd name="connsiteX21" fmla="*/ 1714501 w 12192000"/>
              <a:gd name="connsiteY21" fmla="*/ 87312 h 3102054"/>
              <a:gd name="connsiteX22" fmla="*/ 1752601 w 12192000"/>
              <a:gd name="connsiteY22" fmla="*/ 68262 h 3102054"/>
              <a:gd name="connsiteX23" fmla="*/ 1789114 w 12192000"/>
              <a:gd name="connsiteY23" fmla="*/ 52387 h 3102054"/>
              <a:gd name="connsiteX24" fmla="*/ 1830389 w 12192000"/>
              <a:gd name="connsiteY24" fmla="*/ 36512 h 3102054"/>
              <a:gd name="connsiteX25" fmla="*/ 1876426 w 12192000"/>
              <a:gd name="connsiteY25" fmla="*/ 20637 h 3102054"/>
              <a:gd name="connsiteX26" fmla="*/ 1928814 w 12192000"/>
              <a:gd name="connsiteY26" fmla="*/ 9525 h 3102054"/>
              <a:gd name="connsiteX27" fmla="*/ 1989139 w 12192000"/>
              <a:gd name="connsiteY27" fmla="*/ 3175 h 3102054"/>
              <a:gd name="connsiteX28" fmla="*/ 2057401 w 12192000"/>
              <a:gd name="connsiteY28" fmla="*/ 0 h 3102054"/>
              <a:gd name="connsiteX29" fmla="*/ 2125664 w 12192000"/>
              <a:gd name="connsiteY29" fmla="*/ 3175 h 3102054"/>
              <a:gd name="connsiteX30" fmla="*/ 2185989 w 12192000"/>
              <a:gd name="connsiteY30" fmla="*/ 9525 h 3102054"/>
              <a:gd name="connsiteX31" fmla="*/ 2238376 w 12192000"/>
              <a:gd name="connsiteY31" fmla="*/ 20637 h 3102054"/>
              <a:gd name="connsiteX32" fmla="*/ 2284414 w 12192000"/>
              <a:gd name="connsiteY32" fmla="*/ 36512 h 3102054"/>
              <a:gd name="connsiteX33" fmla="*/ 2325688 w 12192000"/>
              <a:gd name="connsiteY33" fmla="*/ 52387 h 3102054"/>
              <a:gd name="connsiteX34" fmla="*/ 2362201 w 12192000"/>
              <a:gd name="connsiteY34" fmla="*/ 68262 h 3102054"/>
              <a:gd name="connsiteX35" fmla="*/ 2400301 w 12192000"/>
              <a:gd name="connsiteY35" fmla="*/ 87312 h 3102054"/>
              <a:gd name="connsiteX36" fmla="*/ 2438401 w 12192000"/>
              <a:gd name="connsiteY36" fmla="*/ 106362 h 3102054"/>
              <a:gd name="connsiteX37" fmla="*/ 2474913 w 12192000"/>
              <a:gd name="connsiteY37" fmla="*/ 125412 h 3102054"/>
              <a:gd name="connsiteX38" fmla="*/ 2516188 w 12192000"/>
              <a:gd name="connsiteY38" fmla="*/ 141287 h 3102054"/>
              <a:gd name="connsiteX39" fmla="*/ 2562226 w 12192000"/>
              <a:gd name="connsiteY39" fmla="*/ 155575 h 3102054"/>
              <a:gd name="connsiteX40" fmla="*/ 2614614 w 12192000"/>
              <a:gd name="connsiteY40" fmla="*/ 166687 h 3102054"/>
              <a:gd name="connsiteX41" fmla="*/ 2674938 w 12192000"/>
              <a:gd name="connsiteY41" fmla="*/ 174625 h 3102054"/>
              <a:gd name="connsiteX42" fmla="*/ 2743201 w 12192000"/>
              <a:gd name="connsiteY42" fmla="*/ 176212 h 3102054"/>
              <a:gd name="connsiteX43" fmla="*/ 2811464 w 12192000"/>
              <a:gd name="connsiteY43" fmla="*/ 174625 h 3102054"/>
              <a:gd name="connsiteX44" fmla="*/ 2871789 w 12192000"/>
              <a:gd name="connsiteY44" fmla="*/ 166687 h 3102054"/>
              <a:gd name="connsiteX45" fmla="*/ 2924176 w 12192000"/>
              <a:gd name="connsiteY45" fmla="*/ 155575 h 3102054"/>
              <a:gd name="connsiteX46" fmla="*/ 2970214 w 12192000"/>
              <a:gd name="connsiteY46" fmla="*/ 141287 h 3102054"/>
              <a:gd name="connsiteX47" fmla="*/ 3011489 w 12192000"/>
              <a:gd name="connsiteY47" fmla="*/ 125412 h 3102054"/>
              <a:gd name="connsiteX48" fmla="*/ 3048001 w 12192000"/>
              <a:gd name="connsiteY48" fmla="*/ 106362 h 3102054"/>
              <a:gd name="connsiteX49" fmla="*/ 3086101 w 12192000"/>
              <a:gd name="connsiteY49" fmla="*/ 87312 h 3102054"/>
              <a:gd name="connsiteX50" fmla="*/ 3124201 w 12192000"/>
              <a:gd name="connsiteY50" fmla="*/ 68262 h 3102054"/>
              <a:gd name="connsiteX51" fmla="*/ 3160714 w 12192000"/>
              <a:gd name="connsiteY51" fmla="*/ 52387 h 3102054"/>
              <a:gd name="connsiteX52" fmla="*/ 3201989 w 12192000"/>
              <a:gd name="connsiteY52" fmla="*/ 36512 h 3102054"/>
              <a:gd name="connsiteX53" fmla="*/ 3248026 w 12192000"/>
              <a:gd name="connsiteY53" fmla="*/ 20637 h 3102054"/>
              <a:gd name="connsiteX54" fmla="*/ 3300414 w 12192000"/>
              <a:gd name="connsiteY54" fmla="*/ 9525 h 3102054"/>
              <a:gd name="connsiteX55" fmla="*/ 3360739 w 12192000"/>
              <a:gd name="connsiteY55" fmla="*/ 3175 h 3102054"/>
              <a:gd name="connsiteX56" fmla="*/ 3427414 w 12192000"/>
              <a:gd name="connsiteY56" fmla="*/ 0 h 3102054"/>
              <a:gd name="connsiteX57" fmla="*/ 3497264 w 12192000"/>
              <a:gd name="connsiteY57" fmla="*/ 3175 h 3102054"/>
              <a:gd name="connsiteX58" fmla="*/ 3557589 w 12192000"/>
              <a:gd name="connsiteY58" fmla="*/ 9525 h 3102054"/>
              <a:gd name="connsiteX59" fmla="*/ 3609976 w 12192000"/>
              <a:gd name="connsiteY59" fmla="*/ 20637 h 3102054"/>
              <a:gd name="connsiteX60" fmla="*/ 3656014 w 12192000"/>
              <a:gd name="connsiteY60" fmla="*/ 36512 h 3102054"/>
              <a:gd name="connsiteX61" fmla="*/ 3697288 w 12192000"/>
              <a:gd name="connsiteY61" fmla="*/ 52387 h 3102054"/>
              <a:gd name="connsiteX62" fmla="*/ 3733801 w 12192000"/>
              <a:gd name="connsiteY62" fmla="*/ 68262 h 3102054"/>
              <a:gd name="connsiteX63" fmla="*/ 3771901 w 12192000"/>
              <a:gd name="connsiteY63" fmla="*/ 87312 h 3102054"/>
              <a:gd name="connsiteX64" fmla="*/ 3810001 w 12192000"/>
              <a:gd name="connsiteY64" fmla="*/ 106362 h 3102054"/>
              <a:gd name="connsiteX65" fmla="*/ 3846514 w 12192000"/>
              <a:gd name="connsiteY65" fmla="*/ 125412 h 3102054"/>
              <a:gd name="connsiteX66" fmla="*/ 3887789 w 12192000"/>
              <a:gd name="connsiteY66" fmla="*/ 141287 h 3102054"/>
              <a:gd name="connsiteX67" fmla="*/ 3933826 w 12192000"/>
              <a:gd name="connsiteY67" fmla="*/ 155575 h 3102054"/>
              <a:gd name="connsiteX68" fmla="*/ 3986214 w 12192000"/>
              <a:gd name="connsiteY68" fmla="*/ 166687 h 3102054"/>
              <a:gd name="connsiteX69" fmla="*/ 4046539 w 12192000"/>
              <a:gd name="connsiteY69" fmla="*/ 174625 h 3102054"/>
              <a:gd name="connsiteX70" fmla="*/ 4114801 w 12192000"/>
              <a:gd name="connsiteY70" fmla="*/ 176212 h 3102054"/>
              <a:gd name="connsiteX71" fmla="*/ 4183064 w 12192000"/>
              <a:gd name="connsiteY71" fmla="*/ 174625 h 3102054"/>
              <a:gd name="connsiteX72" fmla="*/ 4243388 w 12192000"/>
              <a:gd name="connsiteY72" fmla="*/ 166687 h 3102054"/>
              <a:gd name="connsiteX73" fmla="*/ 4295776 w 12192000"/>
              <a:gd name="connsiteY73" fmla="*/ 155575 h 3102054"/>
              <a:gd name="connsiteX74" fmla="*/ 4341813 w 12192000"/>
              <a:gd name="connsiteY74" fmla="*/ 141287 h 3102054"/>
              <a:gd name="connsiteX75" fmla="*/ 4383088 w 12192000"/>
              <a:gd name="connsiteY75" fmla="*/ 125412 h 3102054"/>
              <a:gd name="connsiteX76" fmla="*/ 4419601 w 12192000"/>
              <a:gd name="connsiteY76" fmla="*/ 106362 h 3102054"/>
              <a:gd name="connsiteX77" fmla="*/ 4495801 w 12192000"/>
              <a:gd name="connsiteY77" fmla="*/ 68262 h 3102054"/>
              <a:gd name="connsiteX78" fmla="*/ 4532314 w 12192000"/>
              <a:gd name="connsiteY78" fmla="*/ 52387 h 3102054"/>
              <a:gd name="connsiteX79" fmla="*/ 4573588 w 12192000"/>
              <a:gd name="connsiteY79" fmla="*/ 36512 h 3102054"/>
              <a:gd name="connsiteX80" fmla="*/ 4619626 w 12192000"/>
              <a:gd name="connsiteY80" fmla="*/ 20637 h 3102054"/>
              <a:gd name="connsiteX81" fmla="*/ 4672013 w 12192000"/>
              <a:gd name="connsiteY81" fmla="*/ 9525 h 3102054"/>
              <a:gd name="connsiteX82" fmla="*/ 4732338 w 12192000"/>
              <a:gd name="connsiteY82" fmla="*/ 3175 h 3102054"/>
              <a:gd name="connsiteX83" fmla="*/ 4800601 w 12192000"/>
              <a:gd name="connsiteY83" fmla="*/ 0 h 3102054"/>
              <a:gd name="connsiteX84" fmla="*/ 4868864 w 12192000"/>
              <a:gd name="connsiteY84" fmla="*/ 3175 h 3102054"/>
              <a:gd name="connsiteX85" fmla="*/ 4929188 w 12192000"/>
              <a:gd name="connsiteY85" fmla="*/ 9525 h 3102054"/>
              <a:gd name="connsiteX86" fmla="*/ 4981576 w 12192000"/>
              <a:gd name="connsiteY86" fmla="*/ 20637 h 3102054"/>
              <a:gd name="connsiteX87" fmla="*/ 5027614 w 12192000"/>
              <a:gd name="connsiteY87" fmla="*/ 36512 h 3102054"/>
              <a:gd name="connsiteX88" fmla="*/ 5068889 w 12192000"/>
              <a:gd name="connsiteY88" fmla="*/ 52387 h 3102054"/>
              <a:gd name="connsiteX89" fmla="*/ 5105402 w 12192000"/>
              <a:gd name="connsiteY89" fmla="*/ 68262 h 3102054"/>
              <a:gd name="connsiteX90" fmla="*/ 5143502 w 12192000"/>
              <a:gd name="connsiteY90" fmla="*/ 87312 h 3102054"/>
              <a:gd name="connsiteX91" fmla="*/ 5181601 w 12192000"/>
              <a:gd name="connsiteY91" fmla="*/ 106362 h 3102054"/>
              <a:gd name="connsiteX92" fmla="*/ 5218115 w 12192000"/>
              <a:gd name="connsiteY92" fmla="*/ 125412 h 3102054"/>
              <a:gd name="connsiteX93" fmla="*/ 5259388 w 12192000"/>
              <a:gd name="connsiteY93" fmla="*/ 141287 h 3102054"/>
              <a:gd name="connsiteX94" fmla="*/ 5305426 w 12192000"/>
              <a:gd name="connsiteY94" fmla="*/ 155575 h 3102054"/>
              <a:gd name="connsiteX95" fmla="*/ 5357813 w 12192000"/>
              <a:gd name="connsiteY95" fmla="*/ 166687 h 3102054"/>
              <a:gd name="connsiteX96" fmla="*/ 5418139 w 12192000"/>
              <a:gd name="connsiteY96" fmla="*/ 174625 h 3102054"/>
              <a:gd name="connsiteX97" fmla="*/ 5486401 w 12192000"/>
              <a:gd name="connsiteY97" fmla="*/ 176212 h 3102054"/>
              <a:gd name="connsiteX98" fmla="*/ 5554663 w 12192000"/>
              <a:gd name="connsiteY98" fmla="*/ 174625 h 3102054"/>
              <a:gd name="connsiteX99" fmla="*/ 5614989 w 12192000"/>
              <a:gd name="connsiteY99" fmla="*/ 166687 h 3102054"/>
              <a:gd name="connsiteX100" fmla="*/ 5667376 w 12192000"/>
              <a:gd name="connsiteY100" fmla="*/ 155575 h 3102054"/>
              <a:gd name="connsiteX101" fmla="*/ 5713414 w 12192000"/>
              <a:gd name="connsiteY101" fmla="*/ 141287 h 3102054"/>
              <a:gd name="connsiteX102" fmla="*/ 5754689 w 12192000"/>
              <a:gd name="connsiteY102" fmla="*/ 125412 h 3102054"/>
              <a:gd name="connsiteX103" fmla="*/ 5791202 w 12192000"/>
              <a:gd name="connsiteY103" fmla="*/ 106362 h 3102054"/>
              <a:gd name="connsiteX104" fmla="*/ 5829302 w 12192000"/>
              <a:gd name="connsiteY104" fmla="*/ 87312 h 3102054"/>
              <a:gd name="connsiteX105" fmla="*/ 5867402 w 12192000"/>
              <a:gd name="connsiteY105" fmla="*/ 68262 h 3102054"/>
              <a:gd name="connsiteX106" fmla="*/ 5903915 w 12192000"/>
              <a:gd name="connsiteY106" fmla="*/ 52387 h 3102054"/>
              <a:gd name="connsiteX107" fmla="*/ 5945189 w 12192000"/>
              <a:gd name="connsiteY107" fmla="*/ 36512 h 3102054"/>
              <a:gd name="connsiteX108" fmla="*/ 5991226 w 12192000"/>
              <a:gd name="connsiteY108" fmla="*/ 20637 h 3102054"/>
              <a:gd name="connsiteX109" fmla="*/ 6043614 w 12192000"/>
              <a:gd name="connsiteY109" fmla="*/ 9525 h 3102054"/>
              <a:gd name="connsiteX110" fmla="*/ 6103939 w 12192000"/>
              <a:gd name="connsiteY110" fmla="*/ 3175 h 3102054"/>
              <a:gd name="connsiteX111" fmla="*/ 6172201 w 12192000"/>
              <a:gd name="connsiteY111" fmla="*/ 0 h 3102054"/>
              <a:gd name="connsiteX112" fmla="*/ 6210301 w 12192000"/>
              <a:gd name="connsiteY112" fmla="*/ 1772 h 3102054"/>
              <a:gd name="connsiteX113" fmla="*/ 6248401 w 12192000"/>
              <a:gd name="connsiteY113" fmla="*/ 0 h 3102054"/>
              <a:gd name="connsiteX114" fmla="*/ 6316664 w 12192000"/>
              <a:gd name="connsiteY114" fmla="*/ 3175 h 3102054"/>
              <a:gd name="connsiteX115" fmla="*/ 6376989 w 12192000"/>
              <a:gd name="connsiteY115" fmla="*/ 9525 h 3102054"/>
              <a:gd name="connsiteX116" fmla="*/ 6429376 w 12192000"/>
              <a:gd name="connsiteY116" fmla="*/ 20637 h 3102054"/>
              <a:gd name="connsiteX117" fmla="*/ 6475414 w 12192000"/>
              <a:gd name="connsiteY117" fmla="*/ 36512 h 3102054"/>
              <a:gd name="connsiteX118" fmla="*/ 6516689 w 12192000"/>
              <a:gd name="connsiteY118" fmla="*/ 52387 h 3102054"/>
              <a:gd name="connsiteX119" fmla="*/ 6553202 w 12192000"/>
              <a:gd name="connsiteY119" fmla="*/ 68262 h 3102054"/>
              <a:gd name="connsiteX120" fmla="*/ 6591302 w 12192000"/>
              <a:gd name="connsiteY120" fmla="*/ 87312 h 3102054"/>
              <a:gd name="connsiteX121" fmla="*/ 6629401 w 12192000"/>
              <a:gd name="connsiteY121" fmla="*/ 106362 h 3102054"/>
              <a:gd name="connsiteX122" fmla="*/ 6665915 w 12192000"/>
              <a:gd name="connsiteY122" fmla="*/ 125412 h 3102054"/>
              <a:gd name="connsiteX123" fmla="*/ 6707189 w 12192000"/>
              <a:gd name="connsiteY123" fmla="*/ 141287 h 3102054"/>
              <a:gd name="connsiteX124" fmla="*/ 6753226 w 12192000"/>
              <a:gd name="connsiteY124" fmla="*/ 155575 h 3102054"/>
              <a:gd name="connsiteX125" fmla="*/ 6805614 w 12192000"/>
              <a:gd name="connsiteY125" fmla="*/ 166687 h 3102054"/>
              <a:gd name="connsiteX126" fmla="*/ 6865939 w 12192000"/>
              <a:gd name="connsiteY126" fmla="*/ 174625 h 3102054"/>
              <a:gd name="connsiteX127" fmla="*/ 6934201 w 12192000"/>
              <a:gd name="connsiteY127" fmla="*/ 176212 h 3102054"/>
              <a:gd name="connsiteX128" fmla="*/ 7002464 w 12192000"/>
              <a:gd name="connsiteY128" fmla="*/ 174625 h 3102054"/>
              <a:gd name="connsiteX129" fmla="*/ 7062789 w 12192000"/>
              <a:gd name="connsiteY129" fmla="*/ 166687 h 3102054"/>
              <a:gd name="connsiteX130" fmla="*/ 7115176 w 12192000"/>
              <a:gd name="connsiteY130" fmla="*/ 155575 h 3102054"/>
              <a:gd name="connsiteX131" fmla="*/ 7161214 w 12192000"/>
              <a:gd name="connsiteY131" fmla="*/ 141287 h 3102054"/>
              <a:gd name="connsiteX132" fmla="*/ 7202489 w 12192000"/>
              <a:gd name="connsiteY132" fmla="*/ 125412 h 3102054"/>
              <a:gd name="connsiteX133" fmla="*/ 7239001 w 12192000"/>
              <a:gd name="connsiteY133" fmla="*/ 106362 h 3102054"/>
              <a:gd name="connsiteX134" fmla="*/ 7277101 w 12192000"/>
              <a:gd name="connsiteY134" fmla="*/ 87312 h 3102054"/>
              <a:gd name="connsiteX135" fmla="*/ 7315201 w 12192000"/>
              <a:gd name="connsiteY135" fmla="*/ 68262 h 3102054"/>
              <a:gd name="connsiteX136" fmla="*/ 7351714 w 12192000"/>
              <a:gd name="connsiteY136" fmla="*/ 52387 h 3102054"/>
              <a:gd name="connsiteX137" fmla="*/ 7392989 w 12192000"/>
              <a:gd name="connsiteY137" fmla="*/ 36512 h 3102054"/>
              <a:gd name="connsiteX138" fmla="*/ 7439026 w 12192000"/>
              <a:gd name="connsiteY138" fmla="*/ 20637 h 3102054"/>
              <a:gd name="connsiteX139" fmla="*/ 7491414 w 12192000"/>
              <a:gd name="connsiteY139" fmla="*/ 9525 h 3102054"/>
              <a:gd name="connsiteX140" fmla="*/ 7551739 w 12192000"/>
              <a:gd name="connsiteY140" fmla="*/ 3175 h 3102054"/>
              <a:gd name="connsiteX141" fmla="*/ 7620001 w 12192000"/>
              <a:gd name="connsiteY141" fmla="*/ 0 h 3102054"/>
              <a:gd name="connsiteX142" fmla="*/ 7688264 w 12192000"/>
              <a:gd name="connsiteY142" fmla="*/ 3175 h 3102054"/>
              <a:gd name="connsiteX143" fmla="*/ 7748589 w 12192000"/>
              <a:gd name="connsiteY143" fmla="*/ 9525 h 3102054"/>
              <a:gd name="connsiteX144" fmla="*/ 7800976 w 12192000"/>
              <a:gd name="connsiteY144" fmla="*/ 20637 h 3102054"/>
              <a:gd name="connsiteX145" fmla="*/ 7847014 w 12192000"/>
              <a:gd name="connsiteY145" fmla="*/ 36512 h 3102054"/>
              <a:gd name="connsiteX146" fmla="*/ 7888289 w 12192000"/>
              <a:gd name="connsiteY146" fmla="*/ 52387 h 3102054"/>
              <a:gd name="connsiteX147" fmla="*/ 7924801 w 12192000"/>
              <a:gd name="connsiteY147" fmla="*/ 68262 h 3102054"/>
              <a:gd name="connsiteX148" fmla="*/ 7962901 w 12192000"/>
              <a:gd name="connsiteY148" fmla="*/ 87312 h 3102054"/>
              <a:gd name="connsiteX149" fmla="*/ 8001001 w 12192000"/>
              <a:gd name="connsiteY149" fmla="*/ 106362 h 3102054"/>
              <a:gd name="connsiteX150" fmla="*/ 8037514 w 12192000"/>
              <a:gd name="connsiteY150" fmla="*/ 125412 h 3102054"/>
              <a:gd name="connsiteX151" fmla="*/ 8078789 w 12192000"/>
              <a:gd name="connsiteY151" fmla="*/ 141287 h 3102054"/>
              <a:gd name="connsiteX152" fmla="*/ 8124826 w 12192000"/>
              <a:gd name="connsiteY152" fmla="*/ 155575 h 3102054"/>
              <a:gd name="connsiteX153" fmla="*/ 8177214 w 12192000"/>
              <a:gd name="connsiteY153" fmla="*/ 166687 h 3102054"/>
              <a:gd name="connsiteX154" fmla="*/ 8237539 w 12192000"/>
              <a:gd name="connsiteY154" fmla="*/ 174625 h 3102054"/>
              <a:gd name="connsiteX155" fmla="*/ 8305801 w 12192000"/>
              <a:gd name="connsiteY155" fmla="*/ 176212 h 3102054"/>
              <a:gd name="connsiteX156" fmla="*/ 8374064 w 12192000"/>
              <a:gd name="connsiteY156" fmla="*/ 174625 h 3102054"/>
              <a:gd name="connsiteX157" fmla="*/ 8434388 w 12192000"/>
              <a:gd name="connsiteY157" fmla="*/ 166687 h 3102054"/>
              <a:gd name="connsiteX158" fmla="*/ 8486776 w 12192000"/>
              <a:gd name="connsiteY158" fmla="*/ 155575 h 3102054"/>
              <a:gd name="connsiteX159" fmla="*/ 8532814 w 12192000"/>
              <a:gd name="connsiteY159" fmla="*/ 141287 h 3102054"/>
              <a:gd name="connsiteX160" fmla="*/ 8574088 w 12192000"/>
              <a:gd name="connsiteY160" fmla="*/ 125412 h 3102054"/>
              <a:gd name="connsiteX161" fmla="*/ 8610600 w 12192000"/>
              <a:gd name="connsiteY161" fmla="*/ 106362 h 3102054"/>
              <a:gd name="connsiteX162" fmla="*/ 8648700 w 12192000"/>
              <a:gd name="connsiteY162" fmla="*/ 87312 h 3102054"/>
              <a:gd name="connsiteX163" fmla="*/ 8686800 w 12192000"/>
              <a:gd name="connsiteY163" fmla="*/ 68262 h 3102054"/>
              <a:gd name="connsiteX164" fmla="*/ 8723314 w 12192000"/>
              <a:gd name="connsiteY164" fmla="*/ 52387 h 3102054"/>
              <a:gd name="connsiteX165" fmla="*/ 8764588 w 12192000"/>
              <a:gd name="connsiteY165" fmla="*/ 36512 h 3102054"/>
              <a:gd name="connsiteX166" fmla="*/ 8810626 w 12192000"/>
              <a:gd name="connsiteY166" fmla="*/ 20637 h 3102054"/>
              <a:gd name="connsiteX167" fmla="*/ 8863014 w 12192000"/>
              <a:gd name="connsiteY167" fmla="*/ 9525 h 3102054"/>
              <a:gd name="connsiteX168" fmla="*/ 8923338 w 12192000"/>
              <a:gd name="connsiteY168" fmla="*/ 3175 h 3102054"/>
              <a:gd name="connsiteX169" fmla="*/ 8990014 w 12192000"/>
              <a:gd name="connsiteY169" fmla="*/ 0 h 3102054"/>
              <a:gd name="connsiteX170" fmla="*/ 9059864 w 12192000"/>
              <a:gd name="connsiteY170" fmla="*/ 3175 h 3102054"/>
              <a:gd name="connsiteX171" fmla="*/ 9120188 w 12192000"/>
              <a:gd name="connsiteY171" fmla="*/ 9525 h 3102054"/>
              <a:gd name="connsiteX172" fmla="*/ 9172576 w 12192000"/>
              <a:gd name="connsiteY172" fmla="*/ 20637 h 3102054"/>
              <a:gd name="connsiteX173" fmla="*/ 9218614 w 12192000"/>
              <a:gd name="connsiteY173" fmla="*/ 36512 h 3102054"/>
              <a:gd name="connsiteX174" fmla="*/ 9259888 w 12192000"/>
              <a:gd name="connsiteY174" fmla="*/ 52387 h 3102054"/>
              <a:gd name="connsiteX175" fmla="*/ 9296400 w 12192000"/>
              <a:gd name="connsiteY175" fmla="*/ 68262 h 3102054"/>
              <a:gd name="connsiteX176" fmla="*/ 9334500 w 12192000"/>
              <a:gd name="connsiteY176" fmla="*/ 87312 h 3102054"/>
              <a:gd name="connsiteX177" fmla="*/ 9372600 w 12192000"/>
              <a:gd name="connsiteY177" fmla="*/ 106362 h 3102054"/>
              <a:gd name="connsiteX178" fmla="*/ 9409114 w 12192000"/>
              <a:gd name="connsiteY178" fmla="*/ 125412 h 3102054"/>
              <a:gd name="connsiteX179" fmla="*/ 9450388 w 12192000"/>
              <a:gd name="connsiteY179" fmla="*/ 141287 h 3102054"/>
              <a:gd name="connsiteX180" fmla="*/ 9496426 w 12192000"/>
              <a:gd name="connsiteY180" fmla="*/ 155575 h 3102054"/>
              <a:gd name="connsiteX181" fmla="*/ 9548814 w 12192000"/>
              <a:gd name="connsiteY181" fmla="*/ 166687 h 3102054"/>
              <a:gd name="connsiteX182" fmla="*/ 9609138 w 12192000"/>
              <a:gd name="connsiteY182" fmla="*/ 174625 h 3102054"/>
              <a:gd name="connsiteX183" fmla="*/ 9677400 w 12192000"/>
              <a:gd name="connsiteY183" fmla="*/ 176212 h 3102054"/>
              <a:gd name="connsiteX184" fmla="*/ 9745664 w 12192000"/>
              <a:gd name="connsiteY184" fmla="*/ 174625 h 3102054"/>
              <a:gd name="connsiteX185" fmla="*/ 9805988 w 12192000"/>
              <a:gd name="connsiteY185" fmla="*/ 166687 h 3102054"/>
              <a:gd name="connsiteX186" fmla="*/ 9858376 w 12192000"/>
              <a:gd name="connsiteY186" fmla="*/ 155575 h 3102054"/>
              <a:gd name="connsiteX187" fmla="*/ 9904414 w 12192000"/>
              <a:gd name="connsiteY187" fmla="*/ 141287 h 3102054"/>
              <a:gd name="connsiteX188" fmla="*/ 9945688 w 12192000"/>
              <a:gd name="connsiteY188" fmla="*/ 125412 h 3102054"/>
              <a:gd name="connsiteX189" fmla="*/ 9982200 w 12192000"/>
              <a:gd name="connsiteY189" fmla="*/ 106362 h 3102054"/>
              <a:gd name="connsiteX190" fmla="*/ 10058400 w 12192000"/>
              <a:gd name="connsiteY190" fmla="*/ 68262 h 3102054"/>
              <a:gd name="connsiteX191" fmla="*/ 10094914 w 12192000"/>
              <a:gd name="connsiteY191" fmla="*/ 52387 h 3102054"/>
              <a:gd name="connsiteX192" fmla="*/ 10136188 w 12192000"/>
              <a:gd name="connsiteY192" fmla="*/ 36512 h 3102054"/>
              <a:gd name="connsiteX193" fmla="*/ 10182226 w 12192000"/>
              <a:gd name="connsiteY193" fmla="*/ 20637 h 3102054"/>
              <a:gd name="connsiteX194" fmla="*/ 10234614 w 12192000"/>
              <a:gd name="connsiteY194" fmla="*/ 9525 h 3102054"/>
              <a:gd name="connsiteX195" fmla="*/ 10294938 w 12192000"/>
              <a:gd name="connsiteY195" fmla="*/ 3175 h 3102054"/>
              <a:gd name="connsiteX196" fmla="*/ 10363200 w 12192000"/>
              <a:gd name="connsiteY196" fmla="*/ 0 h 3102054"/>
              <a:gd name="connsiteX197" fmla="*/ 10431464 w 12192000"/>
              <a:gd name="connsiteY197" fmla="*/ 3175 h 3102054"/>
              <a:gd name="connsiteX198" fmla="*/ 10491788 w 12192000"/>
              <a:gd name="connsiteY198" fmla="*/ 9525 h 3102054"/>
              <a:gd name="connsiteX199" fmla="*/ 10544176 w 12192000"/>
              <a:gd name="connsiteY199" fmla="*/ 20637 h 3102054"/>
              <a:gd name="connsiteX200" fmla="*/ 10590214 w 12192000"/>
              <a:gd name="connsiteY200" fmla="*/ 36512 h 3102054"/>
              <a:gd name="connsiteX201" fmla="*/ 10631488 w 12192000"/>
              <a:gd name="connsiteY201" fmla="*/ 52387 h 3102054"/>
              <a:gd name="connsiteX202" fmla="*/ 10668000 w 12192000"/>
              <a:gd name="connsiteY202" fmla="*/ 68262 h 3102054"/>
              <a:gd name="connsiteX203" fmla="*/ 10706100 w 12192000"/>
              <a:gd name="connsiteY203" fmla="*/ 87312 h 3102054"/>
              <a:gd name="connsiteX204" fmla="*/ 10744200 w 12192000"/>
              <a:gd name="connsiteY204" fmla="*/ 106362 h 3102054"/>
              <a:gd name="connsiteX205" fmla="*/ 10780714 w 12192000"/>
              <a:gd name="connsiteY205" fmla="*/ 125412 h 3102054"/>
              <a:gd name="connsiteX206" fmla="*/ 10821988 w 12192000"/>
              <a:gd name="connsiteY206" fmla="*/ 141287 h 3102054"/>
              <a:gd name="connsiteX207" fmla="*/ 10868026 w 12192000"/>
              <a:gd name="connsiteY207" fmla="*/ 155575 h 3102054"/>
              <a:gd name="connsiteX208" fmla="*/ 10920414 w 12192000"/>
              <a:gd name="connsiteY208" fmla="*/ 166687 h 3102054"/>
              <a:gd name="connsiteX209" fmla="*/ 10980738 w 12192000"/>
              <a:gd name="connsiteY209" fmla="*/ 174625 h 3102054"/>
              <a:gd name="connsiteX210" fmla="*/ 11049000 w 12192000"/>
              <a:gd name="connsiteY210" fmla="*/ 176212 h 3102054"/>
              <a:gd name="connsiteX211" fmla="*/ 11117264 w 12192000"/>
              <a:gd name="connsiteY211" fmla="*/ 174625 h 3102054"/>
              <a:gd name="connsiteX212" fmla="*/ 11177588 w 12192000"/>
              <a:gd name="connsiteY212" fmla="*/ 166687 h 3102054"/>
              <a:gd name="connsiteX213" fmla="*/ 11229976 w 12192000"/>
              <a:gd name="connsiteY213" fmla="*/ 155575 h 3102054"/>
              <a:gd name="connsiteX214" fmla="*/ 11276014 w 12192000"/>
              <a:gd name="connsiteY214" fmla="*/ 141287 h 3102054"/>
              <a:gd name="connsiteX215" fmla="*/ 11317288 w 12192000"/>
              <a:gd name="connsiteY215" fmla="*/ 125412 h 3102054"/>
              <a:gd name="connsiteX216" fmla="*/ 11353800 w 12192000"/>
              <a:gd name="connsiteY216" fmla="*/ 106362 h 3102054"/>
              <a:gd name="connsiteX217" fmla="*/ 11391900 w 12192000"/>
              <a:gd name="connsiteY217" fmla="*/ 87312 h 3102054"/>
              <a:gd name="connsiteX218" fmla="*/ 11430000 w 12192000"/>
              <a:gd name="connsiteY218" fmla="*/ 68263 h 3102054"/>
              <a:gd name="connsiteX219" fmla="*/ 11466514 w 12192000"/>
              <a:gd name="connsiteY219" fmla="*/ 52388 h 3102054"/>
              <a:gd name="connsiteX220" fmla="*/ 11507788 w 12192000"/>
              <a:gd name="connsiteY220" fmla="*/ 36513 h 3102054"/>
              <a:gd name="connsiteX221" fmla="*/ 11553826 w 12192000"/>
              <a:gd name="connsiteY221" fmla="*/ 20638 h 3102054"/>
              <a:gd name="connsiteX222" fmla="*/ 11606214 w 12192000"/>
              <a:gd name="connsiteY222" fmla="*/ 9525 h 3102054"/>
              <a:gd name="connsiteX223" fmla="*/ 11666538 w 12192000"/>
              <a:gd name="connsiteY223" fmla="*/ 3175 h 3102054"/>
              <a:gd name="connsiteX224" fmla="*/ 11734800 w 12192000"/>
              <a:gd name="connsiteY224" fmla="*/ 0 h 3102054"/>
              <a:gd name="connsiteX225" fmla="*/ 11803064 w 12192000"/>
              <a:gd name="connsiteY225" fmla="*/ 3175 h 3102054"/>
              <a:gd name="connsiteX226" fmla="*/ 11863388 w 12192000"/>
              <a:gd name="connsiteY226" fmla="*/ 9525 h 3102054"/>
              <a:gd name="connsiteX227" fmla="*/ 11915776 w 12192000"/>
              <a:gd name="connsiteY227" fmla="*/ 20638 h 3102054"/>
              <a:gd name="connsiteX228" fmla="*/ 11961814 w 12192000"/>
              <a:gd name="connsiteY228" fmla="*/ 36513 h 3102054"/>
              <a:gd name="connsiteX229" fmla="*/ 12003088 w 12192000"/>
              <a:gd name="connsiteY229" fmla="*/ 52388 h 3102054"/>
              <a:gd name="connsiteX230" fmla="*/ 12039600 w 12192000"/>
              <a:gd name="connsiteY230" fmla="*/ 68263 h 3102054"/>
              <a:gd name="connsiteX231" fmla="*/ 12077700 w 12192000"/>
              <a:gd name="connsiteY231" fmla="*/ 87313 h 3102054"/>
              <a:gd name="connsiteX232" fmla="*/ 12115800 w 12192000"/>
              <a:gd name="connsiteY232" fmla="*/ 106363 h 3102054"/>
              <a:gd name="connsiteX233" fmla="*/ 12152314 w 12192000"/>
              <a:gd name="connsiteY233" fmla="*/ 125413 h 3102054"/>
              <a:gd name="connsiteX234" fmla="*/ 12192000 w 12192000"/>
              <a:gd name="connsiteY234" fmla="*/ 140677 h 3102054"/>
              <a:gd name="connsiteX235" fmla="*/ 12192000 w 12192000"/>
              <a:gd name="connsiteY235" fmla="*/ 885826 h 3102054"/>
              <a:gd name="connsiteX236" fmla="*/ 12191999 w 12192000"/>
              <a:gd name="connsiteY236" fmla="*/ 885826 h 3102054"/>
              <a:gd name="connsiteX237" fmla="*/ 12191999 w 12192000"/>
              <a:gd name="connsiteY237" fmla="*/ 3102054 h 3102054"/>
              <a:gd name="connsiteX238" fmla="*/ 0 w 12192000"/>
              <a:gd name="connsiteY238" fmla="*/ 3102054 h 3102054"/>
              <a:gd name="connsiteX239" fmla="*/ 0 w 12192000"/>
              <a:gd name="connsiteY239" fmla="*/ 638254 h 3102054"/>
              <a:gd name="connsiteX240" fmla="*/ 1 w 12192000"/>
              <a:gd name="connsiteY240" fmla="*/ 638254 h 3102054"/>
              <a:gd name="connsiteX241" fmla="*/ 1 w 12192000"/>
              <a:gd name="connsiteY241" fmla="*/ 176212 h 3102054"/>
              <a:gd name="connsiteX242" fmla="*/ 68264 w 12192000"/>
              <a:gd name="connsiteY242" fmla="*/ 174625 h 3102054"/>
              <a:gd name="connsiteX243" fmla="*/ 128589 w 12192000"/>
              <a:gd name="connsiteY243" fmla="*/ 166687 h 3102054"/>
              <a:gd name="connsiteX244" fmla="*/ 180976 w 12192000"/>
              <a:gd name="connsiteY244" fmla="*/ 155575 h 3102054"/>
              <a:gd name="connsiteX245" fmla="*/ 227014 w 12192000"/>
              <a:gd name="connsiteY245" fmla="*/ 141287 h 3102054"/>
              <a:gd name="connsiteX246" fmla="*/ 268289 w 12192000"/>
              <a:gd name="connsiteY246" fmla="*/ 125412 h 3102054"/>
              <a:gd name="connsiteX247" fmla="*/ 304801 w 12192000"/>
              <a:gd name="connsiteY247" fmla="*/ 106362 h 3102054"/>
              <a:gd name="connsiteX248" fmla="*/ 342901 w 12192000"/>
              <a:gd name="connsiteY248" fmla="*/ 87312 h 3102054"/>
              <a:gd name="connsiteX249" fmla="*/ 381001 w 12192000"/>
              <a:gd name="connsiteY249" fmla="*/ 68262 h 3102054"/>
              <a:gd name="connsiteX250" fmla="*/ 417514 w 12192000"/>
              <a:gd name="connsiteY250" fmla="*/ 52387 h 3102054"/>
              <a:gd name="connsiteX251" fmla="*/ 458789 w 12192000"/>
              <a:gd name="connsiteY251" fmla="*/ 36512 h 3102054"/>
              <a:gd name="connsiteX252" fmla="*/ 504826 w 12192000"/>
              <a:gd name="connsiteY252" fmla="*/ 20637 h 3102054"/>
              <a:gd name="connsiteX253" fmla="*/ 557214 w 12192000"/>
              <a:gd name="connsiteY253" fmla="*/ 9525 h 3102054"/>
              <a:gd name="connsiteX254" fmla="*/ 617539 w 12192000"/>
              <a:gd name="connsiteY254" fmla="*/ 3175 h 3102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</a:cxnLst>
            <a:rect l="l" t="t" r="r" b="b"/>
            <a:pathLst>
              <a:path w="12192000" h="3102054">
                <a:moveTo>
                  <a:pt x="685801" y="0"/>
                </a:moveTo>
                <a:lnTo>
                  <a:pt x="754064" y="3175"/>
                </a:lnTo>
                <a:lnTo>
                  <a:pt x="814389" y="9525"/>
                </a:lnTo>
                <a:lnTo>
                  <a:pt x="866776" y="20637"/>
                </a:lnTo>
                <a:lnTo>
                  <a:pt x="912814" y="36512"/>
                </a:lnTo>
                <a:lnTo>
                  <a:pt x="954089" y="52387"/>
                </a:lnTo>
                <a:lnTo>
                  <a:pt x="990601" y="68262"/>
                </a:lnTo>
                <a:lnTo>
                  <a:pt x="1028701" y="87312"/>
                </a:lnTo>
                <a:lnTo>
                  <a:pt x="1066801" y="106362"/>
                </a:lnTo>
                <a:lnTo>
                  <a:pt x="1103314" y="125412"/>
                </a:lnTo>
                <a:lnTo>
                  <a:pt x="1144589" y="141287"/>
                </a:lnTo>
                <a:lnTo>
                  <a:pt x="1190626" y="155575"/>
                </a:lnTo>
                <a:lnTo>
                  <a:pt x="1243014" y="166687"/>
                </a:lnTo>
                <a:lnTo>
                  <a:pt x="1303339" y="174625"/>
                </a:lnTo>
                <a:lnTo>
                  <a:pt x="1371601" y="176212"/>
                </a:lnTo>
                <a:lnTo>
                  <a:pt x="1439864" y="174625"/>
                </a:lnTo>
                <a:lnTo>
                  <a:pt x="1500189" y="166687"/>
                </a:lnTo>
                <a:lnTo>
                  <a:pt x="1552576" y="155575"/>
                </a:lnTo>
                <a:lnTo>
                  <a:pt x="1598614" y="141287"/>
                </a:lnTo>
                <a:lnTo>
                  <a:pt x="1639889" y="125412"/>
                </a:lnTo>
                <a:lnTo>
                  <a:pt x="1676401" y="106362"/>
                </a:lnTo>
                <a:lnTo>
                  <a:pt x="1714501" y="87312"/>
                </a:lnTo>
                <a:lnTo>
                  <a:pt x="1752601" y="68262"/>
                </a:lnTo>
                <a:lnTo>
                  <a:pt x="1789114" y="52387"/>
                </a:lnTo>
                <a:lnTo>
                  <a:pt x="1830389" y="36512"/>
                </a:lnTo>
                <a:lnTo>
                  <a:pt x="1876426" y="20637"/>
                </a:lnTo>
                <a:lnTo>
                  <a:pt x="1928814" y="9525"/>
                </a:lnTo>
                <a:lnTo>
                  <a:pt x="1989139" y="3175"/>
                </a:lnTo>
                <a:lnTo>
                  <a:pt x="2057401" y="0"/>
                </a:lnTo>
                <a:lnTo>
                  <a:pt x="2125664" y="3175"/>
                </a:lnTo>
                <a:lnTo>
                  <a:pt x="2185989" y="9525"/>
                </a:lnTo>
                <a:lnTo>
                  <a:pt x="2238376" y="20637"/>
                </a:lnTo>
                <a:lnTo>
                  <a:pt x="2284414" y="36512"/>
                </a:lnTo>
                <a:lnTo>
                  <a:pt x="2325688" y="52387"/>
                </a:lnTo>
                <a:lnTo>
                  <a:pt x="2362201" y="68262"/>
                </a:lnTo>
                <a:lnTo>
                  <a:pt x="2400301" y="87312"/>
                </a:lnTo>
                <a:lnTo>
                  <a:pt x="2438401" y="106362"/>
                </a:lnTo>
                <a:lnTo>
                  <a:pt x="2474913" y="125412"/>
                </a:lnTo>
                <a:lnTo>
                  <a:pt x="2516188" y="141287"/>
                </a:lnTo>
                <a:lnTo>
                  <a:pt x="2562226" y="155575"/>
                </a:lnTo>
                <a:lnTo>
                  <a:pt x="2614614" y="166687"/>
                </a:lnTo>
                <a:lnTo>
                  <a:pt x="2674938" y="174625"/>
                </a:lnTo>
                <a:lnTo>
                  <a:pt x="2743201" y="176212"/>
                </a:lnTo>
                <a:lnTo>
                  <a:pt x="2811464" y="174625"/>
                </a:lnTo>
                <a:lnTo>
                  <a:pt x="2871789" y="166687"/>
                </a:lnTo>
                <a:lnTo>
                  <a:pt x="2924176" y="155575"/>
                </a:lnTo>
                <a:lnTo>
                  <a:pt x="2970214" y="141287"/>
                </a:lnTo>
                <a:lnTo>
                  <a:pt x="3011489" y="125412"/>
                </a:lnTo>
                <a:lnTo>
                  <a:pt x="3048001" y="106362"/>
                </a:lnTo>
                <a:lnTo>
                  <a:pt x="3086101" y="87312"/>
                </a:lnTo>
                <a:lnTo>
                  <a:pt x="3124201" y="68262"/>
                </a:lnTo>
                <a:lnTo>
                  <a:pt x="3160714" y="52387"/>
                </a:lnTo>
                <a:lnTo>
                  <a:pt x="3201989" y="36512"/>
                </a:lnTo>
                <a:lnTo>
                  <a:pt x="3248026" y="20637"/>
                </a:lnTo>
                <a:lnTo>
                  <a:pt x="3300414" y="9525"/>
                </a:lnTo>
                <a:lnTo>
                  <a:pt x="3360739" y="3175"/>
                </a:lnTo>
                <a:lnTo>
                  <a:pt x="3427414" y="0"/>
                </a:lnTo>
                <a:lnTo>
                  <a:pt x="3497264" y="3175"/>
                </a:lnTo>
                <a:lnTo>
                  <a:pt x="3557589" y="9525"/>
                </a:lnTo>
                <a:lnTo>
                  <a:pt x="3609976" y="20637"/>
                </a:lnTo>
                <a:lnTo>
                  <a:pt x="3656014" y="36512"/>
                </a:lnTo>
                <a:lnTo>
                  <a:pt x="3697288" y="52387"/>
                </a:lnTo>
                <a:lnTo>
                  <a:pt x="3733801" y="68262"/>
                </a:lnTo>
                <a:lnTo>
                  <a:pt x="3771901" y="87312"/>
                </a:lnTo>
                <a:lnTo>
                  <a:pt x="3810001" y="106362"/>
                </a:lnTo>
                <a:lnTo>
                  <a:pt x="3846514" y="125412"/>
                </a:lnTo>
                <a:lnTo>
                  <a:pt x="3887789" y="141287"/>
                </a:lnTo>
                <a:lnTo>
                  <a:pt x="3933826" y="155575"/>
                </a:lnTo>
                <a:lnTo>
                  <a:pt x="3986214" y="166687"/>
                </a:lnTo>
                <a:lnTo>
                  <a:pt x="4046539" y="174625"/>
                </a:lnTo>
                <a:lnTo>
                  <a:pt x="4114801" y="176212"/>
                </a:lnTo>
                <a:lnTo>
                  <a:pt x="4183064" y="174625"/>
                </a:lnTo>
                <a:lnTo>
                  <a:pt x="4243388" y="166687"/>
                </a:lnTo>
                <a:lnTo>
                  <a:pt x="4295776" y="155575"/>
                </a:lnTo>
                <a:lnTo>
                  <a:pt x="4341813" y="141287"/>
                </a:lnTo>
                <a:lnTo>
                  <a:pt x="4383088" y="125412"/>
                </a:lnTo>
                <a:lnTo>
                  <a:pt x="4419601" y="106362"/>
                </a:lnTo>
                <a:lnTo>
                  <a:pt x="4495801" y="68262"/>
                </a:lnTo>
                <a:lnTo>
                  <a:pt x="4532314" y="52387"/>
                </a:lnTo>
                <a:lnTo>
                  <a:pt x="4573588" y="36512"/>
                </a:lnTo>
                <a:lnTo>
                  <a:pt x="4619626" y="20637"/>
                </a:lnTo>
                <a:lnTo>
                  <a:pt x="4672013" y="9525"/>
                </a:lnTo>
                <a:lnTo>
                  <a:pt x="4732338" y="3175"/>
                </a:lnTo>
                <a:lnTo>
                  <a:pt x="4800601" y="0"/>
                </a:lnTo>
                <a:lnTo>
                  <a:pt x="4868864" y="3175"/>
                </a:lnTo>
                <a:lnTo>
                  <a:pt x="4929188" y="9525"/>
                </a:lnTo>
                <a:lnTo>
                  <a:pt x="4981576" y="20637"/>
                </a:lnTo>
                <a:lnTo>
                  <a:pt x="5027614" y="36512"/>
                </a:lnTo>
                <a:lnTo>
                  <a:pt x="5068889" y="52387"/>
                </a:lnTo>
                <a:lnTo>
                  <a:pt x="5105402" y="68262"/>
                </a:lnTo>
                <a:lnTo>
                  <a:pt x="5143502" y="87312"/>
                </a:lnTo>
                <a:lnTo>
                  <a:pt x="5181601" y="106362"/>
                </a:lnTo>
                <a:lnTo>
                  <a:pt x="5218115" y="125412"/>
                </a:lnTo>
                <a:lnTo>
                  <a:pt x="5259388" y="141287"/>
                </a:lnTo>
                <a:lnTo>
                  <a:pt x="5305426" y="155575"/>
                </a:lnTo>
                <a:lnTo>
                  <a:pt x="5357813" y="166687"/>
                </a:lnTo>
                <a:lnTo>
                  <a:pt x="5418139" y="174625"/>
                </a:lnTo>
                <a:lnTo>
                  <a:pt x="5486401" y="176212"/>
                </a:lnTo>
                <a:lnTo>
                  <a:pt x="5554663" y="174625"/>
                </a:lnTo>
                <a:lnTo>
                  <a:pt x="5614989" y="166687"/>
                </a:lnTo>
                <a:lnTo>
                  <a:pt x="5667376" y="155575"/>
                </a:lnTo>
                <a:lnTo>
                  <a:pt x="5713414" y="141287"/>
                </a:lnTo>
                <a:lnTo>
                  <a:pt x="5754689" y="125412"/>
                </a:lnTo>
                <a:lnTo>
                  <a:pt x="5791202" y="106362"/>
                </a:lnTo>
                <a:lnTo>
                  <a:pt x="5829302" y="87312"/>
                </a:lnTo>
                <a:lnTo>
                  <a:pt x="5867402" y="68262"/>
                </a:lnTo>
                <a:lnTo>
                  <a:pt x="5903915" y="52387"/>
                </a:lnTo>
                <a:lnTo>
                  <a:pt x="5945189" y="36512"/>
                </a:lnTo>
                <a:lnTo>
                  <a:pt x="5991226" y="20637"/>
                </a:lnTo>
                <a:lnTo>
                  <a:pt x="6043614" y="9525"/>
                </a:lnTo>
                <a:lnTo>
                  <a:pt x="6103939" y="3175"/>
                </a:lnTo>
                <a:lnTo>
                  <a:pt x="6172201" y="0"/>
                </a:lnTo>
                <a:lnTo>
                  <a:pt x="6210301" y="1772"/>
                </a:lnTo>
                <a:lnTo>
                  <a:pt x="6248401" y="0"/>
                </a:lnTo>
                <a:lnTo>
                  <a:pt x="6316664" y="3175"/>
                </a:lnTo>
                <a:lnTo>
                  <a:pt x="6376989" y="9525"/>
                </a:lnTo>
                <a:lnTo>
                  <a:pt x="6429376" y="20637"/>
                </a:lnTo>
                <a:lnTo>
                  <a:pt x="6475414" y="36512"/>
                </a:lnTo>
                <a:lnTo>
                  <a:pt x="6516689" y="52387"/>
                </a:lnTo>
                <a:lnTo>
                  <a:pt x="6553202" y="68262"/>
                </a:lnTo>
                <a:lnTo>
                  <a:pt x="6591302" y="87312"/>
                </a:lnTo>
                <a:lnTo>
                  <a:pt x="6629401" y="106362"/>
                </a:lnTo>
                <a:lnTo>
                  <a:pt x="6665915" y="125412"/>
                </a:lnTo>
                <a:lnTo>
                  <a:pt x="6707189" y="141287"/>
                </a:lnTo>
                <a:lnTo>
                  <a:pt x="6753226" y="155575"/>
                </a:lnTo>
                <a:lnTo>
                  <a:pt x="6805614" y="166687"/>
                </a:lnTo>
                <a:lnTo>
                  <a:pt x="6865939" y="174625"/>
                </a:lnTo>
                <a:lnTo>
                  <a:pt x="6934201" y="176212"/>
                </a:lnTo>
                <a:lnTo>
                  <a:pt x="7002464" y="174625"/>
                </a:lnTo>
                <a:lnTo>
                  <a:pt x="7062789" y="166687"/>
                </a:lnTo>
                <a:lnTo>
                  <a:pt x="7115176" y="155575"/>
                </a:lnTo>
                <a:lnTo>
                  <a:pt x="7161214" y="141287"/>
                </a:lnTo>
                <a:lnTo>
                  <a:pt x="7202489" y="125412"/>
                </a:lnTo>
                <a:lnTo>
                  <a:pt x="7239001" y="106362"/>
                </a:lnTo>
                <a:lnTo>
                  <a:pt x="7277101" y="87312"/>
                </a:lnTo>
                <a:lnTo>
                  <a:pt x="7315201" y="68262"/>
                </a:lnTo>
                <a:lnTo>
                  <a:pt x="7351714" y="52387"/>
                </a:lnTo>
                <a:lnTo>
                  <a:pt x="7392989" y="36512"/>
                </a:lnTo>
                <a:lnTo>
                  <a:pt x="7439026" y="20637"/>
                </a:lnTo>
                <a:lnTo>
                  <a:pt x="7491414" y="9525"/>
                </a:lnTo>
                <a:lnTo>
                  <a:pt x="7551739" y="3175"/>
                </a:lnTo>
                <a:lnTo>
                  <a:pt x="7620001" y="0"/>
                </a:lnTo>
                <a:lnTo>
                  <a:pt x="7688264" y="3175"/>
                </a:lnTo>
                <a:lnTo>
                  <a:pt x="7748589" y="9525"/>
                </a:lnTo>
                <a:lnTo>
                  <a:pt x="7800976" y="20637"/>
                </a:lnTo>
                <a:lnTo>
                  <a:pt x="7847014" y="36512"/>
                </a:lnTo>
                <a:lnTo>
                  <a:pt x="7888289" y="52387"/>
                </a:lnTo>
                <a:lnTo>
                  <a:pt x="7924801" y="68262"/>
                </a:lnTo>
                <a:lnTo>
                  <a:pt x="7962901" y="87312"/>
                </a:lnTo>
                <a:lnTo>
                  <a:pt x="8001001" y="106362"/>
                </a:lnTo>
                <a:lnTo>
                  <a:pt x="8037514" y="125412"/>
                </a:lnTo>
                <a:lnTo>
                  <a:pt x="8078789" y="141287"/>
                </a:lnTo>
                <a:lnTo>
                  <a:pt x="8124826" y="155575"/>
                </a:lnTo>
                <a:lnTo>
                  <a:pt x="8177214" y="166687"/>
                </a:lnTo>
                <a:lnTo>
                  <a:pt x="8237539" y="174625"/>
                </a:lnTo>
                <a:lnTo>
                  <a:pt x="8305801" y="176212"/>
                </a:lnTo>
                <a:lnTo>
                  <a:pt x="8374064" y="174625"/>
                </a:lnTo>
                <a:lnTo>
                  <a:pt x="8434388" y="166687"/>
                </a:lnTo>
                <a:lnTo>
                  <a:pt x="8486776" y="155575"/>
                </a:lnTo>
                <a:lnTo>
                  <a:pt x="8532814" y="141287"/>
                </a:lnTo>
                <a:lnTo>
                  <a:pt x="8574088" y="125412"/>
                </a:lnTo>
                <a:lnTo>
                  <a:pt x="8610600" y="106362"/>
                </a:lnTo>
                <a:lnTo>
                  <a:pt x="8648700" y="87312"/>
                </a:lnTo>
                <a:lnTo>
                  <a:pt x="8686800" y="68262"/>
                </a:lnTo>
                <a:lnTo>
                  <a:pt x="8723314" y="52387"/>
                </a:lnTo>
                <a:lnTo>
                  <a:pt x="8764588" y="36512"/>
                </a:lnTo>
                <a:lnTo>
                  <a:pt x="8810626" y="20637"/>
                </a:lnTo>
                <a:lnTo>
                  <a:pt x="8863014" y="9525"/>
                </a:lnTo>
                <a:lnTo>
                  <a:pt x="8923338" y="3175"/>
                </a:lnTo>
                <a:lnTo>
                  <a:pt x="8990014" y="0"/>
                </a:lnTo>
                <a:lnTo>
                  <a:pt x="9059864" y="3175"/>
                </a:lnTo>
                <a:lnTo>
                  <a:pt x="9120188" y="9525"/>
                </a:lnTo>
                <a:lnTo>
                  <a:pt x="9172576" y="20637"/>
                </a:lnTo>
                <a:lnTo>
                  <a:pt x="9218614" y="36512"/>
                </a:lnTo>
                <a:lnTo>
                  <a:pt x="9259888" y="52387"/>
                </a:lnTo>
                <a:lnTo>
                  <a:pt x="9296400" y="68262"/>
                </a:lnTo>
                <a:lnTo>
                  <a:pt x="9334500" y="87312"/>
                </a:lnTo>
                <a:lnTo>
                  <a:pt x="9372600" y="106362"/>
                </a:lnTo>
                <a:lnTo>
                  <a:pt x="9409114" y="125412"/>
                </a:lnTo>
                <a:lnTo>
                  <a:pt x="9450388" y="141287"/>
                </a:lnTo>
                <a:lnTo>
                  <a:pt x="9496426" y="155575"/>
                </a:lnTo>
                <a:lnTo>
                  <a:pt x="9548814" y="166687"/>
                </a:lnTo>
                <a:lnTo>
                  <a:pt x="9609138" y="174625"/>
                </a:lnTo>
                <a:lnTo>
                  <a:pt x="9677400" y="176212"/>
                </a:lnTo>
                <a:lnTo>
                  <a:pt x="9745664" y="174625"/>
                </a:lnTo>
                <a:lnTo>
                  <a:pt x="9805988" y="166687"/>
                </a:lnTo>
                <a:lnTo>
                  <a:pt x="9858376" y="155575"/>
                </a:lnTo>
                <a:lnTo>
                  <a:pt x="9904414" y="141287"/>
                </a:lnTo>
                <a:lnTo>
                  <a:pt x="9945688" y="125412"/>
                </a:lnTo>
                <a:lnTo>
                  <a:pt x="9982200" y="106362"/>
                </a:lnTo>
                <a:lnTo>
                  <a:pt x="10058400" y="68262"/>
                </a:lnTo>
                <a:lnTo>
                  <a:pt x="10094914" y="52387"/>
                </a:lnTo>
                <a:lnTo>
                  <a:pt x="10136188" y="36512"/>
                </a:lnTo>
                <a:lnTo>
                  <a:pt x="10182226" y="20637"/>
                </a:lnTo>
                <a:lnTo>
                  <a:pt x="10234614" y="9525"/>
                </a:lnTo>
                <a:lnTo>
                  <a:pt x="10294938" y="3175"/>
                </a:lnTo>
                <a:lnTo>
                  <a:pt x="10363200" y="0"/>
                </a:lnTo>
                <a:lnTo>
                  <a:pt x="10431464" y="3175"/>
                </a:lnTo>
                <a:lnTo>
                  <a:pt x="10491788" y="9525"/>
                </a:lnTo>
                <a:lnTo>
                  <a:pt x="10544176" y="20637"/>
                </a:lnTo>
                <a:lnTo>
                  <a:pt x="10590214" y="36512"/>
                </a:lnTo>
                <a:lnTo>
                  <a:pt x="10631488" y="52387"/>
                </a:lnTo>
                <a:lnTo>
                  <a:pt x="10668000" y="68262"/>
                </a:lnTo>
                <a:lnTo>
                  <a:pt x="10706100" y="87312"/>
                </a:lnTo>
                <a:lnTo>
                  <a:pt x="10744200" y="106362"/>
                </a:lnTo>
                <a:lnTo>
                  <a:pt x="10780714" y="125412"/>
                </a:lnTo>
                <a:lnTo>
                  <a:pt x="10821988" y="141287"/>
                </a:lnTo>
                <a:lnTo>
                  <a:pt x="10868026" y="155575"/>
                </a:lnTo>
                <a:lnTo>
                  <a:pt x="10920414" y="166687"/>
                </a:lnTo>
                <a:lnTo>
                  <a:pt x="10980738" y="174625"/>
                </a:lnTo>
                <a:lnTo>
                  <a:pt x="11049000" y="176212"/>
                </a:lnTo>
                <a:lnTo>
                  <a:pt x="11117264" y="174625"/>
                </a:lnTo>
                <a:lnTo>
                  <a:pt x="11177588" y="166687"/>
                </a:lnTo>
                <a:lnTo>
                  <a:pt x="11229976" y="155575"/>
                </a:lnTo>
                <a:lnTo>
                  <a:pt x="11276014" y="141287"/>
                </a:lnTo>
                <a:lnTo>
                  <a:pt x="11317288" y="125412"/>
                </a:lnTo>
                <a:lnTo>
                  <a:pt x="11353800" y="106362"/>
                </a:lnTo>
                <a:lnTo>
                  <a:pt x="11391900" y="87312"/>
                </a:lnTo>
                <a:lnTo>
                  <a:pt x="11430000" y="68263"/>
                </a:lnTo>
                <a:lnTo>
                  <a:pt x="11466514" y="52388"/>
                </a:lnTo>
                <a:lnTo>
                  <a:pt x="11507788" y="36513"/>
                </a:lnTo>
                <a:lnTo>
                  <a:pt x="11553826" y="20638"/>
                </a:lnTo>
                <a:lnTo>
                  <a:pt x="11606214" y="9525"/>
                </a:lnTo>
                <a:lnTo>
                  <a:pt x="11666538" y="3175"/>
                </a:lnTo>
                <a:lnTo>
                  <a:pt x="11734800" y="0"/>
                </a:lnTo>
                <a:lnTo>
                  <a:pt x="11803064" y="3175"/>
                </a:lnTo>
                <a:lnTo>
                  <a:pt x="11863388" y="9525"/>
                </a:lnTo>
                <a:lnTo>
                  <a:pt x="11915776" y="20638"/>
                </a:lnTo>
                <a:lnTo>
                  <a:pt x="11961814" y="36513"/>
                </a:lnTo>
                <a:lnTo>
                  <a:pt x="12003088" y="52388"/>
                </a:lnTo>
                <a:lnTo>
                  <a:pt x="12039600" y="68263"/>
                </a:lnTo>
                <a:lnTo>
                  <a:pt x="12077700" y="87313"/>
                </a:lnTo>
                <a:lnTo>
                  <a:pt x="12115800" y="106363"/>
                </a:lnTo>
                <a:lnTo>
                  <a:pt x="12152314" y="125413"/>
                </a:lnTo>
                <a:lnTo>
                  <a:pt x="12192000" y="140677"/>
                </a:lnTo>
                <a:lnTo>
                  <a:pt x="12192000" y="885826"/>
                </a:lnTo>
                <a:lnTo>
                  <a:pt x="12191999" y="885826"/>
                </a:lnTo>
                <a:lnTo>
                  <a:pt x="12191999" y="3102054"/>
                </a:lnTo>
                <a:lnTo>
                  <a:pt x="0" y="3102054"/>
                </a:lnTo>
                <a:lnTo>
                  <a:pt x="0" y="638254"/>
                </a:lnTo>
                <a:lnTo>
                  <a:pt x="1" y="638254"/>
                </a:lnTo>
                <a:lnTo>
                  <a:pt x="1" y="176212"/>
                </a:lnTo>
                <a:lnTo>
                  <a:pt x="68264" y="174625"/>
                </a:lnTo>
                <a:lnTo>
                  <a:pt x="128589" y="166687"/>
                </a:lnTo>
                <a:lnTo>
                  <a:pt x="180976" y="155575"/>
                </a:lnTo>
                <a:lnTo>
                  <a:pt x="227014" y="141287"/>
                </a:lnTo>
                <a:lnTo>
                  <a:pt x="268289" y="125412"/>
                </a:lnTo>
                <a:lnTo>
                  <a:pt x="304801" y="106362"/>
                </a:lnTo>
                <a:lnTo>
                  <a:pt x="342901" y="87312"/>
                </a:lnTo>
                <a:lnTo>
                  <a:pt x="381001" y="68262"/>
                </a:lnTo>
                <a:lnTo>
                  <a:pt x="417514" y="52387"/>
                </a:lnTo>
                <a:lnTo>
                  <a:pt x="458789" y="36512"/>
                </a:lnTo>
                <a:lnTo>
                  <a:pt x="504826" y="20637"/>
                </a:lnTo>
                <a:lnTo>
                  <a:pt x="557214" y="9525"/>
                </a:lnTo>
                <a:lnTo>
                  <a:pt x="617539" y="317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7C3E22B-88D5-7540-D5E6-1DC9EE4C0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376" y="4292599"/>
            <a:ext cx="8011248" cy="146577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/>
            <a:r>
              <a:rPr lang="en-US" sz="5200" spc="800">
                <a:solidFill>
                  <a:schemeClr val="bg1"/>
                </a:solidFill>
              </a:rPr>
              <a:t>Il lavoro su git</a:t>
            </a:r>
          </a:p>
        </p:txBody>
      </p:sp>
      <p:pic>
        <p:nvPicPr>
          <p:cNvPr id="15" name="Immagine 14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FC8AEFFE-6AB9-B722-CE2A-F65C01B945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2648" y="1010401"/>
            <a:ext cx="4048128" cy="1862139"/>
          </a:xfrm>
          <a:prstGeom prst="rect">
            <a:avLst/>
          </a:prstGeom>
        </p:spPr>
      </p:pic>
      <p:pic>
        <p:nvPicPr>
          <p:cNvPr id="17" name="Immagine 16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C8334854-B889-9DF5-B839-00F202FCE0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598" y="1253078"/>
            <a:ext cx="8710256" cy="3984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4807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1F208D-9481-ADB9-59D2-A8B636E44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6">
            <a:extLst>
              <a:ext uri="{FF2B5EF4-FFF2-40B4-BE49-F238E27FC236}">
                <a16:creationId xmlns:a16="http://schemas.microsoft.com/office/drawing/2014/main" id="{2C575C4A-2FEA-1C84-29CC-86B23082B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2667762" y="630936"/>
            <a:ext cx="3926681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it-IT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530EC6C-4D40-25AE-2C03-14930BF39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8F86F72-70A2-8CCB-B6F0-9A79212B0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9143999" cy="4292600"/>
          </a:xfrm>
          <a:prstGeom prst="rect">
            <a:avLst/>
          </a:pr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B98B1F2C-7AFD-05BE-8579-E01E19F032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755946"/>
            <a:ext cx="9143999" cy="3102054"/>
          </a:xfrm>
          <a:custGeom>
            <a:avLst/>
            <a:gdLst>
              <a:gd name="connsiteX0" fmla="*/ 685801 w 12192000"/>
              <a:gd name="connsiteY0" fmla="*/ 0 h 3102054"/>
              <a:gd name="connsiteX1" fmla="*/ 754064 w 12192000"/>
              <a:gd name="connsiteY1" fmla="*/ 3175 h 3102054"/>
              <a:gd name="connsiteX2" fmla="*/ 814389 w 12192000"/>
              <a:gd name="connsiteY2" fmla="*/ 9525 h 3102054"/>
              <a:gd name="connsiteX3" fmla="*/ 866776 w 12192000"/>
              <a:gd name="connsiteY3" fmla="*/ 20637 h 3102054"/>
              <a:gd name="connsiteX4" fmla="*/ 912814 w 12192000"/>
              <a:gd name="connsiteY4" fmla="*/ 36512 h 3102054"/>
              <a:gd name="connsiteX5" fmla="*/ 954089 w 12192000"/>
              <a:gd name="connsiteY5" fmla="*/ 52387 h 3102054"/>
              <a:gd name="connsiteX6" fmla="*/ 990601 w 12192000"/>
              <a:gd name="connsiteY6" fmla="*/ 68262 h 3102054"/>
              <a:gd name="connsiteX7" fmla="*/ 1028701 w 12192000"/>
              <a:gd name="connsiteY7" fmla="*/ 87312 h 3102054"/>
              <a:gd name="connsiteX8" fmla="*/ 1066801 w 12192000"/>
              <a:gd name="connsiteY8" fmla="*/ 106362 h 3102054"/>
              <a:gd name="connsiteX9" fmla="*/ 1103314 w 12192000"/>
              <a:gd name="connsiteY9" fmla="*/ 125412 h 3102054"/>
              <a:gd name="connsiteX10" fmla="*/ 1144589 w 12192000"/>
              <a:gd name="connsiteY10" fmla="*/ 141287 h 3102054"/>
              <a:gd name="connsiteX11" fmla="*/ 1190626 w 12192000"/>
              <a:gd name="connsiteY11" fmla="*/ 155575 h 3102054"/>
              <a:gd name="connsiteX12" fmla="*/ 1243014 w 12192000"/>
              <a:gd name="connsiteY12" fmla="*/ 166687 h 3102054"/>
              <a:gd name="connsiteX13" fmla="*/ 1303339 w 12192000"/>
              <a:gd name="connsiteY13" fmla="*/ 174625 h 3102054"/>
              <a:gd name="connsiteX14" fmla="*/ 1371601 w 12192000"/>
              <a:gd name="connsiteY14" fmla="*/ 176212 h 3102054"/>
              <a:gd name="connsiteX15" fmla="*/ 1439864 w 12192000"/>
              <a:gd name="connsiteY15" fmla="*/ 174625 h 3102054"/>
              <a:gd name="connsiteX16" fmla="*/ 1500189 w 12192000"/>
              <a:gd name="connsiteY16" fmla="*/ 166687 h 3102054"/>
              <a:gd name="connsiteX17" fmla="*/ 1552576 w 12192000"/>
              <a:gd name="connsiteY17" fmla="*/ 155575 h 3102054"/>
              <a:gd name="connsiteX18" fmla="*/ 1598614 w 12192000"/>
              <a:gd name="connsiteY18" fmla="*/ 141287 h 3102054"/>
              <a:gd name="connsiteX19" fmla="*/ 1639889 w 12192000"/>
              <a:gd name="connsiteY19" fmla="*/ 125412 h 3102054"/>
              <a:gd name="connsiteX20" fmla="*/ 1676401 w 12192000"/>
              <a:gd name="connsiteY20" fmla="*/ 106362 h 3102054"/>
              <a:gd name="connsiteX21" fmla="*/ 1714501 w 12192000"/>
              <a:gd name="connsiteY21" fmla="*/ 87312 h 3102054"/>
              <a:gd name="connsiteX22" fmla="*/ 1752601 w 12192000"/>
              <a:gd name="connsiteY22" fmla="*/ 68262 h 3102054"/>
              <a:gd name="connsiteX23" fmla="*/ 1789114 w 12192000"/>
              <a:gd name="connsiteY23" fmla="*/ 52387 h 3102054"/>
              <a:gd name="connsiteX24" fmla="*/ 1830389 w 12192000"/>
              <a:gd name="connsiteY24" fmla="*/ 36512 h 3102054"/>
              <a:gd name="connsiteX25" fmla="*/ 1876426 w 12192000"/>
              <a:gd name="connsiteY25" fmla="*/ 20637 h 3102054"/>
              <a:gd name="connsiteX26" fmla="*/ 1928814 w 12192000"/>
              <a:gd name="connsiteY26" fmla="*/ 9525 h 3102054"/>
              <a:gd name="connsiteX27" fmla="*/ 1989139 w 12192000"/>
              <a:gd name="connsiteY27" fmla="*/ 3175 h 3102054"/>
              <a:gd name="connsiteX28" fmla="*/ 2057401 w 12192000"/>
              <a:gd name="connsiteY28" fmla="*/ 0 h 3102054"/>
              <a:gd name="connsiteX29" fmla="*/ 2125664 w 12192000"/>
              <a:gd name="connsiteY29" fmla="*/ 3175 h 3102054"/>
              <a:gd name="connsiteX30" fmla="*/ 2185989 w 12192000"/>
              <a:gd name="connsiteY30" fmla="*/ 9525 h 3102054"/>
              <a:gd name="connsiteX31" fmla="*/ 2238376 w 12192000"/>
              <a:gd name="connsiteY31" fmla="*/ 20637 h 3102054"/>
              <a:gd name="connsiteX32" fmla="*/ 2284414 w 12192000"/>
              <a:gd name="connsiteY32" fmla="*/ 36512 h 3102054"/>
              <a:gd name="connsiteX33" fmla="*/ 2325688 w 12192000"/>
              <a:gd name="connsiteY33" fmla="*/ 52387 h 3102054"/>
              <a:gd name="connsiteX34" fmla="*/ 2362201 w 12192000"/>
              <a:gd name="connsiteY34" fmla="*/ 68262 h 3102054"/>
              <a:gd name="connsiteX35" fmla="*/ 2400301 w 12192000"/>
              <a:gd name="connsiteY35" fmla="*/ 87312 h 3102054"/>
              <a:gd name="connsiteX36" fmla="*/ 2438401 w 12192000"/>
              <a:gd name="connsiteY36" fmla="*/ 106362 h 3102054"/>
              <a:gd name="connsiteX37" fmla="*/ 2474913 w 12192000"/>
              <a:gd name="connsiteY37" fmla="*/ 125412 h 3102054"/>
              <a:gd name="connsiteX38" fmla="*/ 2516188 w 12192000"/>
              <a:gd name="connsiteY38" fmla="*/ 141287 h 3102054"/>
              <a:gd name="connsiteX39" fmla="*/ 2562226 w 12192000"/>
              <a:gd name="connsiteY39" fmla="*/ 155575 h 3102054"/>
              <a:gd name="connsiteX40" fmla="*/ 2614614 w 12192000"/>
              <a:gd name="connsiteY40" fmla="*/ 166687 h 3102054"/>
              <a:gd name="connsiteX41" fmla="*/ 2674938 w 12192000"/>
              <a:gd name="connsiteY41" fmla="*/ 174625 h 3102054"/>
              <a:gd name="connsiteX42" fmla="*/ 2743201 w 12192000"/>
              <a:gd name="connsiteY42" fmla="*/ 176212 h 3102054"/>
              <a:gd name="connsiteX43" fmla="*/ 2811464 w 12192000"/>
              <a:gd name="connsiteY43" fmla="*/ 174625 h 3102054"/>
              <a:gd name="connsiteX44" fmla="*/ 2871789 w 12192000"/>
              <a:gd name="connsiteY44" fmla="*/ 166687 h 3102054"/>
              <a:gd name="connsiteX45" fmla="*/ 2924176 w 12192000"/>
              <a:gd name="connsiteY45" fmla="*/ 155575 h 3102054"/>
              <a:gd name="connsiteX46" fmla="*/ 2970214 w 12192000"/>
              <a:gd name="connsiteY46" fmla="*/ 141287 h 3102054"/>
              <a:gd name="connsiteX47" fmla="*/ 3011489 w 12192000"/>
              <a:gd name="connsiteY47" fmla="*/ 125412 h 3102054"/>
              <a:gd name="connsiteX48" fmla="*/ 3048001 w 12192000"/>
              <a:gd name="connsiteY48" fmla="*/ 106362 h 3102054"/>
              <a:gd name="connsiteX49" fmla="*/ 3086101 w 12192000"/>
              <a:gd name="connsiteY49" fmla="*/ 87312 h 3102054"/>
              <a:gd name="connsiteX50" fmla="*/ 3124201 w 12192000"/>
              <a:gd name="connsiteY50" fmla="*/ 68262 h 3102054"/>
              <a:gd name="connsiteX51" fmla="*/ 3160714 w 12192000"/>
              <a:gd name="connsiteY51" fmla="*/ 52387 h 3102054"/>
              <a:gd name="connsiteX52" fmla="*/ 3201989 w 12192000"/>
              <a:gd name="connsiteY52" fmla="*/ 36512 h 3102054"/>
              <a:gd name="connsiteX53" fmla="*/ 3248026 w 12192000"/>
              <a:gd name="connsiteY53" fmla="*/ 20637 h 3102054"/>
              <a:gd name="connsiteX54" fmla="*/ 3300414 w 12192000"/>
              <a:gd name="connsiteY54" fmla="*/ 9525 h 3102054"/>
              <a:gd name="connsiteX55" fmla="*/ 3360739 w 12192000"/>
              <a:gd name="connsiteY55" fmla="*/ 3175 h 3102054"/>
              <a:gd name="connsiteX56" fmla="*/ 3427414 w 12192000"/>
              <a:gd name="connsiteY56" fmla="*/ 0 h 3102054"/>
              <a:gd name="connsiteX57" fmla="*/ 3497264 w 12192000"/>
              <a:gd name="connsiteY57" fmla="*/ 3175 h 3102054"/>
              <a:gd name="connsiteX58" fmla="*/ 3557589 w 12192000"/>
              <a:gd name="connsiteY58" fmla="*/ 9525 h 3102054"/>
              <a:gd name="connsiteX59" fmla="*/ 3609976 w 12192000"/>
              <a:gd name="connsiteY59" fmla="*/ 20637 h 3102054"/>
              <a:gd name="connsiteX60" fmla="*/ 3656014 w 12192000"/>
              <a:gd name="connsiteY60" fmla="*/ 36512 h 3102054"/>
              <a:gd name="connsiteX61" fmla="*/ 3697288 w 12192000"/>
              <a:gd name="connsiteY61" fmla="*/ 52387 h 3102054"/>
              <a:gd name="connsiteX62" fmla="*/ 3733801 w 12192000"/>
              <a:gd name="connsiteY62" fmla="*/ 68262 h 3102054"/>
              <a:gd name="connsiteX63" fmla="*/ 3771901 w 12192000"/>
              <a:gd name="connsiteY63" fmla="*/ 87312 h 3102054"/>
              <a:gd name="connsiteX64" fmla="*/ 3810001 w 12192000"/>
              <a:gd name="connsiteY64" fmla="*/ 106362 h 3102054"/>
              <a:gd name="connsiteX65" fmla="*/ 3846514 w 12192000"/>
              <a:gd name="connsiteY65" fmla="*/ 125412 h 3102054"/>
              <a:gd name="connsiteX66" fmla="*/ 3887789 w 12192000"/>
              <a:gd name="connsiteY66" fmla="*/ 141287 h 3102054"/>
              <a:gd name="connsiteX67" fmla="*/ 3933826 w 12192000"/>
              <a:gd name="connsiteY67" fmla="*/ 155575 h 3102054"/>
              <a:gd name="connsiteX68" fmla="*/ 3986214 w 12192000"/>
              <a:gd name="connsiteY68" fmla="*/ 166687 h 3102054"/>
              <a:gd name="connsiteX69" fmla="*/ 4046539 w 12192000"/>
              <a:gd name="connsiteY69" fmla="*/ 174625 h 3102054"/>
              <a:gd name="connsiteX70" fmla="*/ 4114801 w 12192000"/>
              <a:gd name="connsiteY70" fmla="*/ 176212 h 3102054"/>
              <a:gd name="connsiteX71" fmla="*/ 4183064 w 12192000"/>
              <a:gd name="connsiteY71" fmla="*/ 174625 h 3102054"/>
              <a:gd name="connsiteX72" fmla="*/ 4243388 w 12192000"/>
              <a:gd name="connsiteY72" fmla="*/ 166687 h 3102054"/>
              <a:gd name="connsiteX73" fmla="*/ 4295776 w 12192000"/>
              <a:gd name="connsiteY73" fmla="*/ 155575 h 3102054"/>
              <a:gd name="connsiteX74" fmla="*/ 4341813 w 12192000"/>
              <a:gd name="connsiteY74" fmla="*/ 141287 h 3102054"/>
              <a:gd name="connsiteX75" fmla="*/ 4383088 w 12192000"/>
              <a:gd name="connsiteY75" fmla="*/ 125412 h 3102054"/>
              <a:gd name="connsiteX76" fmla="*/ 4419601 w 12192000"/>
              <a:gd name="connsiteY76" fmla="*/ 106362 h 3102054"/>
              <a:gd name="connsiteX77" fmla="*/ 4495801 w 12192000"/>
              <a:gd name="connsiteY77" fmla="*/ 68262 h 3102054"/>
              <a:gd name="connsiteX78" fmla="*/ 4532314 w 12192000"/>
              <a:gd name="connsiteY78" fmla="*/ 52387 h 3102054"/>
              <a:gd name="connsiteX79" fmla="*/ 4573588 w 12192000"/>
              <a:gd name="connsiteY79" fmla="*/ 36512 h 3102054"/>
              <a:gd name="connsiteX80" fmla="*/ 4619626 w 12192000"/>
              <a:gd name="connsiteY80" fmla="*/ 20637 h 3102054"/>
              <a:gd name="connsiteX81" fmla="*/ 4672013 w 12192000"/>
              <a:gd name="connsiteY81" fmla="*/ 9525 h 3102054"/>
              <a:gd name="connsiteX82" fmla="*/ 4732338 w 12192000"/>
              <a:gd name="connsiteY82" fmla="*/ 3175 h 3102054"/>
              <a:gd name="connsiteX83" fmla="*/ 4800601 w 12192000"/>
              <a:gd name="connsiteY83" fmla="*/ 0 h 3102054"/>
              <a:gd name="connsiteX84" fmla="*/ 4868864 w 12192000"/>
              <a:gd name="connsiteY84" fmla="*/ 3175 h 3102054"/>
              <a:gd name="connsiteX85" fmla="*/ 4929188 w 12192000"/>
              <a:gd name="connsiteY85" fmla="*/ 9525 h 3102054"/>
              <a:gd name="connsiteX86" fmla="*/ 4981576 w 12192000"/>
              <a:gd name="connsiteY86" fmla="*/ 20637 h 3102054"/>
              <a:gd name="connsiteX87" fmla="*/ 5027614 w 12192000"/>
              <a:gd name="connsiteY87" fmla="*/ 36512 h 3102054"/>
              <a:gd name="connsiteX88" fmla="*/ 5068889 w 12192000"/>
              <a:gd name="connsiteY88" fmla="*/ 52387 h 3102054"/>
              <a:gd name="connsiteX89" fmla="*/ 5105402 w 12192000"/>
              <a:gd name="connsiteY89" fmla="*/ 68262 h 3102054"/>
              <a:gd name="connsiteX90" fmla="*/ 5143502 w 12192000"/>
              <a:gd name="connsiteY90" fmla="*/ 87312 h 3102054"/>
              <a:gd name="connsiteX91" fmla="*/ 5181601 w 12192000"/>
              <a:gd name="connsiteY91" fmla="*/ 106362 h 3102054"/>
              <a:gd name="connsiteX92" fmla="*/ 5218115 w 12192000"/>
              <a:gd name="connsiteY92" fmla="*/ 125412 h 3102054"/>
              <a:gd name="connsiteX93" fmla="*/ 5259388 w 12192000"/>
              <a:gd name="connsiteY93" fmla="*/ 141287 h 3102054"/>
              <a:gd name="connsiteX94" fmla="*/ 5305426 w 12192000"/>
              <a:gd name="connsiteY94" fmla="*/ 155575 h 3102054"/>
              <a:gd name="connsiteX95" fmla="*/ 5357813 w 12192000"/>
              <a:gd name="connsiteY95" fmla="*/ 166687 h 3102054"/>
              <a:gd name="connsiteX96" fmla="*/ 5418139 w 12192000"/>
              <a:gd name="connsiteY96" fmla="*/ 174625 h 3102054"/>
              <a:gd name="connsiteX97" fmla="*/ 5486401 w 12192000"/>
              <a:gd name="connsiteY97" fmla="*/ 176212 h 3102054"/>
              <a:gd name="connsiteX98" fmla="*/ 5554663 w 12192000"/>
              <a:gd name="connsiteY98" fmla="*/ 174625 h 3102054"/>
              <a:gd name="connsiteX99" fmla="*/ 5614989 w 12192000"/>
              <a:gd name="connsiteY99" fmla="*/ 166687 h 3102054"/>
              <a:gd name="connsiteX100" fmla="*/ 5667376 w 12192000"/>
              <a:gd name="connsiteY100" fmla="*/ 155575 h 3102054"/>
              <a:gd name="connsiteX101" fmla="*/ 5713414 w 12192000"/>
              <a:gd name="connsiteY101" fmla="*/ 141287 h 3102054"/>
              <a:gd name="connsiteX102" fmla="*/ 5754689 w 12192000"/>
              <a:gd name="connsiteY102" fmla="*/ 125412 h 3102054"/>
              <a:gd name="connsiteX103" fmla="*/ 5791202 w 12192000"/>
              <a:gd name="connsiteY103" fmla="*/ 106362 h 3102054"/>
              <a:gd name="connsiteX104" fmla="*/ 5829302 w 12192000"/>
              <a:gd name="connsiteY104" fmla="*/ 87312 h 3102054"/>
              <a:gd name="connsiteX105" fmla="*/ 5867402 w 12192000"/>
              <a:gd name="connsiteY105" fmla="*/ 68262 h 3102054"/>
              <a:gd name="connsiteX106" fmla="*/ 5903915 w 12192000"/>
              <a:gd name="connsiteY106" fmla="*/ 52387 h 3102054"/>
              <a:gd name="connsiteX107" fmla="*/ 5945189 w 12192000"/>
              <a:gd name="connsiteY107" fmla="*/ 36512 h 3102054"/>
              <a:gd name="connsiteX108" fmla="*/ 5991226 w 12192000"/>
              <a:gd name="connsiteY108" fmla="*/ 20637 h 3102054"/>
              <a:gd name="connsiteX109" fmla="*/ 6043614 w 12192000"/>
              <a:gd name="connsiteY109" fmla="*/ 9525 h 3102054"/>
              <a:gd name="connsiteX110" fmla="*/ 6103939 w 12192000"/>
              <a:gd name="connsiteY110" fmla="*/ 3175 h 3102054"/>
              <a:gd name="connsiteX111" fmla="*/ 6172201 w 12192000"/>
              <a:gd name="connsiteY111" fmla="*/ 0 h 3102054"/>
              <a:gd name="connsiteX112" fmla="*/ 6210301 w 12192000"/>
              <a:gd name="connsiteY112" fmla="*/ 1772 h 3102054"/>
              <a:gd name="connsiteX113" fmla="*/ 6248401 w 12192000"/>
              <a:gd name="connsiteY113" fmla="*/ 0 h 3102054"/>
              <a:gd name="connsiteX114" fmla="*/ 6316664 w 12192000"/>
              <a:gd name="connsiteY114" fmla="*/ 3175 h 3102054"/>
              <a:gd name="connsiteX115" fmla="*/ 6376989 w 12192000"/>
              <a:gd name="connsiteY115" fmla="*/ 9525 h 3102054"/>
              <a:gd name="connsiteX116" fmla="*/ 6429376 w 12192000"/>
              <a:gd name="connsiteY116" fmla="*/ 20637 h 3102054"/>
              <a:gd name="connsiteX117" fmla="*/ 6475414 w 12192000"/>
              <a:gd name="connsiteY117" fmla="*/ 36512 h 3102054"/>
              <a:gd name="connsiteX118" fmla="*/ 6516689 w 12192000"/>
              <a:gd name="connsiteY118" fmla="*/ 52387 h 3102054"/>
              <a:gd name="connsiteX119" fmla="*/ 6553202 w 12192000"/>
              <a:gd name="connsiteY119" fmla="*/ 68262 h 3102054"/>
              <a:gd name="connsiteX120" fmla="*/ 6591302 w 12192000"/>
              <a:gd name="connsiteY120" fmla="*/ 87312 h 3102054"/>
              <a:gd name="connsiteX121" fmla="*/ 6629401 w 12192000"/>
              <a:gd name="connsiteY121" fmla="*/ 106362 h 3102054"/>
              <a:gd name="connsiteX122" fmla="*/ 6665915 w 12192000"/>
              <a:gd name="connsiteY122" fmla="*/ 125412 h 3102054"/>
              <a:gd name="connsiteX123" fmla="*/ 6707189 w 12192000"/>
              <a:gd name="connsiteY123" fmla="*/ 141287 h 3102054"/>
              <a:gd name="connsiteX124" fmla="*/ 6753226 w 12192000"/>
              <a:gd name="connsiteY124" fmla="*/ 155575 h 3102054"/>
              <a:gd name="connsiteX125" fmla="*/ 6805614 w 12192000"/>
              <a:gd name="connsiteY125" fmla="*/ 166687 h 3102054"/>
              <a:gd name="connsiteX126" fmla="*/ 6865939 w 12192000"/>
              <a:gd name="connsiteY126" fmla="*/ 174625 h 3102054"/>
              <a:gd name="connsiteX127" fmla="*/ 6934201 w 12192000"/>
              <a:gd name="connsiteY127" fmla="*/ 176212 h 3102054"/>
              <a:gd name="connsiteX128" fmla="*/ 7002464 w 12192000"/>
              <a:gd name="connsiteY128" fmla="*/ 174625 h 3102054"/>
              <a:gd name="connsiteX129" fmla="*/ 7062789 w 12192000"/>
              <a:gd name="connsiteY129" fmla="*/ 166687 h 3102054"/>
              <a:gd name="connsiteX130" fmla="*/ 7115176 w 12192000"/>
              <a:gd name="connsiteY130" fmla="*/ 155575 h 3102054"/>
              <a:gd name="connsiteX131" fmla="*/ 7161214 w 12192000"/>
              <a:gd name="connsiteY131" fmla="*/ 141287 h 3102054"/>
              <a:gd name="connsiteX132" fmla="*/ 7202489 w 12192000"/>
              <a:gd name="connsiteY132" fmla="*/ 125412 h 3102054"/>
              <a:gd name="connsiteX133" fmla="*/ 7239001 w 12192000"/>
              <a:gd name="connsiteY133" fmla="*/ 106362 h 3102054"/>
              <a:gd name="connsiteX134" fmla="*/ 7277101 w 12192000"/>
              <a:gd name="connsiteY134" fmla="*/ 87312 h 3102054"/>
              <a:gd name="connsiteX135" fmla="*/ 7315201 w 12192000"/>
              <a:gd name="connsiteY135" fmla="*/ 68262 h 3102054"/>
              <a:gd name="connsiteX136" fmla="*/ 7351714 w 12192000"/>
              <a:gd name="connsiteY136" fmla="*/ 52387 h 3102054"/>
              <a:gd name="connsiteX137" fmla="*/ 7392989 w 12192000"/>
              <a:gd name="connsiteY137" fmla="*/ 36512 h 3102054"/>
              <a:gd name="connsiteX138" fmla="*/ 7439026 w 12192000"/>
              <a:gd name="connsiteY138" fmla="*/ 20637 h 3102054"/>
              <a:gd name="connsiteX139" fmla="*/ 7491414 w 12192000"/>
              <a:gd name="connsiteY139" fmla="*/ 9525 h 3102054"/>
              <a:gd name="connsiteX140" fmla="*/ 7551739 w 12192000"/>
              <a:gd name="connsiteY140" fmla="*/ 3175 h 3102054"/>
              <a:gd name="connsiteX141" fmla="*/ 7620001 w 12192000"/>
              <a:gd name="connsiteY141" fmla="*/ 0 h 3102054"/>
              <a:gd name="connsiteX142" fmla="*/ 7688264 w 12192000"/>
              <a:gd name="connsiteY142" fmla="*/ 3175 h 3102054"/>
              <a:gd name="connsiteX143" fmla="*/ 7748589 w 12192000"/>
              <a:gd name="connsiteY143" fmla="*/ 9525 h 3102054"/>
              <a:gd name="connsiteX144" fmla="*/ 7800976 w 12192000"/>
              <a:gd name="connsiteY144" fmla="*/ 20637 h 3102054"/>
              <a:gd name="connsiteX145" fmla="*/ 7847014 w 12192000"/>
              <a:gd name="connsiteY145" fmla="*/ 36512 h 3102054"/>
              <a:gd name="connsiteX146" fmla="*/ 7888289 w 12192000"/>
              <a:gd name="connsiteY146" fmla="*/ 52387 h 3102054"/>
              <a:gd name="connsiteX147" fmla="*/ 7924801 w 12192000"/>
              <a:gd name="connsiteY147" fmla="*/ 68262 h 3102054"/>
              <a:gd name="connsiteX148" fmla="*/ 7962901 w 12192000"/>
              <a:gd name="connsiteY148" fmla="*/ 87312 h 3102054"/>
              <a:gd name="connsiteX149" fmla="*/ 8001001 w 12192000"/>
              <a:gd name="connsiteY149" fmla="*/ 106362 h 3102054"/>
              <a:gd name="connsiteX150" fmla="*/ 8037514 w 12192000"/>
              <a:gd name="connsiteY150" fmla="*/ 125412 h 3102054"/>
              <a:gd name="connsiteX151" fmla="*/ 8078789 w 12192000"/>
              <a:gd name="connsiteY151" fmla="*/ 141287 h 3102054"/>
              <a:gd name="connsiteX152" fmla="*/ 8124826 w 12192000"/>
              <a:gd name="connsiteY152" fmla="*/ 155575 h 3102054"/>
              <a:gd name="connsiteX153" fmla="*/ 8177214 w 12192000"/>
              <a:gd name="connsiteY153" fmla="*/ 166687 h 3102054"/>
              <a:gd name="connsiteX154" fmla="*/ 8237539 w 12192000"/>
              <a:gd name="connsiteY154" fmla="*/ 174625 h 3102054"/>
              <a:gd name="connsiteX155" fmla="*/ 8305801 w 12192000"/>
              <a:gd name="connsiteY155" fmla="*/ 176212 h 3102054"/>
              <a:gd name="connsiteX156" fmla="*/ 8374064 w 12192000"/>
              <a:gd name="connsiteY156" fmla="*/ 174625 h 3102054"/>
              <a:gd name="connsiteX157" fmla="*/ 8434388 w 12192000"/>
              <a:gd name="connsiteY157" fmla="*/ 166687 h 3102054"/>
              <a:gd name="connsiteX158" fmla="*/ 8486776 w 12192000"/>
              <a:gd name="connsiteY158" fmla="*/ 155575 h 3102054"/>
              <a:gd name="connsiteX159" fmla="*/ 8532814 w 12192000"/>
              <a:gd name="connsiteY159" fmla="*/ 141287 h 3102054"/>
              <a:gd name="connsiteX160" fmla="*/ 8574088 w 12192000"/>
              <a:gd name="connsiteY160" fmla="*/ 125412 h 3102054"/>
              <a:gd name="connsiteX161" fmla="*/ 8610600 w 12192000"/>
              <a:gd name="connsiteY161" fmla="*/ 106362 h 3102054"/>
              <a:gd name="connsiteX162" fmla="*/ 8648700 w 12192000"/>
              <a:gd name="connsiteY162" fmla="*/ 87312 h 3102054"/>
              <a:gd name="connsiteX163" fmla="*/ 8686800 w 12192000"/>
              <a:gd name="connsiteY163" fmla="*/ 68262 h 3102054"/>
              <a:gd name="connsiteX164" fmla="*/ 8723314 w 12192000"/>
              <a:gd name="connsiteY164" fmla="*/ 52387 h 3102054"/>
              <a:gd name="connsiteX165" fmla="*/ 8764588 w 12192000"/>
              <a:gd name="connsiteY165" fmla="*/ 36512 h 3102054"/>
              <a:gd name="connsiteX166" fmla="*/ 8810626 w 12192000"/>
              <a:gd name="connsiteY166" fmla="*/ 20637 h 3102054"/>
              <a:gd name="connsiteX167" fmla="*/ 8863014 w 12192000"/>
              <a:gd name="connsiteY167" fmla="*/ 9525 h 3102054"/>
              <a:gd name="connsiteX168" fmla="*/ 8923338 w 12192000"/>
              <a:gd name="connsiteY168" fmla="*/ 3175 h 3102054"/>
              <a:gd name="connsiteX169" fmla="*/ 8990014 w 12192000"/>
              <a:gd name="connsiteY169" fmla="*/ 0 h 3102054"/>
              <a:gd name="connsiteX170" fmla="*/ 9059864 w 12192000"/>
              <a:gd name="connsiteY170" fmla="*/ 3175 h 3102054"/>
              <a:gd name="connsiteX171" fmla="*/ 9120188 w 12192000"/>
              <a:gd name="connsiteY171" fmla="*/ 9525 h 3102054"/>
              <a:gd name="connsiteX172" fmla="*/ 9172576 w 12192000"/>
              <a:gd name="connsiteY172" fmla="*/ 20637 h 3102054"/>
              <a:gd name="connsiteX173" fmla="*/ 9218614 w 12192000"/>
              <a:gd name="connsiteY173" fmla="*/ 36512 h 3102054"/>
              <a:gd name="connsiteX174" fmla="*/ 9259888 w 12192000"/>
              <a:gd name="connsiteY174" fmla="*/ 52387 h 3102054"/>
              <a:gd name="connsiteX175" fmla="*/ 9296400 w 12192000"/>
              <a:gd name="connsiteY175" fmla="*/ 68262 h 3102054"/>
              <a:gd name="connsiteX176" fmla="*/ 9334500 w 12192000"/>
              <a:gd name="connsiteY176" fmla="*/ 87312 h 3102054"/>
              <a:gd name="connsiteX177" fmla="*/ 9372600 w 12192000"/>
              <a:gd name="connsiteY177" fmla="*/ 106362 h 3102054"/>
              <a:gd name="connsiteX178" fmla="*/ 9409114 w 12192000"/>
              <a:gd name="connsiteY178" fmla="*/ 125412 h 3102054"/>
              <a:gd name="connsiteX179" fmla="*/ 9450388 w 12192000"/>
              <a:gd name="connsiteY179" fmla="*/ 141287 h 3102054"/>
              <a:gd name="connsiteX180" fmla="*/ 9496426 w 12192000"/>
              <a:gd name="connsiteY180" fmla="*/ 155575 h 3102054"/>
              <a:gd name="connsiteX181" fmla="*/ 9548814 w 12192000"/>
              <a:gd name="connsiteY181" fmla="*/ 166687 h 3102054"/>
              <a:gd name="connsiteX182" fmla="*/ 9609138 w 12192000"/>
              <a:gd name="connsiteY182" fmla="*/ 174625 h 3102054"/>
              <a:gd name="connsiteX183" fmla="*/ 9677400 w 12192000"/>
              <a:gd name="connsiteY183" fmla="*/ 176212 h 3102054"/>
              <a:gd name="connsiteX184" fmla="*/ 9745664 w 12192000"/>
              <a:gd name="connsiteY184" fmla="*/ 174625 h 3102054"/>
              <a:gd name="connsiteX185" fmla="*/ 9805988 w 12192000"/>
              <a:gd name="connsiteY185" fmla="*/ 166687 h 3102054"/>
              <a:gd name="connsiteX186" fmla="*/ 9858376 w 12192000"/>
              <a:gd name="connsiteY186" fmla="*/ 155575 h 3102054"/>
              <a:gd name="connsiteX187" fmla="*/ 9904414 w 12192000"/>
              <a:gd name="connsiteY187" fmla="*/ 141287 h 3102054"/>
              <a:gd name="connsiteX188" fmla="*/ 9945688 w 12192000"/>
              <a:gd name="connsiteY188" fmla="*/ 125412 h 3102054"/>
              <a:gd name="connsiteX189" fmla="*/ 9982200 w 12192000"/>
              <a:gd name="connsiteY189" fmla="*/ 106362 h 3102054"/>
              <a:gd name="connsiteX190" fmla="*/ 10058400 w 12192000"/>
              <a:gd name="connsiteY190" fmla="*/ 68262 h 3102054"/>
              <a:gd name="connsiteX191" fmla="*/ 10094914 w 12192000"/>
              <a:gd name="connsiteY191" fmla="*/ 52387 h 3102054"/>
              <a:gd name="connsiteX192" fmla="*/ 10136188 w 12192000"/>
              <a:gd name="connsiteY192" fmla="*/ 36512 h 3102054"/>
              <a:gd name="connsiteX193" fmla="*/ 10182226 w 12192000"/>
              <a:gd name="connsiteY193" fmla="*/ 20637 h 3102054"/>
              <a:gd name="connsiteX194" fmla="*/ 10234614 w 12192000"/>
              <a:gd name="connsiteY194" fmla="*/ 9525 h 3102054"/>
              <a:gd name="connsiteX195" fmla="*/ 10294938 w 12192000"/>
              <a:gd name="connsiteY195" fmla="*/ 3175 h 3102054"/>
              <a:gd name="connsiteX196" fmla="*/ 10363200 w 12192000"/>
              <a:gd name="connsiteY196" fmla="*/ 0 h 3102054"/>
              <a:gd name="connsiteX197" fmla="*/ 10431464 w 12192000"/>
              <a:gd name="connsiteY197" fmla="*/ 3175 h 3102054"/>
              <a:gd name="connsiteX198" fmla="*/ 10491788 w 12192000"/>
              <a:gd name="connsiteY198" fmla="*/ 9525 h 3102054"/>
              <a:gd name="connsiteX199" fmla="*/ 10544176 w 12192000"/>
              <a:gd name="connsiteY199" fmla="*/ 20637 h 3102054"/>
              <a:gd name="connsiteX200" fmla="*/ 10590214 w 12192000"/>
              <a:gd name="connsiteY200" fmla="*/ 36512 h 3102054"/>
              <a:gd name="connsiteX201" fmla="*/ 10631488 w 12192000"/>
              <a:gd name="connsiteY201" fmla="*/ 52387 h 3102054"/>
              <a:gd name="connsiteX202" fmla="*/ 10668000 w 12192000"/>
              <a:gd name="connsiteY202" fmla="*/ 68262 h 3102054"/>
              <a:gd name="connsiteX203" fmla="*/ 10706100 w 12192000"/>
              <a:gd name="connsiteY203" fmla="*/ 87312 h 3102054"/>
              <a:gd name="connsiteX204" fmla="*/ 10744200 w 12192000"/>
              <a:gd name="connsiteY204" fmla="*/ 106362 h 3102054"/>
              <a:gd name="connsiteX205" fmla="*/ 10780714 w 12192000"/>
              <a:gd name="connsiteY205" fmla="*/ 125412 h 3102054"/>
              <a:gd name="connsiteX206" fmla="*/ 10821988 w 12192000"/>
              <a:gd name="connsiteY206" fmla="*/ 141287 h 3102054"/>
              <a:gd name="connsiteX207" fmla="*/ 10868026 w 12192000"/>
              <a:gd name="connsiteY207" fmla="*/ 155575 h 3102054"/>
              <a:gd name="connsiteX208" fmla="*/ 10920414 w 12192000"/>
              <a:gd name="connsiteY208" fmla="*/ 166687 h 3102054"/>
              <a:gd name="connsiteX209" fmla="*/ 10980738 w 12192000"/>
              <a:gd name="connsiteY209" fmla="*/ 174625 h 3102054"/>
              <a:gd name="connsiteX210" fmla="*/ 11049000 w 12192000"/>
              <a:gd name="connsiteY210" fmla="*/ 176212 h 3102054"/>
              <a:gd name="connsiteX211" fmla="*/ 11117264 w 12192000"/>
              <a:gd name="connsiteY211" fmla="*/ 174625 h 3102054"/>
              <a:gd name="connsiteX212" fmla="*/ 11177588 w 12192000"/>
              <a:gd name="connsiteY212" fmla="*/ 166687 h 3102054"/>
              <a:gd name="connsiteX213" fmla="*/ 11229976 w 12192000"/>
              <a:gd name="connsiteY213" fmla="*/ 155575 h 3102054"/>
              <a:gd name="connsiteX214" fmla="*/ 11276014 w 12192000"/>
              <a:gd name="connsiteY214" fmla="*/ 141287 h 3102054"/>
              <a:gd name="connsiteX215" fmla="*/ 11317288 w 12192000"/>
              <a:gd name="connsiteY215" fmla="*/ 125412 h 3102054"/>
              <a:gd name="connsiteX216" fmla="*/ 11353800 w 12192000"/>
              <a:gd name="connsiteY216" fmla="*/ 106362 h 3102054"/>
              <a:gd name="connsiteX217" fmla="*/ 11391900 w 12192000"/>
              <a:gd name="connsiteY217" fmla="*/ 87312 h 3102054"/>
              <a:gd name="connsiteX218" fmla="*/ 11430000 w 12192000"/>
              <a:gd name="connsiteY218" fmla="*/ 68263 h 3102054"/>
              <a:gd name="connsiteX219" fmla="*/ 11466514 w 12192000"/>
              <a:gd name="connsiteY219" fmla="*/ 52388 h 3102054"/>
              <a:gd name="connsiteX220" fmla="*/ 11507788 w 12192000"/>
              <a:gd name="connsiteY220" fmla="*/ 36513 h 3102054"/>
              <a:gd name="connsiteX221" fmla="*/ 11553826 w 12192000"/>
              <a:gd name="connsiteY221" fmla="*/ 20638 h 3102054"/>
              <a:gd name="connsiteX222" fmla="*/ 11606214 w 12192000"/>
              <a:gd name="connsiteY222" fmla="*/ 9525 h 3102054"/>
              <a:gd name="connsiteX223" fmla="*/ 11666538 w 12192000"/>
              <a:gd name="connsiteY223" fmla="*/ 3175 h 3102054"/>
              <a:gd name="connsiteX224" fmla="*/ 11734800 w 12192000"/>
              <a:gd name="connsiteY224" fmla="*/ 0 h 3102054"/>
              <a:gd name="connsiteX225" fmla="*/ 11803064 w 12192000"/>
              <a:gd name="connsiteY225" fmla="*/ 3175 h 3102054"/>
              <a:gd name="connsiteX226" fmla="*/ 11863388 w 12192000"/>
              <a:gd name="connsiteY226" fmla="*/ 9525 h 3102054"/>
              <a:gd name="connsiteX227" fmla="*/ 11915776 w 12192000"/>
              <a:gd name="connsiteY227" fmla="*/ 20638 h 3102054"/>
              <a:gd name="connsiteX228" fmla="*/ 11961814 w 12192000"/>
              <a:gd name="connsiteY228" fmla="*/ 36513 h 3102054"/>
              <a:gd name="connsiteX229" fmla="*/ 12003088 w 12192000"/>
              <a:gd name="connsiteY229" fmla="*/ 52388 h 3102054"/>
              <a:gd name="connsiteX230" fmla="*/ 12039600 w 12192000"/>
              <a:gd name="connsiteY230" fmla="*/ 68263 h 3102054"/>
              <a:gd name="connsiteX231" fmla="*/ 12077700 w 12192000"/>
              <a:gd name="connsiteY231" fmla="*/ 87313 h 3102054"/>
              <a:gd name="connsiteX232" fmla="*/ 12115800 w 12192000"/>
              <a:gd name="connsiteY232" fmla="*/ 106363 h 3102054"/>
              <a:gd name="connsiteX233" fmla="*/ 12152314 w 12192000"/>
              <a:gd name="connsiteY233" fmla="*/ 125413 h 3102054"/>
              <a:gd name="connsiteX234" fmla="*/ 12192000 w 12192000"/>
              <a:gd name="connsiteY234" fmla="*/ 140677 h 3102054"/>
              <a:gd name="connsiteX235" fmla="*/ 12192000 w 12192000"/>
              <a:gd name="connsiteY235" fmla="*/ 885826 h 3102054"/>
              <a:gd name="connsiteX236" fmla="*/ 12191999 w 12192000"/>
              <a:gd name="connsiteY236" fmla="*/ 885826 h 3102054"/>
              <a:gd name="connsiteX237" fmla="*/ 12191999 w 12192000"/>
              <a:gd name="connsiteY237" fmla="*/ 3102054 h 3102054"/>
              <a:gd name="connsiteX238" fmla="*/ 0 w 12192000"/>
              <a:gd name="connsiteY238" fmla="*/ 3102054 h 3102054"/>
              <a:gd name="connsiteX239" fmla="*/ 0 w 12192000"/>
              <a:gd name="connsiteY239" fmla="*/ 638254 h 3102054"/>
              <a:gd name="connsiteX240" fmla="*/ 1 w 12192000"/>
              <a:gd name="connsiteY240" fmla="*/ 638254 h 3102054"/>
              <a:gd name="connsiteX241" fmla="*/ 1 w 12192000"/>
              <a:gd name="connsiteY241" fmla="*/ 176212 h 3102054"/>
              <a:gd name="connsiteX242" fmla="*/ 68264 w 12192000"/>
              <a:gd name="connsiteY242" fmla="*/ 174625 h 3102054"/>
              <a:gd name="connsiteX243" fmla="*/ 128589 w 12192000"/>
              <a:gd name="connsiteY243" fmla="*/ 166687 h 3102054"/>
              <a:gd name="connsiteX244" fmla="*/ 180976 w 12192000"/>
              <a:gd name="connsiteY244" fmla="*/ 155575 h 3102054"/>
              <a:gd name="connsiteX245" fmla="*/ 227014 w 12192000"/>
              <a:gd name="connsiteY245" fmla="*/ 141287 h 3102054"/>
              <a:gd name="connsiteX246" fmla="*/ 268289 w 12192000"/>
              <a:gd name="connsiteY246" fmla="*/ 125412 h 3102054"/>
              <a:gd name="connsiteX247" fmla="*/ 304801 w 12192000"/>
              <a:gd name="connsiteY247" fmla="*/ 106362 h 3102054"/>
              <a:gd name="connsiteX248" fmla="*/ 342901 w 12192000"/>
              <a:gd name="connsiteY248" fmla="*/ 87312 h 3102054"/>
              <a:gd name="connsiteX249" fmla="*/ 381001 w 12192000"/>
              <a:gd name="connsiteY249" fmla="*/ 68262 h 3102054"/>
              <a:gd name="connsiteX250" fmla="*/ 417514 w 12192000"/>
              <a:gd name="connsiteY250" fmla="*/ 52387 h 3102054"/>
              <a:gd name="connsiteX251" fmla="*/ 458789 w 12192000"/>
              <a:gd name="connsiteY251" fmla="*/ 36512 h 3102054"/>
              <a:gd name="connsiteX252" fmla="*/ 504826 w 12192000"/>
              <a:gd name="connsiteY252" fmla="*/ 20637 h 3102054"/>
              <a:gd name="connsiteX253" fmla="*/ 557214 w 12192000"/>
              <a:gd name="connsiteY253" fmla="*/ 9525 h 3102054"/>
              <a:gd name="connsiteX254" fmla="*/ 617539 w 12192000"/>
              <a:gd name="connsiteY254" fmla="*/ 3175 h 3102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</a:cxnLst>
            <a:rect l="l" t="t" r="r" b="b"/>
            <a:pathLst>
              <a:path w="12192000" h="3102054">
                <a:moveTo>
                  <a:pt x="685801" y="0"/>
                </a:moveTo>
                <a:lnTo>
                  <a:pt x="754064" y="3175"/>
                </a:lnTo>
                <a:lnTo>
                  <a:pt x="814389" y="9525"/>
                </a:lnTo>
                <a:lnTo>
                  <a:pt x="866776" y="20637"/>
                </a:lnTo>
                <a:lnTo>
                  <a:pt x="912814" y="36512"/>
                </a:lnTo>
                <a:lnTo>
                  <a:pt x="954089" y="52387"/>
                </a:lnTo>
                <a:lnTo>
                  <a:pt x="990601" y="68262"/>
                </a:lnTo>
                <a:lnTo>
                  <a:pt x="1028701" y="87312"/>
                </a:lnTo>
                <a:lnTo>
                  <a:pt x="1066801" y="106362"/>
                </a:lnTo>
                <a:lnTo>
                  <a:pt x="1103314" y="125412"/>
                </a:lnTo>
                <a:lnTo>
                  <a:pt x="1144589" y="141287"/>
                </a:lnTo>
                <a:lnTo>
                  <a:pt x="1190626" y="155575"/>
                </a:lnTo>
                <a:lnTo>
                  <a:pt x="1243014" y="166687"/>
                </a:lnTo>
                <a:lnTo>
                  <a:pt x="1303339" y="174625"/>
                </a:lnTo>
                <a:lnTo>
                  <a:pt x="1371601" y="176212"/>
                </a:lnTo>
                <a:lnTo>
                  <a:pt x="1439864" y="174625"/>
                </a:lnTo>
                <a:lnTo>
                  <a:pt x="1500189" y="166687"/>
                </a:lnTo>
                <a:lnTo>
                  <a:pt x="1552576" y="155575"/>
                </a:lnTo>
                <a:lnTo>
                  <a:pt x="1598614" y="141287"/>
                </a:lnTo>
                <a:lnTo>
                  <a:pt x="1639889" y="125412"/>
                </a:lnTo>
                <a:lnTo>
                  <a:pt x="1676401" y="106362"/>
                </a:lnTo>
                <a:lnTo>
                  <a:pt x="1714501" y="87312"/>
                </a:lnTo>
                <a:lnTo>
                  <a:pt x="1752601" y="68262"/>
                </a:lnTo>
                <a:lnTo>
                  <a:pt x="1789114" y="52387"/>
                </a:lnTo>
                <a:lnTo>
                  <a:pt x="1830389" y="36512"/>
                </a:lnTo>
                <a:lnTo>
                  <a:pt x="1876426" y="20637"/>
                </a:lnTo>
                <a:lnTo>
                  <a:pt x="1928814" y="9525"/>
                </a:lnTo>
                <a:lnTo>
                  <a:pt x="1989139" y="3175"/>
                </a:lnTo>
                <a:lnTo>
                  <a:pt x="2057401" y="0"/>
                </a:lnTo>
                <a:lnTo>
                  <a:pt x="2125664" y="3175"/>
                </a:lnTo>
                <a:lnTo>
                  <a:pt x="2185989" y="9525"/>
                </a:lnTo>
                <a:lnTo>
                  <a:pt x="2238376" y="20637"/>
                </a:lnTo>
                <a:lnTo>
                  <a:pt x="2284414" y="36512"/>
                </a:lnTo>
                <a:lnTo>
                  <a:pt x="2325688" y="52387"/>
                </a:lnTo>
                <a:lnTo>
                  <a:pt x="2362201" y="68262"/>
                </a:lnTo>
                <a:lnTo>
                  <a:pt x="2400301" y="87312"/>
                </a:lnTo>
                <a:lnTo>
                  <a:pt x="2438401" y="106362"/>
                </a:lnTo>
                <a:lnTo>
                  <a:pt x="2474913" y="125412"/>
                </a:lnTo>
                <a:lnTo>
                  <a:pt x="2516188" y="141287"/>
                </a:lnTo>
                <a:lnTo>
                  <a:pt x="2562226" y="155575"/>
                </a:lnTo>
                <a:lnTo>
                  <a:pt x="2614614" y="166687"/>
                </a:lnTo>
                <a:lnTo>
                  <a:pt x="2674938" y="174625"/>
                </a:lnTo>
                <a:lnTo>
                  <a:pt x="2743201" y="176212"/>
                </a:lnTo>
                <a:lnTo>
                  <a:pt x="2811464" y="174625"/>
                </a:lnTo>
                <a:lnTo>
                  <a:pt x="2871789" y="166687"/>
                </a:lnTo>
                <a:lnTo>
                  <a:pt x="2924176" y="155575"/>
                </a:lnTo>
                <a:lnTo>
                  <a:pt x="2970214" y="141287"/>
                </a:lnTo>
                <a:lnTo>
                  <a:pt x="3011489" y="125412"/>
                </a:lnTo>
                <a:lnTo>
                  <a:pt x="3048001" y="106362"/>
                </a:lnTo>
                <a:lnTo>
                  <a:pt x="3086101" y="87312"/>
                </a:lnTo>
                <a:lnTo>
                  <a:pt x="3124201" y="68262"/>
                </a:lnTo>
                <a:lnTo>
                  <a:pt x="3160714" y="52387"/>
                </a:lnTo>
                <a:lnTo>
                  <a:pt x="3201989" y="36512"/>
                </a:lnTo>
                <a:lnTo>
                  <a:pt x="3248026" y="20637"/>
                </a:lnTo>
                <a:lnTo>
                  <a:pt x="3300414" y="9525"/>
                </a:lnTo>
                <a:lnTo>
                  <a:pt x="3360739" y="3175"/>
                </a:lnTo>
                <a:lnTo>
                  <a:pt x="3427414" y="0"/>
                </a:lnTo>
                <a:lnTo>
                  <a:pt x="3497264" y="3175"/>
                </a:lnTo>
                <a:lnTo>
                  <a:pt x="3557589" y="9525"/>
                </a:lnTo>
                <a:lnTo>
                  <a:pt x="3609976" y="20637"/>
                </a:lnTo>
                <a:lnTo>
                  <a:pt x="3656014" y="36512"/>
                </a:lnTo>
                <a:lnTo>
                  <a:pt x="3697288" y="52387"/>
                </a:lnTo>
                <a:lnTo>
                  <a:pt x="3733801" y="68262"/>
                </a:lnTo>
                <a:lnTo>
                  <a:pt x="3771901" y="87312"/>
                </a:lnTo>
                <a:lnTo>
                  <a:pt x="3810001" y="106362"/>
                </a:lnTo>
                <a:lnTo>
                  <a:pt x="3846514" y="125412"/>
                </a:lnTo>
                <a:lnTo>
                  <a:pt x="3887789" y="141287"/>
                </a:lnTo>
                <a:lnTo>
                  <a:pt x="3933826" y="155575"/>
                </a:lnTo>
                <a:lnTo>
                  <a:pt x="3986214" y="166687"/>
                </a:lnTo>
                <a:lnTo>
                  <a:pt x="4046539" y="174625"/>
                </a:lnTo>
                <a:lnTo>
                  <a:pt x="4114801" y="176212"/>
                </a:lnTo>
                <a:lnTo>
                  <a:pt x="4183064" y="174625"/>
                </a:lnTo>
                <a:lnTo>
                  <a:pt x="4243388" y="166687"/>
                </a:lnTo>
                <a:lnTo>
                  <a:pt x="4295776" y="155575"/>
                </a:lnTo>
                <a:lnTo>
                  <a:pt x="4341813" y="141287"/>
                </a:lnTo>
                <a:lnTo>
                  <a:pt x="4383088" y="125412"/>
                </a:lnTo>
                <a:lnTo>
                  <a:pt x="4419601" y="106362"/>
                </a:lnTo>
                <a:lnTo>
                  <a:pt x="4495801" y="68262"/>
                </a:lnTo>
                <a:lnTo>
                  <a:pt x="4532314" y="52387"/>
                </a:lnTo>
                <a:lnTo>
                  <a:pt x="4573588" y="36512"/>
                </a:lnTo>
                <a:lnTo>
                  <a:pt x="4619626" y="20637"/>
                </a:lnTo>
                <a:lnTo>
                  <a:pt x="4672013" y="9525"/>
                </a:lnTo>
                <a:lnTo>
                  <a:pt x="4732338" y="3175"/>
                </a:lnTo>
                <a:lnTo>
                  <a:pt x="4800601" y="0"/>
                </a:lnTo>
                <a:lnTo>
                  <a:pt x="4868864" y="3175"/>
                </a:lnTo>
                <a:lnTo>
                  <a:pt x="4929188" y="9525"/>
                </a:lnTo>
                <a:lnTo>
                  <a:pt x="4981576" y="20637"/>
                </a:lnTo>
                <a:lnTo>
                  <a:pt x="5027614" y="36512"/>
                </a:lnTo>
                <a:lnTo>
                  <a:pt x="5068889" y="52387"/>
                </a:lnTo>
                <a:lnTo>
                  <a:pt x="5105402" y="68262"/>
                </a:lnTo>
                <a:lnTo>
                  <a:pt x="5143502" y="87312"/>
                </a:lnTo>
                <a:lnTo>
                  <a:pt x="5181601" y="106362"/>
                </a:lnTo>
                <a:lnTo>
                  <a:pt x="5218115" y="125412"/>
                </a:lnTo>
                <a:lnTo>
                  <a:pt x="5259388" y="141287"/>
                </a:lnTo>
                <a:lnTo>
                  <a:pt x="5305426" y="155575"/>
                </a:lnTo>
                <a:lnTo>
                  <a:pt x="5357813" y="166687"/>
                </a:lnTo>
                <a:lnTo>
                  <a:pt x="5418139" y="174625"/>
                </a:lnTo>
                <a:lnTo>
                  <a:pt x="5486401" y="176212"/>
                </a:lnTo>
                <a:lnTo>
                  <a:pt x="5554663" y="174625"/>
                </a:lnTo>
                <a:lnTo>
                  <a:pt x="5614989" y="166687"/>
                </a:lnTo>
                <a:lnTo>
                  <a:pt x="5667376" y="155575"/>
                </a:lnTo>
                <a:lnTo>
                  <a:pt x="5713414" y="141287"/>
                </a:lnTo>
                <a:lnTo>
                  <a:pt x="5754689" y="125412"/>
                </a:lnTo>
                <a:lnTo>
                  <a:pt x="5791202" y="106362"/>
                </a:lnTo>
                <a:lnTo>
                  <a:pt x="5829302" y="87312"/>
                </a:lnTo>
                <a:lnTo>
                  <a:pt x="5867402" y="68262"/>
                </a:lnTo>
                <a:lnTo>
                  <a:pt x="5903915" y="52387"/>
                </a:lnTo>
                <a:lnTo>
                  <a:pt x="5945189" y="36512"/>
                </a:lnTo>
                <a:lnTo>
                  <a:pt x="5991226" y="20637"/>
                </a:lnTo>
                <a:lnTo>
                  <a:pt x="6043614" y="9525"/>
                </a:lnTo>
                <a:lnTo>
                  <a:pt x="6103939" y="3175"/>
                </a:lnTo>
                <a:lnTo>
                  <a:pt x="6172201" y="0"/>
                </a:lnTo>
                <a:lnTo>
                  <a:pt x="6210301" y="1772"/>
                </a:lnTo>
                <a:lnTo>
                  <a:pt x="6248401" y="0"/>
                </a:lnTo>
                <a:lnTo>
                  <a:pt x="6316664" y="3175"/>
                </a:lnTo>
                <a:lnTo>
                  <a:pt x="6376989" y="9525"/>
                </a:lnTo>
                <a:lnTo>
                  <a:pt x="6429376" y="20637"/>
                </a:lnTo>
                <a:lnTo>
                  <a:pt x="6475414" y="36512"/>
                </a:lnTo>
                <a:lnTo>
                  <a:pt x="6516689" y="52387"/>
                </a:lnTo>
                <a:lnTo>
                  <a:pt x="6553202" y="68262"/>
                </a:lnTo>
                <a:lnTo>
                  <a:pt x="6591302" y="87312"/>
                </a:lnTo>
                <a:lnTo>
                  <a:pt x="6629401" y="106362"/>
                </a:lnTo>
                <a:lnTo>
                  <a:pt x="6665915" y="125412"/>
                </a:lnTo>
                <a:lnTo>
                  <a:pt x="6707189" y="141287"/>
                </a:lnTo>
                <a:lnTo>
                  <a:pt x="6753226" y="155575"/>
                </a:lnTo>
                <a:lnTo>
                  <a:pt x="6805614" y="166687"/>
                </a:lnTo>
                <a:lnTo>
                  <a:pt x="6865939" y="174625"/>
                </a:lnTo>
                <a:lnTo>
                  <a:pt x="6934201" y="176212"/>
                </a:lnTo>
                <a:lnTo>
                  <a:pt x="7002464" y="174625"/>
                </a:lnTo>
                <a:lnTo>
                  <a:pt x="7062789" y="166687"/>
                </a:lnTo>
                <a:lnTo>
                  <a:pt x="7115176" y="155575"/>
                </a:lnTo>
                <a:lnTo>
                  <a:pt x="7161214" y="141287"/>
                </a:lnTo>
                <a:lnTo>
                  <a:pt x="7202489" y="125412"/>
                </a:lnTo>
                <a:lnTo>
                  <a:pt x="7239001" y="106362"/>
                </a:lnTo>
                <a:lnTo>
                  <a:pt x="7277101" y="87312"/>
                </a:lnTo>
                <a:lnTo>
                  <a:pt x="7315201" y="68262"/>
                </a:lnTo>
                <a:lnTo>
                  <a:pt x="7351714" y="52387"/>
                </a:lnTo>
                <a:lnTo>
                  <a:pt x="7392989" y="36512"/>
                </a:lnTo>
                <a:lnTo>
                  <a:pt x="7439026" y="20637"/>
                </a:lnTo>
                <a:lnTo>
                  <a:pt x="7491414" y="9525"/>
                </a:lnTo>
                <a:lnTo>
                  <a:pt x="7551739" y="3175"/>
                </a:lnTo>
                <a:lnTo>
                  <a:pt x="7620001" y="0"/>
                </a:lnTo>
                <a:lnTo>
                  <a:pt x="7688264" y="3175"/>
                </a:lnTo>
                <a:lnTo>
                  <a:pt x="7748589" y="9525"/>
                </a:lnTo>
                <a:lnTo>
                  <a:pt x="7800976" y="20637"/>
                </a:lnTo>
                <a:lnTo>
                  <a:pt x="7847014" y="36512"/>
                </a:lnTo>
                <a:lnTo>
                  <a:pt x="7888289" y="52387"/>
                </a:lnTo>
                <a:lnTo>
                  <a:pt x="7924801" y="68262"/>
                </a:lnTo>
                <a:lnTo>
                  <a:pt x="7962901" y="87312"/>
                </a:lnTo>
                <a:lnTo>
                  <a:pt x="8001001" y="106362"/>
                </a:lnTo>
                <a:lnTo>
                  <a:pt x="8037514" y="125412"/>
                </a:lnTo>
                <a:lnTo>
                  <a:pt x="8078789" y="141287"/>
                </a:lnTo>
                <a:lnTo>
                  <a:pt x="8124826" y="155575"/>
                </a:lnTo>
                <a:lnTo>
                  <a:pt x="8177214" y="166687"/>
                </a:lnTo>
                <a:lnTo>
                  <a:pt x="8237539" y="174625"/>
                </a:lnTo>
                <a:lnTo>
                  <a:pt x="8305801" y="176212"/>
                </a:lnTo>
                <a:lnTo>
                  <a:pt x="8374064" y="174625"/>
                </a:lnTo>
                <a:lnTo>
                  <a:pt x="8434388" y="166687"/>
                </a:lnTo>
                <a:lnTo>
                  <a:pt x="8486776" y="155575"/>
                </a:lnTo>
                <a:lnTo>
                  <a:pt x="8532814" y="141287"/>
                </a:lnTo>
                <a:lnTo>
                  <a:pt x="8574088" y="125412"/>
                </a:lnTo>
                <a:lnTo>
                  <a:pt x="8610600" y="106362"/>
                </a:lnTo>
                <a:lnTo>
                  <a:pt x="8648700" y="87312"/>
                </a:lnTo>
                <a:lnTo>
                  <a:pt x="8686800" y="68262"/>
                </a:lnTo>
                <a:lnTo>
                  <a:pt x="8723314" y="52387"/>
                </a:lnTo>
                <a:lnTo>
                  <a:pt x="8764588" y="36512"/>
                </a:lnTo>
                <a:lnTo>
                  <a:pt x="8810626" y="20637"/>
                </a:lnTo>
                <a:lnTo>
                  <a:pt x="8863014" y="9525"/>
                </a:lnTo>
                <a:lnTo>
                  <a:pt x="8923338" y="3175"/>
                </a:lnTo>
                <a:lnTo>
                  <a:pt x="8990014" y="0"/>
                </a:lnTo>
                <a:lnTo>
                  <a:pt x="9059864" y="3175"/>
                </a:lnTo>
                <a:lnTo>
                  <a:pt x="9120188" y="9525"/>
                </a:lnTo>
                <a:lnTo>
                  <a:pt x="9172576" y="20637"/>
                </a:lnTo>
                <a:lnTo>
                  <a:pt x="9218614" y="36512"/>
                </a:lnTo>
                <a:lnTo>
                  <a:pt x="9259888" y="52387"/>
                </a:lnTo>
                <a:lnTo>
                  <a:pt x="9296400" y="68262"/>
                </a:lnTo>
                <a:lnTo>
                  <a:pt x="9334500" y="87312"/>
                </a:lnTo>
                <a:lnTo>
                  <a:pt x="9372600" y="106362"/>
                </a:lnTo>
                <a:lnTo>
                  <a:pt x="9409114" y="125412"/>
                </a:lnTo>
                <a:lnTo>
                  <a:pt x="9450388" y="141287"/>
                </a:lnTo>
                <a:lnTo>
                  <a:pt x="9496426" y="155575"/>
                </a:lnTo>
                <a:lnTo>
                  <a:pt x="9548814" y="166687"/>
                </a:lnTo>
                <a:lnTo>
                  <a:pt x="9609138" y="174625"/>
                </a:lnTo>
                <a:lnTo>
                  <a:pt x="9677400" y="176212"/>
                </a:lnTo>
                <a:lnTo>
                  <a:pt x="9745664" y="174625"/>
                </a:lnTo>
                <a:lnTo>
                  <a:pt x="9805988" y="166687"/>
                </a:lnTo>
                <a:lnTo>
                  <a:pt x="9858376" y="155575"/>
                </a:lnTo>
                <a:lnTo>
                  <a:pt x="9904414" y="141287"/>
                </a:lnTo>
                <a:lnTo>
                  <a:pt x="9945688" y="125412"/>
                </a:lnTo>
                <a:lnTo>
                  <a:pt x="9982200" y="106362"/>
                </a:lnTo>
                <a:lnTo>
                  <a:pt x="10058400" y="68262"/>
                </a:lnTo>
                <a:lnTo>
                  <a:pt x="10094914" y="52387"/>
                </a:lnTo>
                <a:lnTo>
                  <a:pt x="10136188" y="36512"/>
                </a:lnTo>
                <a:lnTo>
                  <a:pt x="10182226" y="20637"/>
                </a:lnTo>
                <a:lnTo>
                  <a:pt x="10234614" y="9525"/>
                </a:lnTo>
                <a:lnTo>
                  <a:pt x="10294938" y="3175"/>
                </a:lnTo>
                <a:lnTo>
                  <a:pt x="10363200" y="0"/>
                </a:lnTo>
                <a:lnTo>
                  <a:pt x="10431464" y="3175"/>
                </a:lnTo>
                <a:lnTo>
                  <a:pt x="10491788" y="9525"/>
                </a:lnTo>
                <a:lnTo>
                  <a:pt x="10544176" y="20637"/>
                </a:lnTo>
                <a:lnTo>
                  <a:pt x="10590214" y="36512"/>
                </a:lnTo>
                <a:lnTo>
                  <a:pt x="10631488" y="52387"/>
                </a:lnTo>
                <a:lnTo>
                  <a:pt x="10668000" y="68262"/>
                </a:lnTo>
                <a:lnTo>
                  <a:pt x="10706100" y="87312"/>
                </a:lnTo>
                <a:lnTo>
                  <a:pt x="10744200" y="106362"/>
                </a:lnTo>
                <a:lnTo>
                  <a:pt x="10780714" y="125412"/>
                </a:lnTo>
                <a:lnTo>
                  <a:pt x="10821988" y="141287"/>
                </a:lnTo>
                <a:lnTo>
                  <a:pt x="10868026" y="155575"/>
                </a:lnTo>
                <a:lnTo>
                  <a:pt x="10920414" y="166687"/>
                </a:lnTo>
                <a:lnTo>
                  <a:pt x="10980738" y="174625"/>
                </a:lnTo>
                <a:lnTo>
                  <a:pt x="11049000" y="176212"/>
                </a:lnTo>
                <a:lnTo>
                  <a:pt x="11117264" y="174625"/>
                </a:lnTo>
                <a:lnTo>
                  <a:pt x="11177588" y="166687"/>
                </a:lnTo>
                <a:lnTo>
                  <a:pt x="11229976" y="155575"/>
                </a:lnTo>
                <a:lnTo>
                  <a:pt x="11276014" y="141287"/>
                </a:lnTo>
                <a:lnTo>
                  <a:pt x="11317288" y="125412"/>
                </a:lnTo>
                <a:lnTo>
                  <a:pt x="11353800" y="106362"/>
                </a:lnTo>
                <a:lnTo>
                  <a:pt x="11391900" y="87312"/>
                </a:lnTo>
                <a:lnTo>
                  <a:pt x="11430000" y="68263"/>
                </a:lnTo>
                <a:lnTo>
                  <a:pt x="11466514" y="52388"/>
                </a:lnTo>
                <a:lnTo>
                  <a:pt x="11507788" y="36513"/>
                </a:lnTo>
                <a:lnTo>
                  <a:pt x="11553826" y="20638"/>
                </a:lnTo>
                <a:lnTo>
                  <a:pt x="11606214" y="9525"/>
                </a:lnTo>
                <a:lnTo>
                  <a:pt x="11666538" y="3175"/>
                </a:lnTo>
                <a:lnTo>
                  <a:pt x="11734800" y="0"/>
                </a:lnTo>
                <a:lnTo>
                  <a:pt x="11803064" y="3175"/>
                </a:lnTo>
                <a:lnTo>
                  <a:pt x="11863388" y="9525"/>
                </a:lnTo>
                <a:lnTo>
                  <a:pt x="11915776" y="20638"/>
                </a:lnTo>
                <a:lnTo>
                  <a:pt x="11961814" y="36513"/>
                </a:lnTo>
                <a:lnTo>
                  <a:pt x="12003088" y="52388"/>
                </a:lnTo>
                <a:lnTo>
                  <a:pt x="12039600" y="68263"/>
                </a:lnTo>
                <a:lnTo>
                  <a:pt x="12077700" y="87313"/>
                </a:lnTo>
                <a:lnTo>
                  <a:pt x="12115800" y="106363"/>
                </a:lnTo>
                <a:lnTo>
                  <a:pt x="12152314" y="125413"/>
                </a:lnTo>
                <a:lnTo>
                  <a:pt x="12192000" y="140677"/>
                </a:lnTo>
                <a:lnTo>
                  <a:pt x="12192000" y="885826"/>
                </a:lnTo>
                <a:lnTo>
                  <a:pt x="12191999" y="885826"/>
                </a:lnTo>
                <a:lnTo>
                  <a:pt x="12191999" y="3102054"/>
                </a:lnTo>
                <a:lnTo>
                  <a:pt x="0" y="3102054"/>
                </a:lnTo>
                <a:lnTo>
                  <a:pt x="0" y="638254"/>
                </a:lnTo>
                <a:lnTo>
                  <a:pt x="1" y="638254"/>
                </a:lnTo>
                <a:lnTo>
                  <a:pt x="1" y="176212"/>
                </a:lnTo>
                <a:lnTo>
                  <a:pt x="68264" y="174625"/>
                </a:lnTo>
                <a:lnTo>
                  <a:pt x="128589" y="166687"/>
                </a:lnTo>
                <a:lnTo>
                  <a:pt x="180976" y="155575"/>
                </a:lnTo>
                <a:lnTo>
                  <a:pt x="227014" y="141287"/>
                </a:lnTo>
                <a:lnTo>
                  <a:pt x="268289" y="125412"/>
                </a:lnTo>
                <a:lnTo>
                  <a:pt x="304801" y="106362"/>
                </a:lnTo>
                <a:lnTo>
                  <a:pt x="342901" y="87312"/>
                </a:lnTo>
                <a:lnTo>
                  <a:pt x="381001" y="68262"/>
                </a:lnTo>
                <a:lnTo>
                  <a:pt x="417514" y="52387"/>
                </a:lnTo>
                <a:lnTo>
                  <a:pt x="458789" y="36512"/>
                </a:lnTo>
                <a:lnTo>
                  <a:pt x="504826" y="20637"/>
                </a:lnTo>
                <a:lnTo>
                  <a:pt x="557214" y="9525"/>
                </a:lnTo>
                <a:lnTo>
                  <a:pt x="617539" y="317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4206C7E-B875-4FFF-F5B4-D44086C5D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376" y="4292599"/>
            <a:ext cx="8011248" cy="146577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/>
            <a:r>
              <a:rPr lang="en-US" sz="5200" spc="800">
                <a:solidFill>
                  <a:schemeClr val="bg1"/>
                </a:solidFill>
              </a:rPr>
              <a:t>Il lavoro su git</a:t>
            </a:r>
          </a:p>
        </p:txBody>
      </p:sp>
      <p:pic>
        <p:nvPicPr>
          <p:cNvPr id="17" name="Immagine 16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DE81ACAB-EFCA-19B7-5108-AF77298E59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703" y="1013286"/>
            <a:ext cx="4057646" cy="1856372"/>
          </a:xfrm>
          <a:prstGeom prst="rect">
            <a:avLst/>
          </a:prstGeom>
        </p:spPr>
      </p:pic>
      <p:pic>
        <p:nvPicPr>
          <p:cNvPr id="15" name="Immagine 14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6BF0F9A8-67D7-A64B-B51F-2771B4B44E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403" y="1430486"/>
            <a:ext cx="8689191" cy="3997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2924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872E8F-76E2-582D-6FE3-C5578061B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6">
            <a:extLst>
              <a:ext uri="{FF2B5EF4-FFF2-40B4-BE49-F238E27FC236}">
                <a16:creationId xmlns:a16="http://schemas.microsoft.com/office/drawing/2014/main" id="{FF60D496-3B50-DA37-839C-21684F6C05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2667762" y="630936"/>
            <a:ext cx="3926681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it-IT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AB871B4-58BA-FA9A-DDA9-1DA2C97240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AEBE187-55CC-45A4-5E8B-265ADA053E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9143999" cy="4292600"/>
          </a:xfrm>
          <a:prstGeom prst="rect">
            <a:avLst/>
          </a:pr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7A14F71E-23DD-1696-7B1E-D360C7D01F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755946"/>
            <a:ext cx="9143999" cy="3102054"/>
          </a:xfrm>
          <a:custGeom>
            <a:avLst/>
            <a:gdLst>
              <a:gd name="connsiteX0" fmla="*/ 685801 w 12192000"/>
              <a:gd name="connsiteY0" fmla="*/ 0 h 3102054"/>
              <a:gd name="connsiteX1" fmla="*/ 754064 w 12192000"/>
              <a:gd name="connsiteY1" fmla="*/ 3175 h 3102054"/>
              <a:gd name="connsiteX2" fmla="*/ 814389 w 12192000"/>
              <a:gd name="connsiteY2" fmla="*/ 9525 h 3102054"/>
              <a:gd name="connsiteX3" fmla="*/ 866776 w 12192000"/>
              <a:gd name="connsiteY3" fmla="*/ 20637 h 3102054"/>
              <a:gd name="connsiteX4" fmla="*/ 912814 w 12192000"/>
              <a:gd name="connsiteY4" fmla="*/ 36512 h 3102054"/>
              <a:gd name="connsiteX5" fmla="*/ 954089 w 12192000"/>
              <a:gd name="connsiteY5" fmla="*/ 52387 h 3102054"/>
              <a:gd name="connsiteX6" fmla="*/ 990601 w 12192000"/>
              <a:gd name="connsiteY6" fmla="*/ 68262 h 3102054"/>
              <a:gd name="connsiteX7" fmla="*/ 1028701 w 12192000"/>
              <a:gd name="connsiteY7" fmla="*/ 87312 h 3102054"/>
              <a:gd name="connsiteX8" fmla="*/ 1066801 w 12192000"/>
              <a:gd name="connsiteY8" fmla="*/ 106362 h 3102054"/>
              <a:gd name="connsiteX9" fmla="*/ 1103314 w 12192000"/>
              <a:gd name="connsiteY9" fmla="*/ 125412 h 3102054"/>
              <a:gd name="connsiteX10" fmla="*/ 1144589 w 12192000"/>
              <a:gd name="connsiteY10" fmla="*/ 141287 h 3102054"/>
              <a:gd name="connsiteX11" fmla="*/ 1190626 w 12192000"/>
              <a:gd name="connsiteY11" fmla="*/ 155575 h 3102054"/>
              <a:gd name="connsiteX12" fmla="*/ 1243014 w 12192000"/>
              <a:gd name="connsiteY12" fmla="*/ 166687 h 3102054"/>
              <a:gd name="connsiteX13" fmla="*/ 1303339 w 12192000"/>
              <a:gd name="connsiteY13" fmla="*/ 174625 h 3102054"/>
              <a:gd name="connsiteX14" fmla="*/ 1371601 w 12192000"/>
              <a:gd name="connsiteY14" fmla="*/ 176212 h 3102054"/>
              <a:gd name="connsiteX15" fmla="*/ 1439864 w 12192000"/>
              <a:gd name="connsiteY15" fmla="*/ 174625 h 3102054"/>
              <a:gd name="connsiteX16" fmla="*/ 1500189 w 12192000"/>
              <a:gd name="connsiteY16" fmla="*/ 166687 h 3102054"/>
              <a:gd name="connsiteX17" fmla="*/ 1552576 w 12192000"/>
              <a:gd name="connsiteY17" fmla="*/ 155575 h 3102054"/>
              <a:gd name="connsiteX18" fmla="*/ 1598614 w 12192000"/>
              <a:gd name="connsiteY18" fmla="*/ 141287 h 3102054"/>
              <a:gd name="connsiteX19" fmla="*/ 1639889 w 12192000"/>
              <a:gd name="connsiteY19" fmla="*/ 125412 h 3102054"/>
              <a:gd name="connsiteX20" fmla="*/ 1676401 w 12192000"/>
              <a:gd name="connsiteY20" fmla="*/ 106362 h 3102054"/>
              <a:gd name="connsiteX21" fmla="*/ 1714501 w 12192000"/>
              <a:gd name="connsiteY21" fmla="*/ 87312 h 3102054"/>
              <a:gd name="connsiteX22" fmla="*/ 1752601 w 12192000"/>
              <a:gd name="connsiteY22" fmla="*/ 68262 h 3102054"/>
              <a:gd name="connsiteX23" fmla="*/ 1789114 w 12192000"/>
              <a:gd name="connsiteY23" fmla="*/ 52387 h 3102054"/>
              <a:gd name="connsiteX24" fmla="*/ 1830389 w 12192000"/>
              <a:gd name="connsiteY24" fmla="*/ 36512 h 3102054"/>
              <a:gd name="connsiteX25" fmla="*/ 1876426 w 12192000"/>
              <a:gd name="connsiteY25" fmla="*/ 20637 h 3102054"/>
              <a:gd name="connsiteX26" fmla="*/ 1928814 w 12192000"/>
              <a:gd name="connsiteY26" fmla="*/ 9525 h 3102054"/>
              <a:gd name="connsiteX27" fmla="*/ 1989139 w 12192000"/>
              <a:gd name="connsiteY27" fmla="*/ 3175 h 3102054"/>
              <a:gd name="connsiteX28" fmla="*/ 2057401 w 12192000"/>
              <a:gd name="connsiteY28" fmla="*/ 0 h 3102054"/>
              <a:gd name="connsiteX29" fmla="*/ 2125664 w 12192000"/>
              <a:gd name="connsiteY29" fmla="*/ 3175 h 3102054"/>
              <a:gd name="connsiteX30" fmla="*/ 2185989 w 12192000"/>
              <a:gd name="connsiteY30" fmla="*/ 9525 h 3102054"/>
              <a:gd name="connsiteX31" fmla="*/ 2238376 w 12192000"/>
              <a:gd name="connsiteY31" fmla="*/ 20637 h 3102054"/>
              <a:gd name="connsiteX32" fmla="*/ 2284414 w 12192000"/>
              <a:gd name="connsiteY32" fmla="*/ 36512 h 3102054"/>
              <a:gd name="connsiteX33" fmla="*/ 2325688 w 12192000"/>
              <a:gd name="connsiteY33" fmla="*/ 52387 h 3102054"/>
              <a:gd name="connsiteX34" fmla="*/ 2362201 w 12192000"/>
              <a:gd name="connsiteY34" fmla="*/ 68262 h 3102054"/>
              <a:gd name="connsiteX35" fmla="*/ 2400301 w 12192000"/>
              <a:gd name="connsiteY35" fmla="*/ 87312 h 3102054"/>
              <a:gd name="connsiteX36" fmla="*/ 2438401 w 12192000"/>
              <a:gd name="connsiteY36" fmla="*/ 106362 h 3102054"/>
              <a:gd name="connsiteX37" fmla="*/ 2474913 w 12192000"/>
              <a:gd name="connsiteY37" fmla="*/ 125412 h 3102054"/>
              <a:gd name="connsiteX38" fmla="*/ 2516188 w 12192000"/>
              <a:gd name="connsiteY38" fmla="*/ 141287 h 3102054"/>
              <a:gd name="connsiteX39" fmla="*/ 2562226 w 12192000"/>
              <a:gd name="connsiteY39" fmla="*/ 155575 h 3102054"/>
              <a:gd name="connsiteX40" fmla="*/ 2614614 w 12192000"/>
              <a:gd name="connsiteY40" fmla="*/ 166687 h 3102054"/>
              <a:gd name="connsiteX41" fmla="*/ 2674938 w 12192000"/>
              <a:gd name="connsiteY41" fmla="*/ 174625 h 3102054"/>
              <a:gd name="connsiteX42" fmla="*/ 2743201 w 12192000"/>
              <a:gd name="connsiteY42" fmla="*/ 176212 h 3102054"/>
              <a:gd name="connsiteX43" fmla="*/ 2811464 w 12192000"/>
              <a:gd name="connsiteY43" fmla="*/ 174625 h 3102054"/>
              <a:gd name="connsiteX44" fmla="*/ 2871789 w 12192000"/>
              <a:gd name="connsiteY44" fmla="*/ 166687 h 3102054"/>
              <a:gd name="connsiteX45" fmla="*/ 2924176 w 12192000"/>
              <a:gd name="connsiteY45" fmla="*/ 155575 h 3102054"/>
              <a:gd name="connsiteX46" fmla="*/ 2970214 w 12192000"/>
              <a:gd name="connsiteY46" fmla="*/ 141287 h 3102054"/>
              <a:gd name="connsiteX47" fmla="*/ 3011489 w 12192000"/>
              <a:gd name="connsiteY47" fmla="*/ 125412 h 3102054"/>
              <a:gd name="connsiteX48" fmla="*/ 3048001 w 12192000"/>
              <a:gd name="connsiteY48" fmla="*/ 106362 h 3102054"/>
              <a:gd name="connsiteX49" fmla="*/ 3086101 w 12192000"/>
              <a:gd name="connsiteY49" fmla="*/ 87312 h 3102054"/>
              <a:gd name="connsiteX50" fmla="*/ 3124201 w 12192000"/>
              <a:gd name="connsiteY50" fmla="*/ 68262 h 3102054"/>
              <a:gd name="connsiteX51" fmla="*/ 3160714 w 12192000"/>
              <a:gd name="connsiteY51" fmla="*/ 52387 h 3102054"/>
              <a:gd name="connsiteX52" fmla="*/ 3201989 w 12192000"/>
              <a:gd name="connsiteY52" fmla="*/ 36512 h 3102054"/>
              <a:gd name="connsiteX53" fmla="*/ 3248026 w 12192000"/>
              <a:gd name="connsiteY53" fmla="*/ 20637 h 3102054"/>
              <a:gd name="connsiteX54" fmla="*/ 3300414 w 12192000"/>
              <a:gd name="connsiteY54" fmla="*/ 9525 h 3102054"/>
              <a:gd name="connsiteX55" fmla="*/ 3360739 w 12192000"/>
              <a:gd name="connsiteY55" fmla="*/ 3175 h 3102054"/>
              <a:gd name="connsiteX56" fmla="*/ 3427414 w 12192000"/>
              <a:gd name="connsiteY56" fmla="*/ 0 h 3102054"/>
              <a:gd name="connsiteX57" fmla="*/ 3497264 w 12192000"/>
              <a:gd name="connsiteY57" fmla="*/ 3175 h 3102054"/>
              <a:gd name="connsiteX58" fmla="*/ 3557589 w 12192000"/>
              <a:gd name="connsiteY58" fmla="*/ 9525 h 3102054"/>
              <a:gd name="connsiteX59" fmla="*/ 3609976 w 12192000"/>
              <a:gd name="connsiteY59" fmla="*/ 20637 h 3102054"/>
              <a:gd name="connsiteX60" fmla="*/ 3656014 w 12192000"/>
              <a:gd name="connsiteY60" fmla="*/ 36512 h 3102054"/>
              <a:gd name="connsiteX61" fmla="*/ 3697288 w 12192000"/>
              <a:gd name="connsiteY61" fmla="*/ 52387 h 3102054"/>
              <a:gd name="connsiteX62" fmla="*/ 3733801 w 12192000"/>
              <a:gd name="connsiteY62" fmla="*/ 68262 h 3102054"/>
              <a:gd name="connsiteX63" fmla="*/ 3771901 w 12192000"/>
              <a:gd name="connsiteY63" fmla="*/ 87312 h 3102054"/>
              <a:gd name="connsiteX64" fmla="*/ 3810001 w 12192000"/>
              <a:gd name="connsiteY64" fmla="*/ 106362 h 3102054"/>
              <a:gd name="connsiteX65" fmla="*/ 3846514 w 12192000"/>
              <a:gd name="connsiteY65" fmla="*/ 125412 h 3102054"/>
              <a:gd name="connsiteX66" fmla="*/ 3887789 w 12192000"/>
              <a:gd name="connsiteY66" fmla="*/ 141287 h 3102054"/>
              <a:gd name="connsiteX67" fmla="*/ 3933826 w 12192000"/>
              <a:gd name="connsiteY67" fmla="*/ 155575 h 3102054"/>
              <a:gd name="connsiteX68" fmla="*/ 3986214 w 12192000"/>
              <a:gd name="connsiteY68" fmla="*/ 166687 h 3102054"/>
              <a:gd name="connsiteX69" fmla="*/ 4046539 w 12192000"/>
              <a:gd name="connsiteY69" fmla="*/ 174625 h 3102054"/>
              <a:gd name="connsiteX70" fmla="*/ 4114801 w 12192000"/>
              <a:gd name="connsiteY70" fmla="*/ 176212 h 3102054"/>
              <a:gd name="connsiteX71" fmla="*/ 4183064 w 12192000"/>
              <a:gd name="connsiteY71" fmla="*/ 174625 h 3102054"/>
              <a:gd name="connsiteX72" fmla="*/ 4243388 w 12192000"/>
              <a:gd name="connsiteY72" fmla="*/ 166687 h 3102054"/>
              <a:gd name="connsiteX73" fmla="*/ 4295776 w 12192000"/>
              <a:gd name="connsiteY73" fmla="*/ 155575 h 3102054"/>
              <a:gd name="connsiteX74" fmla="*/ 4341813 w 12192000"/>
              <a:gd name="connsiteY74" fmla="*/ 141287 h 3102054"/>
              <a:gd name="connsiteX75" fmla="*/ 4383088 w 12192000"/>
              <a:gd name="connsiteY75" fmla="*/ 125412 h 3102054"/>
              <a:gd name="connsiteX76" fmla="*/ 4419601 w 12192000"/>
              <a:gd name="connsiteY76" fmla="*/ 106362 h 3102054"/>
              <a:gd name="connsiteX77" fmla="*/ 4495801 w 12192000"/>
              <a:gd name="connsiteY77" fmla="*/ 68262 h 3102054"/>
              <a:gd name="connsiteX78" fmla="*/ 4532314 w 12192000"/>
              <a:gd name="connsiteY78" fmla="*/ 52387 h 3102054"/>
              <a:gd name="connsiteX79" fmla="*/ 4573588 w 12192000"/>
              <a:gd name="connsiteY79" fmla="*/ 36512 h 3102054"/>
              <a:gd name="connsiteX80" fmla="*/ 4619626 w 12192000"/>
              <a:gd name="connsiteY80" fmla="*/ 20637 h 3102054"/>
              <a:gd name="connsiteX81" fmla="*/ 4672013 w 12192000"/>
              <a:gd name="connsiteY81" fmla="*/ 9525 h 3102054"/>
              <a:gd name="connsiteX82" fmla="*/ 4732338 w 12192000"/>
              <a:gd name="connsiteY82" fmla="*/ 3175 h 3102054"/>
              <a:gd name="connsiteX83" fmla="*/ 4800601 w 12192000"/>
              <a:gd name="connsiteY83" fmla="*/ 0 h 3102054"/>
              <a:gd name="connsiteX84" fmla="*/ 4868864 w 12192000"/>
              <a:gd name="connsiteY84" fmla="*/ 3175 h 3102054"/>
              <a:gd name="connsiteX85" fmla="*/ 4929188 w 12192000"/>
              <a:gd name="connsiteY85" fmla="*/ 9525 h 3102054"/>
              <a:gd name="connsiteX86" fmla="*/ 4981576 w 12192000"/>
              <a:gd name="connsiteY86" fmla="*/ 20637 h 3102054"/>
              <a:gd name="connsiteX87" fmla="*/ 5027614 w 12192000"/>
              <a:gd name="connsiteY87" fmla="*/ 36512 h 3102054"/>
              <a:gd name="connsiteX88" fmla="*/ 5068889 w 12192000"/>
              <a:gd name="connsiteY88" fmla="*/ 52387 h 3102054"/>
              <a:gd name="connsiteX89" fmla="*/ 5105402 w 12192000"/>
              <a:gd name="connsiteY89" fmla="*/ 68262 h 3102054"/>
              <a:gd name="connsiteX90" fmla="*/ 5143502 w 12192000"/>
              <a:gd name="connsiteY90" fmla="*/ 87312 h 3102054"/>
              <a:gd name="connsiteX91" fmla="*/ 5181601 w 12192000"/>
              <a:gd name="connsiteY91" fmla="*/ 106362 h 3102054"/>
              <a:gd name="connsiteX92" fmla="*/ 5218115 w 12192000"/>
              <a:gd name="connsiteY92" fmla="*/ 125412 h 3102054"/>
              <a:gd name="connsiteX93" fmla="*/ 5259388 w 12192000"/>
              <a:gd name="connsiteY93" fmla="*/ 141287 h 3102054"/>
              <a:gd name="connsiteX94" fmla="*/ 5305426 w 12192000"/>
              <a:gd name="connsiteY94" fmla="*/ 155575 h 3102054"/>
              <a:gd name="connsiteX95" fmla="*/ 5357813 w 12192000"/>
              <a:gd name="connsiteY95" fmla="*/ 166687 h 3102054"/>
              <a:gd name="connsiteX96" fmla="*/ 5418139 w 12192000"/>
              <a:gd name="connsiteY96" fmla="*/ 174625 h 3102054"/>
              <a:gd name="connsiteX97" fmla="*/ 5486401 w 12192000"/>
              <a:gd name="connsiteY97" fmla="*/ 176212 h 3102054"/>
              <a:gd name="connsiteX98" fmla="*/ 5554663 w 12192000"/>
              <a:gd name="connsiteY98" fmla="*/ 174625 h 3102054"/>
              <a:gd name="connsiteX99" fmla="*/ 5614989 w 12192000"/>
              <a:gd name="connsiteY99" fmla="*/ 166687 h 3102054"/>
              <a:gd name="connsiteX100" fmla="*/ 5667376 w 12192000"/>
              <a:gd name="connsiteY100" fmla="*/ 155575 h 3102054"/>
              <a:gd name="connsiteX101" fmla="*/ 5713414 w 12192000"/>
              <a:gd name="connsiteY101" fmla="*/ 141287 h 3102054"/>
              <a:gd name="connsiteX102" fmla="*/ 5754689 w 12192000"/>
              <a:gd name="connsiteY102" fmla="*/ 125412 h 3102054"/>
              <a:gd name="connsiteX103" fmla="*/ 5791202 w 12192000"/>
              <a:gd name="connsiteY103" fmla="*/ 106362 h 3102054"/>
              <a:gd name="connsiteX104" fmla="*/ 5829302 w 12192000"/>
              <a:gd name="connsiteY104" fmla="*/ 87312 h 3102054"/>
              <a:gd name="connsiteX105" fmla="*/ 5867402 w 12192000"/>
              <a:gd name="connsiteY105" fmla="*/ 68262 h 3102054"/>
              <a:gd name="connsiteX106" fmla="*/ 5903915 w 12192000"/>
              <a:gd name="connsiteY106" fmla="*/ 52387 h 3102054"/>
              <a:gd name="connsiteX107" fmla="*/ 5945189 w 12192000"/>
              <a:gd name="connsiteY107" fmla="*/ 36512 h 3102054"/>
              <a:gd name="connsiteX108" fmla="*/ 5991226 w 12192000"/>
              <a:gd name="connsiteY108" fmla="*/ 20637 h 3102054"/>
              <a:gd name="connsiteX109" fmla="*/ 6043614 w 12192000"/>
              <a:gd name="connsiteY109" fmla="*/ 9525 h 3102054"/>
              <a:gd name="connsiteX110" fmla="*/ 6103939 w 12192000"/>
              <a:gd name="connsiteY110" fmla="*/ 3175 h 3102054"/>
              <a:gd name="connsiteX111" fmla="*/ 6172201 w 12192000"/>
              <a:gd name="connsiteY111" fmla="*/ 0 h 3102054"/>
              <a:gd name="connsiteX112" fmla="*/ 6210301 w 12192000"/>
              <a:gd name="connsiteY112" fmla="*/ 1772 h 3102054"/>
              <a:gd name="connsiteX113" fmla="*/ 6248401 w 12192000"/>
              <a:gd name="connsiteY113" fmla="*/ 0 h 3102054"/>
              <a:gd name="connsiteX114" fmla="*/ 6316664 w 12192000"/>
              <a:gd name="connsiteY114" fmla="*/ 3175 h 3102054"/>
              <a:gd name="connsiteX115" fmla="*/ 6376989 w 12192000"/>
              <a:gd name="connsiteY115" fmla="*/ 9525 h 3102054"/>
              <a:gd name="connsiteX116" fmla="*/ 6429376 w 12192000"/>
              <a:gd name="connsiteY116" fmla="*/ 20637 h 3102054"/>
              <a:gd name="connsiteX117" fmla="*/ 6475414 w 12192000"/>
              <a:gd name="connsiteY117" fmla="*/ 36512 h 3102054"/>
              <a:gd name="connsiteX118" fmla="*/ 6516689 w 12192000"/>
              <a:gd name="connsiteY118" fmla="*/ 52387 h 3102054"/>
              <a:gd name="connsiteX119" fmla="*/ 6553202 w 12192000"/>
              <a:gd name="connsiteY119" fmla="*/ 68262 h 3102054"/>
              <a:gd name="connsiteX120" fmla="*/ 6591302 w 12192000"/>
              <a:gd name="connsiteY120" fmla="*/ 87312 h 3102054"/>
              <a:gd name="connsiteX121" fmla="*/ 6629401 w 12192000"/>
              <a:gd name="connsiteY121" fmla="*/ 106362 h 3102054"/>
              <a:gd name="connsiteX122" fmla="*/ 6665915 w 12192000"/>
              <a:gd name="connsiteY122" fmla="*/ 125412 h 3102054"/>
              <a:gd name="connsiteX123" fmla="*/ 6707189 w 12192000"/>
              <a:gd name="connsiteY123" fmla="*/ 141287 h 3102054"/>
              <a:gd name="connsiteX124" fmla="*/ 6753226 w 12192000"/>
              <a:gd name="connsiteY124" fmla="*/ 155575 h 3102054"/>
              <a:gd name="connsiteX125" fmla="*/ 6805614 w 12192000"/>
              <a:gd name="connsiteY125" fmla="*/ 166687 h 3102054"/>
              <a:gd name="connsiteX126" fmla="*/ 6865939 w 12192000"/>
              <a:gd name="connsiteY126" fmla="*/ 174625 h 3102054"/>
              <a:gd name="connsiteX127" fmla="*/ 6934201 w 12192000"/>
              <a:gd name="connsiteY127" fmla="*/ 176212 h 3102054"/>
              <a:gd name="connsiteX128" fmla="*/ 7002464 w 12192000"/>
              <a:gd name="connsiteY128" fmla="*/ 174625 h 3102054"/>
              <a:gd name="connsiteX129" fmla="*/ 7062789 w 12192000"/>
              <a:gd name="connsiteY129" fmla="*/ 166687 h 3102054"/>
              <a:gd name="connsiteX130" fmla="*/ 7115176 w 12192000"/>
              <a:gd name="connsiteY130" fmla="*/ 155575 h 3102054"/>
              <a:gd name="connsiteX131" fmla="*/ 7161214 w 12192000"/>
              <a:gd name="connsiteY131" fmla="*/ 141287 h 3102054"/>
              <a:gd name="connsiteX132" fmla="*/ 7202489 w 12192000"/>
              <a:gd name="connsiteY132" fmla="*/ 125412 h 3102054"/>
              <a:gd name="connsiteX133" fmla="*/ 7239001 w 12192000"/>
              <a:gd name="connsiteY133" fmla="*/ 106362 h 3102054"/>
              <a:gd name="connsiteX134" fmla="*/ 7277101 w 12192000"/>
              <a:gd name="connsiteY134" fmla="*/ 87312 h 3102054"/>
              <a:gd name="connsiteX135" fmla="*/ 7315201 w 12192000"/>
              <a:gd name="connsiteY135" fmla="*/ 68262 h 3102054"/>
              <a:gd name="connsiteX136" fmla="*/ 7351714 w 12192000"/>
              <a:gd name="connsiteY136" fmla="*/ 52387 h 3102054"/>
              <a:gd name="connsiteX137" fmla="*/ 7392989 w 12192000"/>
              <a:gd name="connsiteY137" fmla="*/ 36512 h 3102054"/>
              <a:gd name="connsiteX138" fmla="*/ 7439026 w 12192000"/>
              <a:gd name="connsiteY138" fmla="*/ 20637 h 3102054"/>
              <a:gd name="connsiteX139" fmla="*/ 7491414 w 12192000"/>
              <a:gd name="connsiteY139" fmla="*/ 9525 h 3102054"/>
              <a:gd name="connsiteX140" fmla="*/ 7551739 w 12192000"/>
              <a:gd name="connsiteY140" fmla="*/ 3175 h 3102054"/>
              <a:gd name="connsiteX141" fmla="*/ 7620001 w 12192000"/>
              <a:gd name="connsiteY141" fmla="*/ 0 h 3102054"/>
              <a:gd name="connsiteX142" fmla="*/ 7688264 w 12192000"/>
              <a:gd name="connsiteY142" fmla="*/ 3175 h 3102054"/>
              <a:gd name="connsiteX143" fmla="*/ 7748589 w 12192000"/>
              <a:gd name="connsiteY143" fmla="*/ 9525 h 3102054"/>
              <a:gd name="connsiteX144" fmla="*/ 7800976 w 12192000"/>
              <a:gd name="connsiteY144" fmla="*/ 20637 h 3102054"/>
              <a:gd name="connsiteX145" fmla="*/ 7847014 w 12192000"/>
              <a:gd name="connsiteY145" fmla="*/ 36512 h 3102054"/>
              <a:gd name="connsiteX146" fmla="*/ 7888289 w 12192000"/>
              <a:gd name="connsiteY146" fmla="*/ 52387 h 3102054"/>
              <a:gd name="connsiteX147" fmla="*/ 7924801 w 12192000"/>
              <a:gd name="connsiteY147" fmla="*/ 68262 h 3102054"/>
              <a:gd name="connsiteX148" fmla="*/ 7962901 w 12192000"/>
              <a:gd name="connsiteY148" fmla="*/ 87312 h 3102054"/>
              <a:gd name="connsiteX149" fmla="*/ 8001001 w 12192000"/>
              <a:gd name="connsiteY149" fmla="*/ 106362 h 3102054"/>
              <a:gd name="connsiteX150" fmla="*/ 8037514 w 12192000"/>
              <a:gd name="connsiteY150" fmla="*/ 125412 h 3102054"/>
              <a:gd name="connsiteX151" fmla="*/ 8078789 w 12192000"/>
              <a:gd name="connsiteY151" fmla="*/ 141287 h 3102054"/>
              <a:gd name="connsiteX152" fmla="*/ 8124826 w 12192000"/>
              <a:gd name="connsiteY152" fmla="*/ 155575 h 3102054"/>
              <a:gd name="connsiteX153" fmla="*/ 8177214 w 12192000"/>
              <a:gd name="connsiteY153" fmla="*/ 166687 h 3102054"/>
              <a:gd name="connsiteX154" fmla="*/ 8237539 w 12192000"/>
              <a:gd name="connsiteY154" fmla="*/ 174625 h 3102054"/>
              <a:gd name="connsiteX155" fmla="*/ 8305801 w 12192000"/>
              <a:gd name="connsiteY155" fmla="*/ 176212 h 3102054"/>
              <a:gd name="connsiteX156" fmla="*/ 8374064 w 12192000"/>
              <a:gd name="connsiteY156" fmla="*/ 174625 h 3102054"/>
              <a:gd name="connsiteX157" fmla="*/ 8434388 w 12192000"/>
              <a:gd name="connsiteY157" fmla="*/ 166687 h 3102054"/>
              <a:gd name="connsiteX158" fmla="*/ 8486776 w 12192000"/>
              <a:gd name="connsiteY158" fmla="*/ 155575 h 3102054"/>
              <a:gd name="connsiteX159" fmla="*/ 8532814 w 12192000"/>
              <a:gd name="connsiteY159" fmla="*/ 141287 h 3102054"/>
              <a:gd name="connsiteX160" fmla="*/ 8574088 w 12192000"/>
              <a:gd name="connsiteY160" fmla="*/ 125412 h 3102054"/>
              <a:gd name="connsiteX161" fmla="*/ 8610600 w 12192000"/>
              <a:gd name="connsiteY161" fmla="*/ 106362 h 3102054"/>
              <a:gd name="connsiteX162" fmla="*/ 8648700 w 12192000"/>
              <a:gd name="connsiteY162" fmla="*/ 87312 h 3102054"/>
              <a:gd name="connsiteX163" fmla="*/ 8686800 w 12192000"/>
              <a:gd name="connsiteY163" fmla="*/ 68262 h 3102054"/>
              <a:gd name="connsiteX164" fmla="*/ 8723314 w 12192000"/>
              <a:gd name="connsiteY164" fmla="*/ 52387 h 3102054"/>
              <a:gd name="connsiteX165" fmla="*/ 8764588 w 12192000"/>
              <a:gd name="connsiteY165" fmla="*/ 36512 h 3102054"/>
              <a:gd name="connsiteX166" fmla="*/ 8810626 w 12192000"/>
              <a:gd name="connsiteY166" fmla="*/ 20637 h 3102054"/>
              <a:gd name="connsiteX167" fmla="*/ 8863014 w 12192000"/>
              <a:gd name="connsiteY167" fmla="*/ 9525 h 3102054"/>
              <a:gd name="connsiteX168" fmla="*/ 8923338 w 12192000"/>
              <a:gd name="connsiteY168" fmla="*/ 3175 h 3102054"/>
              <a:gd name="connsiteX169" fmla="*/ 8990014 w 12192000"/>
              <a:gd name="connsiteY169" fmla="*/ 0 h 3102054"/>
              <a:gd name="connsiteX170" fmla="*/ 9059864 w 12192000"/>
              <a:gd name="connsiteY170" fmla="*/ 3175 h 3102054"/>
              <a:gd name="connsiteX171" fmla="*/ 9120188 w 12192000"/>
              <a:gd name="connsiteY171" fmla="*/ 9525 h 3102054"/>
              <a:gd name="connsiteX172" fmla="*/ 9172576 w 12192000"/>
              <a:gd name="connsiteY172" fmla="*/ 20637 h 3102054"/>
              <a:gd name="connsiteX173" fmla="*/ 9218614 w 12192000"/>
              <a:gd name="connsiteY173" fmla="*/ 36512 h 3102054"/>
              <a:gd name="connsiteX174" fmla="*/ 9259888 w 12192000"/>
              <a:gd name="connsiteY174" fmla="*/ 52387 h 3102054"/>
              <a:gd name="connsiteX175" fmla="*/ 9296400 w 12192000"/>
              <a:gd name="connsiteY175" fmla="*/ 68262 h 3102054"/>
              <a:gd name="connsiteX176" fmla="*/ 9334500 w 12192000"/>
              <a:gd name="connsiteY176" fmla="*/ 87312 h 3102054"/>
              <a:gd name="connsiteX177" fmla="*/ 9372600 w 12192000"/>
              <a:gd name="connsiteY177" fmla="*/ 106362 h 3102054"/>
              <a:gd name="connsiteX178" fmla="*/ 9409114 w 12192000"/>
              <a:gd name="connsiteY178" fmla="*/ 125412 h 3102054"/>
              <a:gd name="connsiteX179" fmla="*/ 9450388 w 12192000"/>
              <a:gd name="connsiteY179" fmla="*/ 141287 h 3102054"/>
              <a:gd name="connsiteX180" fmla="*/ 9496426 w 12192000"/>
              <a:gd name="connsiteY180" fmla="*/ 155575 h 3102054"/>
              <a:gd name="connsiteX181" fmla="*/ 9548814 w 12192000"/>
              <a:gd name="connsiteY181" fmla="*/ 166687 h 3102054"/>
              <a:gd name="connsiteX182" fmla="*/ 9609138 w 12192000"/>
              <a:gd name="connsiteY182" fmla="*/ 174625 h 3102054"/>
              <a:gd name="connsiteX183" fmla="*/ 9677400 w 12192000"/>
              <a:gd name="connsiteY183" fmla="*/ 176212 h 3102054"/>
              <a:gd name="connsiteX184" fmla="*/ 9745664 w 12192000"/>
              <a:gd name="connsiteY184" fmla="*/ 174625 h 3102054"/>
              <a:gd name="connsiteX185" fmla="*/ 9805988 w 12192000"/>
              <a:gd name="connsiteY185" fmla="*/ 166687 h 3102054"/>
              <a:gd name="connsiteX186" fmla="*/ 9858376 w 12192000"/>
              <a:gd name="connsiteY186" fmla="*/ 155575 h 3102054"/>
              <a:gd name="connsiteX187" fmla="*/ 9904414 w 12192000"/>
              <a:gd name="connsiteY187" fmla="*/ 141287 h 3102054"/>
              <a:gd name="connsiteX188" fmla="*/ 9945688 w 12192000"/>
              <a:gd name="connsiteY188" fmla="*/ 125412 h 3102054"/>
              <a:gd name="connsiteX189" fmla="*/ 9982200 w 12192000"/>
              <a:gd name="connsiteY189" fmla="*/ 106362 h 3102054"/>
              <a:gd name="connsiteX190" fmla="*/ 10058400 w 12192000"/>
              <a:gd name="connsiteY190" fmla="*/ 68262 h 3102054"/>
              <a:gd name="connsiteX191" fmla="*/ 10094914 w 12192000"/>
              <a:gd name="connsiteY191" fmla="*/ 52387 h 3102054"/>
              <a:gd name="connsiteX192" fmla="*/ 10136188 w 12192000"/>
              <a:gd name="connsiteY192" fmla="*/ 36512 h 3102054"/>
              <a:gd name="connsiteX193" fmla="*/ 10182226 w 12192000"/>
              <a:gd name="connsiteY193" fmla="*/ 20637 h 3102054"/>
              <a:gd name="connsiteX194" fmla="*/ 10234614 w 12192000"/>
              <a:gd name="connsiteY194" fmla="*/ 9525 h 3102054"/>
              <a:gd name="connsiteX195" fmla="*/ 10294938 w 12192000"/>
              <a:gd name="connsiteY195" fmla="*/ 3175 h 3102054"/>
              <a:gd name="connsiteX196" fmla="*/ 10363200 w 12192000"/>
              <a:gd name="connsiteY196" fmla="*/ 0 h 3102054"/>
              <a:gd name="connsiteX197" fmla="*/ 10431464 w 12192000"/>
              <a:gd name="connsiteY197" fmla="*/ 3175 h 3102054"/>
              <a:gd name="connsiteX198" fmla="*/ 10491788 w 12192000"/>
              <a:gd name="connsiteY198" fmla="*/ 9525 h 3102054"/>
              <a:gd name="connsiteX199" fmla="*/ 10544176 w 12192000"/>
              <a:gd name="connsiteY199" fmla="*/ 20637 h 3102054"/>
              <a:gd name="connsiteX200" fmla="*/ 10590214 w 12192000"/>
              <a:gd name="connsiteY200" fmla="*/ 36512 h 3102054"/>
              <a:gd name="connsiteX201" fmla="*/ 10631488 w 12192000"/>
              <a:gd name="connsiteY201" fmla="*/ 52387 h 3102054"/>
              <a:gd name="connsiteX202" fmla="*/ 10668000 w 12192000"/>
              <a:gd name="connsiteY202" fmla="*/ 68262 h 3102054"/>
              <a:gd name="connsiteX203" fmla="*/ 10706100 w 12192000"/>
              <a:gd name="connsiteY203" fmla="*/ 87312 h 3102054"/>
              <a:gd name="connsiteX204" fmla="*/ 10744200 w 12192000"/>
              <a:gd name="connsiteY204" fmla="*/ 106362 h 3102054"/>
              <a:gd name="connsiteX205" fmla="*/ 10780714 w 12192000"/>
              <a:gd name="connsiteY205" fmla="*/ 125412 h 3102054"/>
              <a:gd name="connsiteX206" fmla="*/ 10821988 w 12192000"/>
              <a:gd name="connsiteY206" fmla="*/ 141287 h 3102054"/>
              <a:gd name="connsiteX207" fmla="*/ 10868026 w 12192000"/>
              <a:gd name="connsiteY207" fmla="*/ 155575 h 3102054"/>
              <a:gd name="connsiteX208" fmla="*/ 10920414 w 12192000"/>
              <a:gd name="connsiteY208" fmla="*/ 166687 h 3102054"/>
              <a:gd name="connsiteX209" fmla="*/ 10980738 w 12192000"/>
              <a:gd name="connsiteY209" fmla="*/ 174625 h 3102054"/>
              <a:gd name="connsiteX210" fmla="*/ 11049000 w 12192000"/>
              <a:gd name="connsiteY210" fmla="*/ 176212 h 3102054"/>
              <a:gd name="connsiteX211" fmla="*/ 11117264 w 12192000"/>
              <a:gd name="connsiteY211" fmla="*/ 174625 h 3102054"/>
              <a:gd name="connsiteX212" fmla="*/ 11177588 w 12192000"/>
              <a:gd name="connsiteY212" fmla="*/ 166687 h 3102054"/>
              <a:gd name="connsiteX213" fmla="*/ 11229976 w 12192000"/>
              <a:gd name="connsiteY213" fmla="*/ 155575 h 3102054"/>
              <a:gd name="connsiteX214" fmla="*/ 11276014 w 12192000"/>
              <a:gd name="connsiteY214" fmla="*/ 141287 h 3102054"/>
              <a:gd name="connsiteX215" fmla="*/ 11317288 w 12192000"/>
              <a:gd name="connsiteY215" fmla="*/ 125412 h 3102054"/>
              <a:gd name="connsiteX216" fmla="*/ 11353800 w 12192000"/>
              <a:gd name="connsiteY216" fmla="*/ 106362 h 3102054"/>
              <a:gd name="connsiteX217" fmla="*/ 11391900 w 12192000"/>
              <a:gd name="connsiteY217" fmla="*/ 87312 h 3102054"/>
              <a:gd name="connsiteX218" fmla="*/ 11430000 w 12192000"/>
              <a:gd name="connsiteY218" fmla="*/ 68263 h 3102054"/>
              <a:gd name="connsiteX219" fmla="*/ 11466514 w 12192000"/>
              <a:gd name="connsiteY219" fmla="*/ 52388 h 3102054"/>
              <a:gd name="connsiteX220" fmla="*/ 11507788 w 12192000"/>
              <a:gd name="connsiteY220" fmla="*/ 36513 h 3102054"/>
              <a:gd name="connsiteX221" fmla="*/ 11553826 w 12192000"/>
              <a:gd name="connsiteY221" fmla="*/ 20638 h 3102054"/>
              <a:gd name="connsiteX222" fmla="*/ 11606214 w 12192000"/>
              <a:gd name="connsiteY222" fmla="*/ 9525 h 3102054"/>
              <a:gd name="connsiteX223" fmla="*/ 11666538 w 12192000"/>
              <a:gd name="connsiteY223" fmla="*/ 3175 h 3102054"/>
              <a:gd name="connsiteX224" fmla="*/ 11734800 w 12192000"/>
              <a:gd name="connsiteY224" fmla="*/ 0 h 3102054"/>
              <a:gd name="connsiteX225" fmla="*/ 11803064 w 12192000"/>
              <a:gd name="connsiteY225" fmla="*/ 3175 h 3102054"/>
              <a:gd name="connsiteX226" fmla="*/ 11863388 w 12192000"/>
              <a:gd name="connsiteY226" fmla="*/ 9525 h 3102054"/>
              <a:gd name="connsiteX227" fmla="*/ 11915776 w 12192000"/>
              <a:gd name="connsiteY227" fmla="*/ 20638 h 3102054"/>
              <a:gd name="connsiteX228" fmla="*/ 11961814 w 12192000"/>
              <a:gd name="connsiteY228" fmla="*/ 36513 h 3102054"/>
              <a:gd name="connsiteX229" fmla="*/ 12003088 w 12192000"/>
              <a:gd name="connsiteY229" fmla="*/ 52388 h 3102054"/>
              <a:gd name="connsiteX230" fmla="*/ 12039600 w 12192000"/>
              <a:gd name="connsiteY230" fmla="*/ 68263 h 3102054"/>
              <a:gd name="connsiteX231" fmla="*/ 12077700 w 12192000"/>
              <a:gd name="connsiteY231" fmla="*/ 87313 h 3102054"/>
              <a:gd name="connsiteX232" fmla="*/ 12115800 w 12192000"/>
              <a:gd name="connsiteY232" fmla="*/ 106363 h 3102054"/>
              <a:gd name="connsiteX233" fmla="*/ 12152314 w 12192000"/>
              <a:gd name="connsiteY233" fmla="*/ 125413 h 3102054"/>
              <a:gd name="connsiteX234" fmla="*/ 12192000 w 12192000"/>
              <a:gd name="connsiteY234" fmla="*/ 140677 h 3102054"/>
              <a:gd name="connsiteX235" fmla="*/ 12192000 w 12192000"/>
              <a:gd name="connsiteY235" fmla="*/ 885826 h 3102054"/>
              <a:gd name="connsiteX236" fmla="*/ 12191999 w 12192000"/>
              <a:gd name="connsiteY236" fmla="*/ 885826 h 3102054"/>
              <a:gd name="connsiteX237" fmla="*/ 12191999 w 12192000"/>
              <a:gd name="connsiteY237" fmla="*/ 3102054 h 3102054"/>
              <a:gd name="connsiteX238" fmla="*/ 0 w 12192000"/>
              <a:gd name="connsiteY238" fmla="*/ 3102054 h 3102054"/>
              <a:gd name="connsiteX239" fmla="*/ 0 w 12192000"/>
              <a:gd name="connsiteY239" fmla="*/ 638254 h 3102054"/>
              <a:gd name="connsiteX240" fmla="*/ 1 w 12192000"/>
              <a:gd name="connsiteY240" fmla="*/ 638254 h 3102054"/>
              <a:gd name="connsiteX241" fmla="*/ 1 w 12192000"/>
              <a:gd name="connsiteY241" fmla="*/ 176212 h 3102054"/>
              <a:gd name="connsiteX242" fmla="*/ 68264 w 12192000"/>
              <a:gd name="connsiteY242" fmla="*/ 174625 h 3102054"/>
              <a:gd name="connsiteX243" fmla="*/ 128589 w 12192000"/>
              <a:gd name="connsiteY243" fmla="*/ 166687 h 3102054"/>
              <a:gd name="connsiteX244" fmla="*/ 180976 w 12192000"/>
              <a:gd name="connsiteY244" fmla="*/ 155575 h 3102054"/>
              <a:gd name="connsiteX245" fmla="*/ 227014 w 12192000"/>
              <a:gd name="connsiteY245" fmla="*/ 141287 h 3102054"/>
              <a:gd name="connsiteX246" fmla="*/ 268289 w 12192000"/>
              <a:gd name="connsiteY246" fmla="*/ 125412 h 3102054"/>
              <a:gd name="connsiteX247" fmla="*/ 304801 w 12192000"/>
              <a:gd name="connsiteY247" fmla="*/ 106362 h 3102054"/>
              <a:gd name="connsiteX248" fmla="*/ 342901 w 12192000"/>
              <a:gd name="connsiteY248" fmla="*/ 87312 h 3102054"/>
              <a:gd name="connsiteX249" fmla="*/ 381001 w 12192000"/>
              <a:gd name="connsiteY249" fmla="*/ 68262 h 3102054"/>
              <a:gd name="connsiteX250" fmla="*/ 417514 w 12192000"/>
              <a:gd name="connsiteY250" fmla="*/ 52387 h 3102054"/>
              <a:gd name="connsiteX251" fmla="*/ 458789 w 12192000"/>
              <a:gd name="connsiteY251" fmla="*/ 36512 h 3102054"/>
              <a:gd name="connsiteX252" fmla="*/ 504826 w 12192000"/>
              <a:gd name="connsiteY252" fmla="*/ 20637 h 3102054"/>
              <a:gd name="connsiteX253" fmla="*/ 557214 w 12192000"/>
              <a:gd name="connsiteY253" fmla="*/ 9525 h 3102054"/>
              <a:gd name="connsiteX254" fmla="*/ 617539 w 12192000"/>
              <a:gd name="connsiteY254" fmla="*/ 3175 h 3102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</a:cxnLst>
            <a:rect l="l" t="t" r="r" b="b"/>
            <a:pathLst>
              <a:path w="12192000" h="3102054">
                <a:moveTo>
                  <a:pt x="685801" y="0"/>
                </a:moveTo>
                <a:lnTo>
                  <a:pt x="754064" y="3175"/>
                </a:lnTo>
                <a:lnTo>
                  <a:pt x="814389" y="9525"/>
                </a:lnTo>
                <a:lnTo>
                  <a:pt x="866776" y="20637"/>
                </a:lnTo>
                <a:lnTo>
                  <a:pt x="912814" y="36512"/>
                </a:lnTo>
                <a:lnTo>
                  <a:pt x="954089" y="52387"/>
                </a:lnTo>
                <a:lnTo>
                  <a:pt x="990601" y="68262"/>
                </a:lnTo>
                <a:lnTo>
                  <a:pt x="1028701" y="87312"/>
                </a:lnTo>
                <a:lnTo>
                  <a:pt x="1066801" y="106362"/>
                </a:lnTo>
                <a:lnTo>
                  <a:pt x="1103314" y="125412"/>
                </a:lnTo>
                <a:lnTo>
                  <a:pt x="1144589" y="141287"/>
                </a:lnTo>
                <a:lnTo>
                  <a:pt x="1190626" y="155575"/>
                </a:lnTo>
                <a:lnTo>
                  <a:pt x="1243014" y="166687"/>
                </a:lnTo>
                <a:lnTo>
                  <a:pt x="1303339" y="174625"/>
                </a:lnTo>
                <a:lnTo>
                  <a:pt x="1371601" y="176212"/>
                </a:lnTo>
                <a:lnTo>
                  <a:pt x="1439864" y="174625"/>
                </a:lnTo>
                <a:lnTo>
                  <a:pt x="1500189" y="166687"/>
                </a:lnTo>
                <a:lnTo>
                  <a:pt x="1552576" y="155575"/>
                </a:lnTo>
                <a:lnTo>
                  <a:pt x="1598614" y="141287"/>
                </a:lnTo>
                <a:lnTo>
                  <a:pt x="1639889" y="125412"/>
                </a:lnTo>
                <a:lnTo>
                  <a:pt x="1676401" y="106362"/>
                </a:lnTo>
                <a:lnTo>
                  <a:pt x="1714501" y="87312"/>
                </a:lnTo>
                <a:lnTo>
                  <a:pt x="1752601" y="68262"/>
                </a:lnTo>
                <a:lnTo>
                  <a:pt x="1789114" y="52387"/>
                </a:lnTo>
                <a:lnTo>
                  <a:pt x="1830389" y="36512"/>
                </a:lnTo>
                <a:lnTo>
                  <a:pt x="1876426" y="20637"/>
                </a:lnTo>
                <a:lnTo>
                  <a:pt x="1928814" y="9525"/>
                </a:lnTo>
                <a:lnTo>
                  <a:pt x="1989139" y="3175"/>
                </a:lnTo>
                <a:lnTo>
                  <a:pt x="2057401" y="0"/>
                </a:lnTo>
                <a:lnTo>
                  <a:pt x="2125664" y="3175"/>
                </a:lnTo>
                <a:lnTo>
                  <a:pt x="2185989" y="9525"/>
                </a:lnTo>
                <a:lnTo>
                  <a:pt x="2238376" y="20637"/>
                </a:lnTo>
                <a:lnTo>
                  <a:pt x="2284414" y="36512"/>
                </a:lnTo>
                <a:lnTo>
                  <a:pt x="2325688" y="52387"/>
                </a:lnTo>
                <a:lnTo>
                  <a:pt x="2362201" y="68262"/>
                </a:lnTo>
                <a:lnTo>
                  <a:pt x="2400301" y="87312"/>
                </a:lnTo>
                <a:lnTo>
                  <a:pt x="2438401" y="106362"/>
                </a:lnTo>
                <a:lnTo>
                  <a:pt x="2474913" y="125412"/>
                </a:lnTo>
                <a:lnTo>
                  <a:pt x="2516188" y="141287"/>
                </a:lnTo>
                <a:lnTo>
                  <a:pt x="2562226" y="155575"/>
                </a:lnTo>
                <a:lnTo>
                  <a:pt x="2614614" y="166687"/>
                </a:lnTo>
                <a:lnTo>
                  <a:pt x="2674938" y="174625"/>
                </a:lnTo>
                <a:lnTo>
                  <a:pt x="2743201" y="176212"/>
                </a:lnTo>
                <a:lnTo>
                  <a:pt x="2811464" y="174625"/>
                </a:lnTo>
                <a:lnTo>
                  <a:pt x="2871789" y="166687"/>
                </a:lnTo>
                <a:lnTo>
                  <a:pt x="2924176" y="155575"/>
                </a:lnTo>
                <a:lnTo>
                  <a:pt x="2970214" y="141287"/>
                </a:lnTo>
                <a:lnTo>
                  <a:pt x="3011489" y="125412"/>
                </a:lnTo>
                <a:lnTo>
                  <a:pt x="3048001" y="106362"/>
                </a:lnTo>
                <a:lnTo>
                  <a:pt x="3086101" y="87312"/>
                </a:lnTo>
                <a:lnTo>
                  <a:pt x="3124201" y="68262"/>
                </a:lnTo>
                <a:lnTo>
                  <a:pt x="3160714" y="52387"/>
                </a:lnTo>
                <a:lnTo>
                  <a:pt x="3201989" y="36512"/>
                </a:lnTo>
                <a:lnTo>
                  <a:pt x="3248026" y="20637"/>
                </a:lnTo>
                <a:lnTo>
                  <a:pt x="3300414" y="9525"/>
                </a:lnTo>
                <a:lnTo>
                  <a:pt x="3360739" y="3175"/>
                </a:lnTo>
                <a:lnTo>
                  <a:pt x="3427414" y="0"/>
                </a:lnTo>
                <a:lnTo>
                  <a:pt x="3497264" y="3175"/>
                </a:lnTo>
                <a:lnTo>
                  <a:pt x="3557589" y="9525"/>
                </a:lnTo>
                <a:lnTo>
                  <a:pt x="3609976" y="20637"/>
                </a:lnTo>
                <a:lnTo>
                  <a:pt x="3656014" y="36512"/>
                </a:lnTo>
                <a:lnTo>
                  <a:pt x="3697288" y="52387"/>
                </a:lnTo>
                <a:lnTo>
                  <a:pt x="3733801" y="68262"/>
                </a:lnTo>
                <a:lnTo>
                  <a:pt x="3771901" y="87312"/>
                </a:lnTo>
                <a:lnTo>
                  <a:pt x="3810001" y="106362"/>
                </a:lnTo>
                <a:lnTo>
                  <a:pt x="3846514" y="125412"/>
                </a:lnTo>
                <a:lnTo>
                  <a:pt x="3887789" y="141287"/>
                </a:lnTo>
                <a:lnTo>
                  <a:pt x="3933826" y="155575"/>
                </a:lnTo>
                <a:lnTo>
                  <a:pt x="3986214" y="166687"/>
                </a:lnTo>
                <a:lnTo>
                  <a:pt x="4046539" y="174625"/>
                </a:lnTo>
                <a:lnTo>
                  <a:pt x="4114801" y="176212"/>
                </a:lnTo>
                <a:lnTo>
                  <a:pt x="4183064" y="174625"/>
                </a:lnTo>
                <a:lnTo>
                  <a:pt x="4243388" y="166687"/>
                </a:lnTo>
                <a:lnTo>
                  <a:pt x="4295776" y="155575"/>
                </a:lnTo>
                <a:lnTo>
                  <a:pt x="4341813" y="141287"/>
                </a:lnTo>
                <a:lnTo>
                  <a:pt x="4383088" y="125412"/>
                </a:lnTo>
                <a:lnTo>
                  <a:pt x="4419601" y="106362"/>
                </a:lnTo>
                <a:lnTo>
                  <a:pt x="4495801" y="68262"/>
                </a:lnTo>
                <a:lnTo>
                  <a:pt x="4532314" y="52387"/>
                </a:lnTo>
                <a:lnTo>
                  <a:pt x="4573588" y="36512"/>
                </a:lnTo>
                <a:lnTo>
                  <a:pt x="4619626" y="20637"/>
                </a:lnTo>
                <a:lnTo>
                  <a:pt x="4672013" y="9525"/>
                </a:lnTo>
                <a:lnTo>
                  <a:pt x="4732338" y="3175"/>
                </a:lnTo>
                <a:lnTo>
                  <a:pt x="4800601" y="0"/>
                </a:lnTo>
                <a:lnTo>
                  <a:pt x="4868864" y="3175"/>
                </a:lnTo>
                <a:lnTo>
                  <a:pt x="4929188" y="9525"/>
                </a:lnTo>
                <a:lnTo>
                  <a:pt x="4981576" y="20637"/>
                </a:lnTo>
                <a:lnTo>
                  <a:pt x="5027614" y="36512"/>
                </a:lnTo>
                <a:lnTo>
                  <a:pt x="5068889" y="52387"/>
                </a:lnTo>
                <a:lnTo>
                  <a:pt x="5105402" y="68262"/>
                </a:lnTo>
                <a:lnTo>
                  <a:pt x="5143502" y="87312"/>
                </a:lnTo>
                <a:lnTo>
                  <a:pt x="5181601" y="106362"/>
                </a:lnTo>
                <a:lnTo>
                  <a:pt x="5218115" y="125412"/>
                </a:lnTo>
                <a:lnTo>
                  <a:pt x="5259388" y="141287"/>
                </a:lnTo>
                <a:lnTo>
                  <a:pt x="5305426" y="155575"/>
                </a:lnTo>
                <a:lnTo>
                  <a:pt x="5357813" y="166687"/>
                </a:lnTo>
                <a:lnTo>
                  <a:pt x="5418139" y="174625"/>
                </a:lnTo>
                <a:lnTo>
                  <a:pt x="5486401" y="176212"/>
                </a:lnTo>
                <a:lnTo>
                  <a:pt x="5554663" y="174625"/>
                </a:lnTo>
                <a:lnTo>
                  <a:pt x="5614989" y="166687"/>
                </a:lnTo>
                <a:lnTo>
                  <a:pt x="5667376" y="155575"/>
                </a:lnTo>
                <a:lnTo>
                  <a:pt x="5713414" y="141287"/>
                </a:lnTo>
                <a:lnTo>
                  <a:pt x="5754689" y="125412"/>
                </a:lnTo>
                <a:lnTo>
                  <a:pt x="5791202" y="106362"/>
                </a:lnTo>
                <a:lnTo>
                  <a:pt x="5829302" y="87312"/>
                </a:lnTo>
                <a:lnTo>
                  <a:pt x="5867402" y="68262"/>
                </a:lnTo>
                <a:lnTo>
                  <a:pt x="5903915" y="52387"/>
                </a:lnTo>
                <a:lnTo>
                  <a:pt x="5945189" y="36512"/>
                </a:lnTo>
                <a:lnTo>
                  <a:pt x="5991226" y="20637"/>
                </a:lnTo>
                <a:lnTo>
                  <a:pt x="6043614" y="9525"/>
                </a:lnTo>
                <a:lnTo>
                  <a:pt x="6103939" y="3175"/>
                </a:lnTo>
                <a:lnTo>
                  <a:pt x="6172201" y="0"/>
                </a:lnTo>
                <a:lnTo>
                  <a:pt x="6210301" y="1772"/>
                </a:lnTo>
                <a:lnTo>
                  <a:pt x="6248401" y="0"/>
                </a:lnTo>
                <a:lnTo>
                  <a:pt x="6316664" y="3175"/>
                </a:lnTo>
                <a:lnTo>
                  <a:pt x="6376989" y="9525"/>
                </a:lnTo>
                <a:lnTo>
                  <a:pt x="6429376" y="20637"/>
                </a:lnTo>
                <a:lnTo>
                  <a:pt x="6475414" y="36512"/>
                </a:lnTo>
                <a:lnTo>
                  <a:pt x="6516689" y="52387"/>
                </a:lnTo>
                <a:lnTo>
                  <a:pt x="6553202" y="68262"/>
                </a:lnTo>
                <a:lnTo>
                  <a:pt x="6591302" y="87312"/>
                </a:lnTo>
                <a:lnTo>
                  <a:pt x="6629401" y="106362"/>
                </a:lnTo>
                <a:lnTo>
                  <a:pt x="6665915" y="125412"/>
                </a:lnTo>
                <a:lnTo>
                  <a:pt x="6707189" y="141287"/>
                </a:lnTo>
                <a:lnTo>
                  <a:pt x="6753226" y="155575"/>
                </a:lnTo>
                <a:lnTo>
                  <a:pt x="6805614" y="166687"/>
                </a:lnTo>
                <a:lnTo>
                  <a:pt x="6865939" y="174625"/>
                </a:lnTo>
                <a:lnTo>
                  <a:pt x="6934201" y="176212"/>
                </a:lnTo>
                <a:lnTo>
                  <a:pt x="7002464" y="174625"/>
                </a:lnTo>
                <a:lnTo>
                  <a:pt x="7062789" y="166687"/>
                </a:lnTo>
                <a:lnTo>
                  <a:pt x="7115176" y="155575"/>
                </a:lnTo>
                <a:lnTo>
                  <a:pt x="7161214" y="141287"/>
                </a:lnTo>
                <a:lnTo>
                  <a:pt x="7202489" y="125412"/>
                </a:lnTo>
                <a:lnTo>
                  <a:pt x="7239001" y="106362"/>
                </a:lnTo>
                <a:lnTo>
                  <a:pt x="7277101" y="87312"/>
                </a:lnTo>
                <a:lnTo>
                  <a:pt x="7315201" y="68262"/>
                </a:lnTo>
                <a:lnTo>
                  <a:pt x="7351714" y="52387"/>
                </a:lnTo>
                <a:lnTo>
                  <a:pt x="7392989" y="36512"/>
                </a:lnTo>
                <a:lnTo>
                  <a:pt x="7439026" y="20637"/>
                </a:lnTo>
                <a:lnTo>
                  <a:pt x="7491414" y="9525"/>
                </a:lnTo>
                <a:lnTo>
                  <a:pt x="7551739" y="3175"/>
                </a:lnTo>
                <a:lnTo>
                  <a:pt x="7620001" y="0"/>
                </a:lnTo>
                <a:lnTo>
                  <a:pt x="7688264" y="3175"/>
                </a:lnTo>
                <a:lnTo>
                  <a:pt x="7748589" y="9525"/>
                </a:lnTo>
                <a:lnTo>
                  <a:pt x="7800976" y="20637"/>
                </a:lnTo>
                <a:lnTo>
                  <a:pt x="7847014" y="36512"/>
                </a:lnTo>
                <a:lnTo>
                  <a:pt x="7888289" y="52387"/>
                </a:lnTo>
                <a:lnTo>
                  <a:pt x="7924801" y="68262"/>
                </a:lnTo>
                <a:lnTo>
                  <a:pt x="7962901" y="87312"/>
                </a:lnTo>
                <a:lnTo>
                  <a:pt x="8001001" y="106362"/>
                </a:lnTo>
                <a:lnTo>
                  <a:pt x="8037514" y="125412"/>
                </a:lnTo>
                <a:lnTo>
                  <a:pt x="8078789" y="141287"/>
                </a:lnTo>
                <a:lnTo>
                  <a:pt x="8124826" y="155575"/>
                </a:lnTo>
                <a:lnTo>
                  <a:pt x="8177214" y="166687"/>
                </a:lnTo>
                <a:lnTo>
                  <a:pt x="8237539" y="174625"/>
                </a:lnTo>
                <a:lnTo>
                  <a:pt x="8305801" y="176212"/>
                </a:lnTo>
                <a:lnTo>
                  <a:pt x="8374064" y="174625"/>
                </a:lnTo>
                <a:lnTo>
                  <a:pt x="8434388" y="166687"/>
                </a:lnTo>
                <a:lnTo>
                  <a:pt x="8486776" y="155575"/>
                </a:lnTo>
                <a:lnTo>
                  <a:pt x="8532814" y="141287"/>
                </a:lnTo>
                <a:lnTo>
                  <a:pt x="8574088" y="125412"/>
                </a:lnTo>
                <a:lnTo>
                  <a:pt x="8610600" y="106362"/>
                </a:lnTo>
                <a:lnTo>
                  <a:pt x="8648700" y="87312"/>
                </a:lnTo>
                <a:lnTo>
                  <a:pt x="8686800" y="68262"/>
                </a:lnTo>
                <a:lnTo>
                  <a:pt x="8723314" y="52387"/>
                </a:lnTo>
                <a:lnTo>
                  <a:pt x="8764588" y="36512"/>
                </a:lnTo>
                <a:lnTo>
                  <a:pt x="8810626" y="20637"/>
                </a:lnTo>
                <a:lnTo>
                  <a:pt x="8863014" y="9525"/>
                </a:lnTo>
                <a:lnTo>
                  <a:pt x="8923338" y="3175"/>
                </a:lnTo>
                <a:lnTo>
                  <a:pt x="8990014" y="0"/>
                </a:lnTo>
                <a:lnTo>
                  <a:pt x="9059864" y="3175"/>
                </a:lnTo>
                <a:lnTo>
                  <a:pt x="9120188" y="9525"/>
                </a:lnTo>
                <a:lnTo>
                  <a:pt x="9172576" y="20637"/>
                </a:lnTo>
                <a:lnTo>
                  <a:pt x="9218614" y="36512"/>
                </a:lnTo>
                <a:lnTo>
                  <a:pt x="9259888" y="52387"/>
                </a:lnTo>
                <a:lnTo>
                  <a:pt x="9296400" y="68262"/>
                </a:lnTo>
                <a:lnTo>
                  <a:pt x="9334500" y="87312"/>
                </a:lnTo>
                <a:lnTo>
                  <a:pt x="9372600" y="106362"/>
                </a:lnTo>
                <a:lnTo>
                  <a:pt x="9409114" y="125412"/>
                </a:lnTo>
                <a:lnTo>
                  <a:pt x="9450388" y="141287"/>
                </a:lnTo>
                <a:lnTo>
                  <a:pt x="9496426" y="155575"/>
                </a:lnTo>
                <a:lnTo>
                  <a:pt x="9548814" y="166687"/>
                </a:lnTo>
                <a:lnTo>
                  <a:pt x="9609138" y="174625"/>
                </a:lnTo>
                <a:lnTo>
                  <a:pt x="9677400" y="176212"/>
                </a:lnTo>
                <a:lnTo>
                  <a:pt x="9745664" y="174625"/>
                </a:lnTo>
                <a:lnTo>
                  <a:pt x="9805988" y="166687"/>
                </a:lnTo>
                <a:lnTo>
                  <a:pt x="9858376" y="155575"/>
                </a:lnTo>
                <a:lnTo>
                  <a:pt x="9904414" y="141287"/>
                </a:lnTo>
                <a:lnTo>
                  <a:pt x="9945688" y="125412"/>
                </a:lnTo>
                <a:lnTo>
                  <a:pt x="9982200" y="106362"/>
                </a:lnTo>
                <a:lnTo>
                  <a:pt x="10058400" y="68262"/>
                </a:lnTo>
                <a:lnTo>
                  <a:pt x="10094914" y="52387"/>
                </a:lnTo>
                <a:lnTo>
                  <a:pt x="10136188" y="36512"/>
                </a:lnTo>
                <a:lnTo>
                  <a:pt x="10182226" y="20637"/>
                </a:lnTo>
                <a:lnTo>
                  <a:pt x="10234614" y="9525"/>
                </a:lnTo>
                <a:lnTo>
                  <a:pt x="10294938" y="3175"/>
                </a:lnTo>
                <a:lnTo>
                  <a:pt x="10363200" y="0"/>
                </a:lnTo>
                <a:lnTo>
                  <a:pt x="10431464" y="3175"/>
                </a:lnTo>
                <a:lnTo>
                  <a:pt x="10491788" y="9525"/>
                </a:lnTo>
                <a:lnTo>
                  <a:pt x="10544176" y="20637"/>
                </a:lnTo>
                <a:lnTo>
                  <a:pt x="10590214" y="36512"/>
                </a:lnTo>
                <a:lnTo>
                  <a:pt x="10631488" y="52387"/>
                </a:lnTo>
                <a:lnTo>
                  <a:pt x="10668000" y="68262"/>
                </a:lnTo>
                <a:lnTo>
                  <a:pt x="10706100" y="87312"/>
                </a:lnTo>
                <a:lnTo>
                  <a:pt x="10744200" y="106362"/>
                </a:lnTo>
                <a:lnTo>
                  <a:pt x="10780714" y="125412"/>
                </a:lnTo>
                <a:lnTo>
                  <a:pt x="10821988" y="141287"/>
                </a:lnTo>
                <a:lnTo>
                  <a:pt x="10868026" y="155575"/>
                </a:lnTo>
                <a:lnTo>
                  <a:pt x="10920414" y="166687"/>
                </a:lnTo>
                <a:lnTo>
                  <a:pt x="10980738" y="174625"/>
                </a:lnTo>
                <a:lnTo>
                  <a:pt x="11049000" y="176212"/>
                </a:lnTo>
                <a:lnTo>
                  <a:pt x="11117264" y="174625"/>
                </a:lnTo>
                <a:lnTo>
                  <a:pt x="11177588" y="166687"/>
                </a:lnTo>
                <a:lnTo>
                  <a:pt x="11229976" y="155575"/>
                </a:lnTo>
                <a:lnTo>
                  <a:pt x="11276014" y="141287"/>
                </a:lnTo>
                <a:lnTo>
                  <a:pt x="11317288" y="125412"/>
                </a:lnTo>
                <a:lnTo>
                  <a:pt x="11353800" y="106362"/>
                </a:lnTo>
                <a:lnTo>
                  <a:pt x="11391900" y="87312"/>
                </a:lnTo>
                <a:lnTo>
                  <a:pt x="11430000" y="68263"/>
                </a:lnTo>
                <a:lnTo>
                  <a:pt x="11466514" y="52388"/>
                </a:lnTo>
                <a:lnTo>
                  <a:pt x="11507788" y="36513"/>
                </a:lnTo>
                <a:lnTo>
                  <a:pt x="11553826" y="20638"/>
                </a:lnTo>
                <a:lnTo>
                  <a:pt x="11606214" y="9525"/>
                </a:lnTo>
                <a:lnTo>
                  <a:pt x="11666538" y="3175"/>
                </a:lnTo>
                <a:lnTo>
                  <a:pt x="11734800" y="0"/>
                </a:lnTo>
                <a:lnTo>
                  <a:pt x="11803064" y="3175"/>
                </a:lnTo>
                <a:lnTo>
                  <a:pt x="11863388" y="9525"/>
                </a:lnTo>
                <a:lnTo>
                  <a:pt x="11915776" y="20638"/>
                </a:lnTo>
                <a:lnTo>
                  <a:pt x="11961814" y="36513"/>
                </a:lnTo>
                <a:lnTo>
                  <a:pt x="12003088" y="52388"/>
                </a:lnTo>
                <a:lnTo>
                  <a:pt x="12039600" y="68263"/>
                </a:lnTo>
                <a:lnTo>
                  <a:pt x="12077700" y="87313"/>
                </a:lnTo>
                <a:lnTo>
                  <a:pt x="12115800" y="106363"/>
                </a:lnTo>
                <a:lnTo>
                  <a:pt x="12152314" y="125413"/>
                </a:lnTo>
                <a:lnTo>
                  <a:pt x="12192000" y="140677"/>
                </a:lnTo>
                <a:lnTo>
                  <a:pt x="12192000" y="885826"/>
                </a:lnTo>
                <a:lnTo>
                  <a:pt x="12191999" y="885826"/>
                </a:lnTo>
                <a:lnTo>
                  <a:pt x="12191999" y="3102054"/>
                </a:lnTo>
                <a:lnTo>
                  <a:pt x="0" y="3102054"/>
                </a:lnTo>
                <a:lnTo>
                  <a:pt x="0" y="638254"/>
                </a:lnTo>
                <a:lnTo>
                  <a:pt x="1" y="638254"/>
                </a:lnTo>
                <a:lnTo>
                  <a:pt x="1" y="176212"/>
                </a:lnTo>
                <a:lnTo>
                  <a:pt x="68264" y="174625"/>
                </a:lnTo>
                <a:lnTo>
                  <a:pt x="128589" y="166687"/>
                </a:lnTo>
                <a:lnTo>
                  <a:pt x="180976" y="155575"/>
                </a:lnTo>
                <a:lnTo>
                  <a:pt x="227014" y="141287"/>
                </a:lnTo>
                <a:lnTo>
                  <a:pt x="268289" y="125412"/>
                </a:lnTo>
                <a:lnTo>
                  <a:pt x="304801" y="106362"/>
                </a:lnTo>
                <a:lnTo>
                  <a:pt x="342901" y="87312"/>
                </a:lnTo>
                <a:lnTo>
                  <a:pt x="381001" y="68262"/>
                </a:lnTo>
                <a:lnTo>
                  <a:pt x="417514" y="52387"/>
                </a:lnTo>
                <a:lnTo>
                  <a:pt x="458789" y="36512"/>
                </a:lnTo>
                <a:lnTo>
                  <a:pt x="504826" y="20637"/>
                </a:lnTo>
                <a:lnTo>
                  <a:pt x="557214" y="9525"/>
                </a:lnTo>
                <a:lnTo>
                  <a:pt x="617539" y="317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272D95D4-1013-B93F-F027-7A4E94647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376" y="4292599"/>
            <a:ext cx="8011248" cy="146577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/>
            <a:r>
              <a:rPr lang="en-US" sz="5200" spc="800">
                <a:solidFill>
                  <a:schemeClr val="bg1"/>
                </a:solidFill>
              </a:rPr>
              <a:t>Il lavoro su git</a:t>
            </a:r>
          </a:p>
        </p:txBody>
      </p:sp>
      <p:pic>
        <p:nvPicPr>
          <p:cNvPr id="13" name="Immagine 12" descr="Immagine che contiene testo, schermata, software, Icona del computer&#10;&#10;Il contenuto generato dall'IA potrebbe non essere corretto.">
            <a:extLst>
              <a:ext uri="{FF2B5EF4-FFF2-40B4-BE49-F238E27FC236}">
                <a16:creationId xmlns:a16="http://schemas.microsoft.com/office/drawing/2014/main" id="{0A7C25DC-EA8B-E42A-2B93-4C6E637410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620" y="124116"/>
            <a:ext cx="8098757" cy="6609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4633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B15884-3459-2596-A588-8C324870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1B0A7D14-7B67-4022-A8BE-1CCD4A0F1B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552A77-703D-D917-A9FB-516BA11B1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887" y="246313"/>
            <a:ext cx="7633742" cy="149213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pc="200" dirty="0"/>
              <a:t>Software Life Cycle</a:t>
            </a:r>
          </a:p>
        </p:txBody>
      </p:sp>
      <p:sp>
        <p:nvSpPr>
          <p:cNvPr id="29" name="Freeform 6">
            <a:extLst>
              <a:ext uri="{FF2B5EF4-FFF2-40B4-BE49-F238E27FC236}">
                <a16:creationId xmlns:a16="http://schemas.microsoft.com/office/drawing/2014/main" id="{AB09A9E8-BF27-4613-A775-071F082083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664368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it-IT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3AFE299-6F79-44AF-9A77-2DC2DC1F84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1402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graphicFrame>
        <p:nvGraphicFramePr>
          <p:cNvPr id="23" name="CasellaDiTesto 3">
            <a:extLst>
              <a:ext uri="{FF2B5EF4-FFF2-40B4-BE49-F238E27FC236}">
                <a16:creationId xmlns:a16="http://schemas.microsoft.com/office/drawing/2014/main" id="{4C47CEAC-3065-5851-48FA-E2BC70DEB2D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3839869"/>
              </p:ext>
            </p:extLst>
          </p:nvPr>
        </p:nvGraphicFramePr>
        <p:xfrm>
          <a:off x="938212" y="2683329"/>
          <a:ext cx="7634288" cy="3594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0904A3D0-A36F-14B6-2F73-D0E517930A6D}"/>
              </a:ext>
            </a:extLst>
          </p:cNvPr>
          <p:cNvSpPr txBox="1">
            <a:spLocks/>
          </p:cNvSpPr>
          <p:nvPr/>
        </p:nvSpPr>
        <p:spPr>
          <a:xfrm>
            <a:off x="938212" y="1481842"/>
            <a:ext cx="7633742" cy="14921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1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spcBef>
                <a:spcPts val="700"/>
              </a:spcBef>
              <a:buClr>
                <a:schemeClr val="tx2"/>
              </a:buClr>
            </a:pPr>
            <a:r>
              <a:rPr lang="en-US" sz="3200" b="1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Modello</a:t>
            </a:r>
            <a:r>
              <a:rPr lang="en-US" sz="32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agile</a:t>
            </a:r>
          </a:p>
        </p:txBody>
      </p:sp>
    </p:spTree>
    <p:extLst>
      <p:ext uri="{BB962C8B-B14F-4D97-AF65-F5344CB8AC3E}">
        <p14:creationId xmlns:p14="http://schemas.microsoft.com/office/powerpoint/2010/main" val="11212926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B680D4D6-B06E-4316-8BBC-7A65A10AC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497" y="1153287"/>
            <a:ext cx="2677924" cy="45514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/>
            <a:r>
              <a:rPr lang="en-US" sz="2800" spc="200"/>
              <a:t>Software Life Cycle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D72A37F-0C2F-473C-9D71-B80AEE71BF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7847" y="1962397"/>
            <a:ext cx="0" cy="2933206"/>
          </a:xfrm>
          <a:prstGeom prst="line">
            <a:avLst/>
          </a:prstGeom>
          <a:ln w="22225">
            <a:solidFill>
              <a:schemeClr val="accent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422ED6A8-E30F-2D59-4902-1234FF39F3FA}"/>
              </a:ext>
            </a:extLst>
          </p:cNvPr>
          <p:cNvSpPr txBox="1"/>
          <p:nvPr/>
        </p:nvSpPr>
        <p:spPr>
          <a:xfrm>
            <a:off x="3732023" y="1153287"/>
            <a:ext cx="4840477" cy="45514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None/>
            </a:pPr>
            <a:r>
              <a:rPr lang="en-US" b="1" dirty="0" err="1"/>
              <a:t>Approccio</a:t>
            </a:r>
            <a:r>
              <a:rPr lang="en-US" b="1" dirty="0"/>
              <a:t> </a:t>
            </a:r>
            <a:r>
              <a:rPr lang="en-US" b="1" dirty="0" err="1"/>
              <a:t>iniziale</a:t>
            </a:r>
            <a:r>
              <a:rPr lang="en-US" b="1" dirty="0"/>
              <a:t> – Scrum / Lavoro </a:t>
            </a:r>
            <a:r>
              <a:rPr lang="en-US" b="1" dirty="0" err="1"/>
              <a:t>incrementale</a:t>
            </a:r>
            <a:endParaRPr lang="en-US" b="1" dirty="0"/>
          </a:p>
          <a:p>
            <a:pPr marL="285750" indent="-228600" defTabSz="914400">
              <a:lnSpc>
                <a:spcPct val="25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1400" b="1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Suddivisione</a:t>
            </a:r>
            <a:r>
              <a:rPr lang="en-US" sz="14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del </a:t>
            </a:r>
            <a:r>
              <a:rPr lang="en-US" sz="1400" b="1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progetto</a:t>
            </a:r>
            <a:r>
              <a:rPr lang="en-US" sz="14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in milestone e </a:t>
            </a:r>
            <a:r>
              <a:rPr lang="en-US" sz="1400" b="1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progetti</a:t>
            </a:r>
            <a:endParaRPr lang="en-US" sz="1400" b="1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28600" defTabSz="914400">
              <a:lnSpc>
                <a:spcPct val="25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1400" b="1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Implementazione</a:t>
            </a:r>
            <a:r>
              <a:rPr lang="en-US" sz="14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per </a:t>
            </a:r>
            <a:r>
              <a:rPr lang="en-US" sz="1400" b="1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funzionalità</a:t>
            </a:r>
            <a:r>
              <a:rPr lang="en-US" sz="14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progressive</a:t>
            </a:r>
          </a:p>
          <a:p>
            <a:pPr marL="285750" indent="-228600" defTabSz="914400">
              <a:lnSpc>
                <a:spcPct val="25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14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Testing </a:t>
            </a:r>
            <a:r>
              <a:rPr lang="en-US" sz="1400" b="1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progressivo</a:t>
            </a:r>
            <a:r>
              <a:rPr lang="en-US" sz="14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ad ogni </a:t>
            </a:r>
            <a:r>
              <a:rPr lang="en-US" sz="1400" b="1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incremento</a:t>
            </a:r>
            <a:endParaRPr lang="en-US" sz="1400" b="1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4016ABB-4F5D-4BFA-9406-7CD61399B6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50264" y="1964267"/>
            <a:ext cx="643467" cy="9143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FD3410-9FDF-7099-D356-EF2343E70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680D4D6-B06E-4316-8BBC-7A65A10AC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603CF5-BC6C-3606-C218-FCFB20AC2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497" y="1153287"/>
            <a:ext cx="2677924" cy="45514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/>
            <a:r>
              <a:rPr lang="en-US" sz="2800" spc="200"/>
              <a:t>Software Life Cycle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D72A37F-0C2F-473C-9D71-B80AEE71BF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7847" y="1962397"/>
            <a:ext cx="0" cy="2933206"/>
          </a:xfrm>
          <a:prstGeom prst="line">
            <a:avLst/>
          </a:prstGeom>
          <a:ln w="22225">
            <a:solidFill>
              <a:schemeClr val="accent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4403F14D-B1F9-D75C-3DAF-D6628BA1535A}"/>
              </a:ext>
            </a:extLst>
          </p:cNvPr>
          <p:cNvSpPr txBox="1"/>
          <p:nvPr/>
        </p:nvSpPr>
        <p:spPr>
          <a:xfrm>
            <a:off x="3820918" y="809906"/>
            <a:ext cx="4840477" cy="30476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None/>
            </a:pPr>
            <a:r>
              <a:rPr lang="en-US" b="1" dirty="0"/>
              <a:t>Fase finale – </a:t>
            </a:r>
            <a:r>
              <a:rPr lang="en-US" b="1" dirty="0" err="1"/>
              <a:t>Tendenza</a:t>
            </a:r>
            <a:r>
              <a:rPr lang="en-US" b="1" dirty="0"/>
              <a:t> al </a:t>
            </a:r>
            <a:r>
              <a:rPr lang="en-US" b="1" dirty="0" err="1"/>
              <a:t>modello</a:t>
            </a:r>
            <a:r>
              <a:rPr lang="en-US" b="1" dirty="0"/>
              <a:t> a </a:t>
            </a:r>
            <a:r>
              <a:rPr lang="en-US" b="1" dirty="0" err="1"/>
              <a:t>cascata</a:t>
            </a:r>
            <a:endParaRPr lang="en-US" b="1" dirty="0"/>
          </a:p>
          <a:p>
            <a:pPr marL="285750" indent="-228600" defTabSz="914400">
              <a:lnSpc>
                <a:spcPct val="15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14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Perdita di </a:t>
            </a:r>
            <a:r>
              <a:rPr lang="en-US" sz="1400" b="1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controllo</a:t>
            </a:r>
            <a:r>
              <a:rPr lang="en-US" sz="14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con lo </a:t>
            </a:r>
            <a:r>
              <a:rPr lang="en-US" sz="1400" b="1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sviluppo</a:t>
            </a:r>
            <a:r>
              <a:rPr lang="en-US" sz="14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400" b="1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dei</a:t>
            </a:r>
            <a:r>
              <a:rPr lang="en-US" sz="14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moduli </a:t>
            </a:r>
            <a:r>
              <a:rPr lang="en-US" sz="1400" b="1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sulla</a:t>
            </a:r>
            <a:r>
              <a:rPr lang="en-US" sz="14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400" b="1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gestione</a:t>
            </a:r>
            <a:r>
              <a:rPr lang="en-US" sz="14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400" b="1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dei</a:t>
            </a:r>
            <a:r>
              <a:rPr lang="en-US" sz="14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csv</a:t>
            </a:r>
          </a:p>
          <a:p>
            <a:pPr marL="285750" indent="-228600" defTabSz="914400">
              <a:lnSpc>
                <a:spcPct val="15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1400" b="1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Gestione</a:t>
            </a:r>
            <a:r>
              <a:rPr lang="en-US" sz="14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400" b="1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ciclo</a:t>
            </a:r>
            <a:r>
              <a:rPr lang="en-US" sz="14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a </a:t>
            </a:r>
            <a:r>
              <a:rPr lang="en-US" sz="1400" b="1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cascata</a:t>
            </a:r>
            <a:endParaRPr lang="en-US" sz="1400" b="1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742950" lvl="1" indent="-228600" defTabSz="914400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1400" b="1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Pericoloso</a:t>
            </a:r>
            <a:r>
              <a:rPr lang="en-US" sz="14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</a:p>
          <a:p>
            <a:pPr marL="742950" lvl="1" indent="-228600" defTabSz="914400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14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Poco </a:t>
            </a:r>
            <a:r>
              <a:rPr lang="en-US" sz="1400" b="1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pratico</a:t>
            </a:r>
            <a:r>
              <a:rPr lang="en-US" sz="14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</a:p>
          <a:p>
            <a:pPr marL="742950" lvl="1" indent="-228600" defTabSz="914400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1400" b="1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Necessario</a:t>
            </a:r>
            <a:r>
              <a:rPr lang="en-US" sz="14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per la </a:t>
            </a:r>
            <a:r>
              <a:rPr lang="en-US" sz="1400" b="1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situazione</a:t>
            </a:r>
            <a:endParaRPr lang="en-US" sz="1400" b="1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4016ABB-4F5D-4BFA-9406-7CD61399B6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50264" y="1964267"/>
            <a:ext cx="643467" cy="9143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E3CF51C6-157E-8F98-39A2-7ED63E3A15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434" r="10746"/>
          <a:stretch>
            <a:fillRect/>
          </a:stretch>
        </p:blipFill>
        <p:spPr>
          <a:xfrm>
            <a:off x="4528458" y="3985056"/>
            <a:ext cx="3428999" cy="197456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024409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87D9197-4A85-4276-8FC4-67873E207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1" name="Freeform 10">
            <a:extLst>
              <a:ext uri="{FF2B5EF4-FFF2-40B4-BE49-F238E27FC236}">
                <a16:creationId xmlns:a16="http://schemas.microsoft.com/office/drawing/2014/main" id="{01B5B487-A1DE-47E1-B06D-F13BBCCA78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5676900" cy="6858000"/>
          </a:xfrm>
          <a:custGeom>
            <a:avLst/>
            <a:gdLst>
              <a:gd name="connsiteX0" fmla="*/ 0 w 7569200"/>
              <a:gd name="connsiteY0" fmla="*/ 0 h 6858000"/>
              <a:gd name="connsiteX1" fmla="*/ 7389812 w 7569200"/>
              <a:gd name="connsiteY1" fmla="*/ 0 h 6858000"/>
              <a:gd name="connsiteX2" fmla="*/ 7394575 w 7569200"/>
              <a:gd name="connsiteY2" fmla="*/ 66675 h 6858000"/>
              <a:gd name="connsiteX3" fmla="*/ 7402512 w 7569200"/>
              <a:gd name="connsiteY3" fmla="*/ 122237 h 6858000"/>
              <a:gd name="connsiteX4" fmla="*/ 7412037 w 7569200"/>
              <a:gd name="connsiteY4" fmla="*/ 174625 h 6858000"/>
              <a:gd name="connsiteX5" fmla="*/ 7427912 w 7569200"/>
              <a:gd name="connsiteY5" fmla="*/ 217487 h 6858000"/>
              <a:gd name="connsiteX6" fmla="*/ 7443787 w 7569200"/>
              <a:gd name="connsiteY6" fmla="*/ 260350 h 6858000"/>
              <a:gd name="connsiteX7" fmla="*/ 7462837 w 7569200"/>
              <a:gd name="connsiteY7" fmla="*/ 296862 h 6858000"/>
              <a:gd name="connsiteX8" fmla="*/ 7481887 w 7569200"/>
              <a:gd name="connsiteY8" fmla="*/ 334962 h 6858000"/>
              <a:gd name="connsiteX9" fmla="*/ 7499350 w 7569200"/>
              <a:gd name="connsiteY9" fmla="*/ 369887 h 6858000"/>
              <a:gd name="connsiteX10" fmla="*/ 7516812 w 7569200"/>
              <a:gd name="connsiteY10" fmla="*/ 409575 h 6858000"/>
              <a:gd name="connsiteX11" fmla="*/ 7532687 w 7569200"/>
              <a:gd name="connsiteY11" fmla="*/ 450850 h 6858000"/>
              <a:gd name="connsiteX12" fmla="*/ 7546975 w 7569200"/>
              <a:gd name="connsiteY12" fmla="*/ 496887 h 6858000"/>
              <a:gd name="connsiteX13" fmla="*/ 7558087 w 7569200"/>
              <a:gd name="connsiteY13" fmla="*/ 546100 h 6858000"/>
              <a:gd name="connsiteX14" fmla="*/ 7566025 w 7569200"/>
              <a:gd name="connsiteY14" fmla="*/ 606425 h 6858000"/>
              <a:gd name="connsiteX15" fmla="*/ 7569200 w 7569200"/>
              <a:gd name="connsiteY15" fmla="*/ 673100 h 6858000"/>
              <a:gd name="connsiteX16" fmla="*/ 7566025 w 7569200"/>
              <a:gd name="connsiteY16" fmla="*/ 744537 h 6858000"/>
              <a:gd name="connsiteX17" fmla="*/ 7558087 w 7569200"/>
              <a:gd name="connsiteY17" fmla="*/ 801687 h 6858000"/>
              <a:gd name="connsiteX18" fmla="*/ 7546975 w 7569200"/>
              <a:gd name="connsiteY18" fmla="*/ 854075 h 6858000"/>
              <a:gd name="connsiteX19" fmla="*/ 7532687 w 7569200"/>
              <a:gd name="connsiteY19" fmla="*/ 901700 h 6858000"/>
              <a:gd name="connsiteX20" fmla="*/ 7516812 w 7569200"/>
              <a:gd name="connsiteY20" fmla="*/ 942975 h 6858000"/>
              <a:gd name="connsiteX21" fmla="*/ 7497762 w 7569200"/>
              <a:gd name="connsiteY21" fmla="*/ 981075 h 6858000"/>
              <a:gd name="connsiteX22" fmla="*/ 7478712 w 7569200"/>
              <a:gd name="connsiteY22" fmla="*/ 1017587 h 6858000"/>
              <a:gd name="connsiteX23" fmla="*/ 7459662 w 7569200"/>
              <a:gd name="connsiteY23" fmla="*/ 1055687 h 6858000"/>
              <a:gd name="connsiteX24" fmla="*/ 7442200 w 7569200"/>
              <a:gd name="connsiteY24" fmla="*/ 1095375 h 6858000"/>
              <a:gd name="connsiteX25" fmla="*/ 7424737 w 7569200"/>
              <a:gd name="connsiteY25" fmla="*/ 1136650 h 6858000"/>
              <a:gd name="connsiteX26" fmla="*/ 7410450 w 7569200"/>
              <a:gd name="connsiteY26" fmla="*/ 1182687 h 6858000"/>
              <a:gd name="connsiteX27" fmla="*/ 7400925 w 7569200"/>
              <a:gd name="connsiteY27" fmla="*/ 1235075 h 6858000"/>
              <a:gd name="connsiteX28" fmla="*/ 7391400 w 7569200"/>
              <a:gd name="connsiteY28" fmla="*/ 1295400 h 6858000"/>
              <a:gd name="connsiteX29" fmla="*/ 7389812 w 7569200"/>
              <a:gd name="connsiteY29" fmla="*/ 1363662 h 6858000"/>
              <a:gd name="connsiteX30" fmla="*/ 7391400 w 7569200"/>
              <a:gd name="connsiteY30" fmla="*/ 1431925 h 6858000"/>
              <a:gd name="connsiteX31" fmla="*/ 7400925 w 7569200"/>
              <a:gd name="connsiteY31" fmla="*/ 1492250 h 6858000"/>
              <a:gd name="connsiteX32" fmla="*/ 7410450 w 7569200"/>
              <a:gd name="connsiteY32" fmla="*/ 1544637 h 6858000"/>
              <a:gd name="connsiteX33" fmla="*/ 7424737 w 7569200"/>
              <a:gd name="connsiteY33" fmla="*/ 1589087 h 6858000"/>
              <a:gd name="connsiteX34" fmla="*/ 7442200 w 7569200"/>
              <a:gd name="connsiteY34" fmla="*/ 1631950 h 6858000"/>
              <a:gd name="connsiteX35" fmla="*/ 7459662 w 7569200"/>
              <a:gd name="connsiteY35" fmla="*/ 1671637 h 6858000"/>
              <a:gd name="connsiteX36" fmla="*/ 7478712 w 7569200"/>
              <a:gd name="connsiteY36" fmla="*/ 1708150 h 6858000"/>
              <a:gd name="connsiteX37" fmla="*/ 7497762 w 7569200"/>
              <a:gd name="connsiteY37" fmla="*/ 1743075 h 6858000"/>
              <a:gd name="connsiteX38" fmla="*/ 7516812 w 7569200"/>
              <a:gd name="connsiteY38" fmla="*/ 1782762 h 6858000"/>
              <a:gd name="connsiteX39" fmla="*/ 7532687 w 7569200"/>
              <a:gd name="connsiteY39" fmla="*/ 1824037 h 6858000"/>
              <a:gd name="connsiteX40" fmla="*/ 7546975 w 7569200"/>
              <a:gd name="connsiteY40" fmla="*/ 1870075 h 6858000"/>
              <a:gd name="connsiteX41" fmla="*/ 7558087 w 7569200"/>
              <a:gd name="connsiteY41" fmla="*/ 1922462 h 6858000"/>
              <a:gd name="connsiteX42" fmla="*/ 7566025 w 7569200"/>
              <a:gd name="connsiteY42" fmla="*/ 1982787 h 6858000"/>
              <a:gd name="connsiteX43" fmla="*/ 7569200 w 7569200"/>
              <a:gd name="connsiteY43" fmla="*/ 2051050 h 6858000"/>
              <a:gd name="connsiteX44" fmla="*/ 7566025 w 7569200"/>
              <a:gd name="connsiteY44" fmla="*/ 2119312 h 6858000"/>
              <a:gd name="connsiteX45" fmla="*/ 7558087 w 7569200"/>
              <a:gd name="connsiteY45" fmla="*/ 2179637 h 6858000"/>
              <a:gd name="connsiteX46" fmla="*/ 7546975 w 7569200"/>
              <a:gd name="connsiteY46" fmla="*/ 2232025 h 6858000"/>
              <a:gd name="connsiteX47" fmla="*/ 7532687 w 7569200"/>
              <a:gd name="connsiteY47" fmla="*/ 2278062 h 6858000"/>
              <a:gd name="connsiteX48" fmla="*/ 7516812 w 7569200"/>
              <a:gd name="connsiteY48" fmla="*/ 2319337 h 6858000"/>
              <a:gd name="connsiteX49" fmla="*/ 7497762 w 7569200"/>
              <a:gd name="connsiteY49" fmla="*/ 2359025 h 6858000"/>
              <a:gd name="connsiteX50" fmla="*/ 7478712 w 7569200"/>
              <a:gd name="connsiteY50" fmla="*/ 2395537 h 6858000"/>
              <a:gd name="connsiteX51" fmla="*/ 7459662 w 7569200"/>
              <a:gd name="connsiteY51" fmla="*/ 2433637 h 6858000"/>
              <a:gd name="connsiteX52" fmla="*/ 7442200 w 7569200"/>
              <a:gd name="connsiteY52" fmla="*/ 2471737 h 6858000"/>
              <a:gd name="connsiteX53" fmla="*/ 7424737 w 7569200"/>
              <a:gd name="connsiteY53" fmla="*/ 2513012 h 6858000"/>
              <a:gd name="connsiteX54" fmla="*/ 7410450 w 7569200"/>
              <a:gd name="connsiteY54" fmla="*/ 2560637 h 6858000"/>
              <a:gd name="connsiteX55" fmla="*/ 7400925 w 7569200"/>
              <a:gd name="connsiteY55" fmla="*/ 2613025 h 6858000"/>
              <a:gd name="connsiteX56" fmla="*/ 7391400 w 7569200"/>
              <a:gd name="connsiteY56" fmla="*/ 2671762 h 6858000"/>
              <a:gd name="connsiteX57" fmla="*/ 7389812 w 7569200"/>
              <a:gd name="connsiteY57" fmla="*/ 2741612 h 6858000"/>
              <a:gd name="connsiteX58" fmla="*/ 7391400 w 7569200"/>
              <a:gd name="connsiteY58" fmla="*/ 2809875 h 6858000"/>
              <a:gd name="connsiteX59" fmla="*/ 7400925 w 7569200"/>
              <a:gd name="connsiteY59" fmla="*/ 2868612 h 6858000"/>
              <a:gd name="connsiteX60" fmla="*/ 7410450 w 7569200"/>
              <a:gd name="connsiteY60" fmla="*/ 2922587 h 6858000"/>
              <a:gd name="connsiteX61" fmla="*/ 7424737 w 7569200"/>
              <a:gd name="connsiteY61" fmla="*/ 2967037 h 6858000"/>
              <a:gd name="connsiteX62" fmla="*/ 7442200 w 7569200"/>
              <a:gd name="connsiteY62" fmla="*/ 3009900 h 6858000"/>
              <a:gd name="connsiteX63" fmla="*/ 7459662 w 7569200"/>
              <a:gd name="connsiteY63" fmla="*/ 3046412 h 6858000"/>
              <a:gd name="connsiteX64" fmla="*/ 7478712 w 7569200"/>
              <a:gd name="connsiteY64" fmla="*/ 3084512 h 6858000"/>
              <a:gd name="connsiteX65" fmla="*/ 7497762 w 7569200"/>
              <a:gd name="connsiteY65" fmla="*/ 3121025 h 6858000"/>
              <a:gd name="connsiteX66" fmla="*/ 7516812 w 7569200"/>
              <a:gd name="connsiteY66" fmla="*/ 3160712 h 6858000"/>
              <a:gd name="connsiteX67" fmla="*/ 7532687 w 7569200"/>
              <a:gd name="connsiteY67" fmla="*/ 3201987 h 6858000"/>
              <a:gd name="connsiteX68" fmla="*/ 7546975 w 7569200"/>
              <a:gd name="connsiteY68" fmla="*/ 3248025 h 6858000"/>
              <a:gd name="connsiteX69" fmla="*/ 7558087 w 7569200"/>
              <a:gd name="connsiteY69" fmla="*/ 3300412 h 6858000"/>
              <a:gd name="connsiteX70" fmla="*/ 7566025 w 7569200"/>
              <a:gd name="connsiteY70" fmla="*/ 3360737 h 6858000"/>
              <a:gd name="connsiteX71" fmla="*/ 7569200 w 7569200"/>
              <a:gd name="connsiteY71" fmla="*/ 3427412 h 6858000"/>
              <a:gd name="connsiteX72" fmla="*/ 7566025 w 7569200"/>
              <a:gd name="connsiteY72" fmla="*/ 3497262 h 6858000"/>
              <a:gd name="connsiteX73" fmla="*/ 7558087 w 7569200"/>
              <a:gd name="connsiteY73" fmla="*/ 3557587 h 6858000"/>
              <a:gd name="connsiteX74" fmla="*/ 7546975 w 7569200"/>
              <a:gd name="connsiteY74" fmla="*/ 3609975 h 6858000"/>
              <a:gd name="connsiteX75" fmla="*/ 7532687 w 7569200"/>
              <a:gd name="connsiteY75" fmla="*/ 3656012 h 6858000"/>
              <a:gd name="connsiteX76" fmla="*/ 7516812 w 7569200"/>
              <a:gd name="connsiteY76" fmla="*/ 3697287 h 6858000"/>
              <a:gd name="connsiteX77" fmla="*/ 7497762 w 7569200"/>
              <a:gd name="connsiteY77" fmla="*/ 3736975 h 6858000"/>
              <a:gd name="connsiteX78" fmla="*/ 7459662 w 7569200"/>
              <a:gd name="connsiteY78" fmla="*/ 3811587 h 6858000"/>
              <a:gd name="connsiteX79" fmla="*/ 7442200 w 7569200"/>
              <a:gd name="connsiteY79" fmla="*/ 3848100 h 6858000"/>
              <a:gd name="connsiteX80" fmla="*/ 7424737 w 7569200"/>
              <a:gd name="connsiteY80" fmla="*/ 3890962 h 6858000"/>
              <a:gd name="connsiteX81" fmla="*/ 7410450 w 7569200"/>
              <a:gd name="connsiteY81" fmla="*/ 3935412 h 6858000"/>
              <a:gd name="connsiteX82" fmla="*/ 7400925 w 7569200"/>
              <a:gd name="connsiteY82" fmla="*/ 3987800 h 6858000"/>
              <a:gd name="connsiteX83" fmla="*/ 7391400 w 7569200"/>
              <a:gd name="connsiteY83" fmla="*/ 4048125 h 6858000"/>
              <a:gd name="connsiteX84" fmla="*/ 7389812 w 7569200"/>
              <a:gd name="connsiteY84" fmla="*/ 4116387 h 6858000"/>
              <a:gd name="connsiteX85" fmla="*/ 7391400 w 7569200"/>
              <a:gd name="connsiteY85" fmla="*/ 4186237 h 6858000"/>
              <a:gd name="connsiteX86" fmla="*/ 7400925 w 7569200"/>
              <a:gd name="connsiteY86" fmla="*/ 4244975 h 6858000"/>
              <a:gd name="connsiteX87" fmla="*/ 7410450 w 7569200"/>
              <a:gd name="connsiteY87" fmla="*/ 4297362 h 6858000"/>
              <a:gd name="connsiteX88" fmla="*/ 7424737 w 7569200"/>
              <a:gd name="connsiteY88" fmla="*/ 4343400 h 6858000"/>
              <a:gd name="connsiteX89" fmla="*/ 7442200 w 7569200"/>
              <a:gd name="connsiteY89" fmla="*/ 4386262 h 6858000"/>
              <a:gd name="connsiteX90" fmla="*/ 7459662 w 7569200"/>
              <a:gd name="connsiteY90" fmla="*/ 4424362 h 6858000"/>
              <a:gd name="connsiteX91" fmla="*/ 7497762 w 7569200"/>
              <a:gd name="connsiteY91" fmla="*/ 4498975 h 6858000"/>
              <a:gd name="connsiteX92" fmla="*/ 7516812 w 7569200"/>
              <a:gd name="connsiteY92" fmla="*/ 4537075 h 6858000"/>
              <a:gd name="connsiteX93" fmla="*/ 7532687 w 7569200"/>
              <a:gd name="connsiteY93" fmla="*/ 4579937 h 6858000"/>
              <a:gd name="connsiteX94" fmla="*/ 7546975 w 7569200"/>
              <a:gd name="connsiteY94" fmla="*/ 4625975 h 6858000"/>
              <a:gd name="connsiteX95" fmla="*/ 7558087 w 7569200"/>
              <a:gd name="connsiteY95" fmla="*/ 4678362 h 6858000"/>
              <a:gd name="connsiteX96" fmla="*/ 7566025 w 7569200"/>
              <a:gd name="connsiteY96" fmla="*/ 4738687 h 6858000"/>
              <a:gd name="connsiteX97" fmla="*/ 7569200 w 7569200"/>
              <a:gd name="connsiteY97" fmla="*/ 4806950 h 6858000"/>
              <a:gd name="connsiteX98" fmla="*/ 7566025 w 7569200"/>
              <a:gd name="connsiteY98" fmla="*/ 4875212 h 6858000"/>
              <a:gd name="connsiteX99" fmla="*/ 7558087 w 7569200"/>
              <a:gd name="connsiteY99" fmla="*/ 4935537 h 6858000"/>
              <a:gd name="connsiteX100" fmla="*/ 7546975 w 7569200"/>
              <a:gd name="connsiteY100" fmla="*/ 4987925 h 6858000"/>
              <a:gd name="connsiteX101" fmla="*/ 7532687 w 7569200"/>
              <a:gd name="connsiteY101" fmla="*/ 5033962 h 6858000"/>
              <a:gd name="connsiteX102" fmla="*/ 7516812 w 7569200"/>
              <a:gd name="connsiteY102" fmla="*/ 5075237 h 6858000"/>
              <a:gd name="connsiteX103" fmla="*/ 7497762 w 7569200"/>
              <a:gd name="connsiteY103" fmla="*/ 5114925 h 6858000"/>
              <a:gd name="connsiteX104" fmla="*/ 7478712 w 7569200"/>
              <a:gd name="connsiteY104" fmla="*/ 5149850 h 6858000"/>
              <a:gd name="connsiteX105" fmla="*/ 7459662 w 7569200"/>
              <a:gd name="connsiteY105" fmla="*/ 5186362 h 6858000"/>
              <a:gd name="connsiteX106" fmla="*/ 7442200 w 7569200"/>
              <a:gd name="connsiteY106" fmla="*/ 5226050 h 6858000"/>
              <a:gd name="connsiteX107" fmla="*/ 7424737 w 7569200"/>
              <a:gd name="connsiteY107" fmla="*/ 5268912 h 6858000"/>
              <a:gd name="connsiteX108" fmla="*/ 7410450 w 7569200"/>
              <a:gd name="connsiteY108" fmla="*/ 5313362 h 6858000"/>
              <a:gd name="connsiteX109" fmla="*/ 7400925 w 7569200"/>
              <a:gd name="connsiteY109" fmla="*/ 5365750 h 6858000"/>
              <a:gd name="connsiteX110" fmla="*/ 7391400 w 7569200"/>
              <a:gd name="connsiteY110" fmla="*/ 5426075 h 6858000"/>
              <a:gd name="connsiteX111" fmla="*/ 7389812 w 7569200"/>
              <a:gd name="connsiteY111" fmla="*/ 5494337 h 6858000"/>
              <a:gd name="connsiteX112" fmla="*/ 7391400 w 7569200"/>
              <a:gd name="connsiteY112" fmla="*/ 5562600 h 6858000"/>
              <a:gd name="connsiteX113" fmla="*/ 7400925 w 7569200"/>
              <a:gd name="connsiteY113" fmla="*/ 5622925 h 6858000"/>
              <a:gd name="connsiteX114" fmla="*/ 7410450 w 7569200"/>
              <a:gd name="connsiteY114" fmla="*/ 5675312 h 6858000"/>
              <a:gd name="connsiteX115" fmla="*/ 7424737 w 7569200"/>
              <a:gd name="connsiteY115" fmla="*/ 5721350 h 6858000"/>
              <a:gd name="connsiteX116" fmla="*/ 7442200 w 7569200"/>
              <a:gd name="connsiteY116" fmla="*/ 5762625 h 6858000"/>
              <a:gd name="connsiteX117" fmla="*/ 7459662 w 7569200"/>
              <a:gd name="connsiteY117" fmla="*/ 5802312 h 6858000"/>
              <a:gd name="connsiteX118" fmla="*/ 7478712 w 7569200"/>
              <a:gd name="connsiteY118" fmla="*/ 5840412 h 6858000"/>
              <a:gd name="connsiteX119" fmla="*/ 7497762 w 7569200"/>
              <a:gd name="connsiteY119" fmla="*/ 5876925 h 6858000"/>
              <a:gd name="connsiteX120" fmla="*/ 7516812 w 7569200"/>
              <a:gd name="connsiteY120" fmla="*/ 5915025 h 6858000"/>
              <a:gd name="connsiteX121" fmla="*/ 7532687 w 7569200"/>
              <a:gd name="connsiteY121" fmla="*/ 5956300 h 6858000"/>
              <a:gd name="connsiteX122" fmla="*/ 7546975 w 7569200"/>
              <a:gd name="connsiteY122" fmla="*/ 6003925 h 6858000"/>
              <a:gd name="connsiteX123" fmla="*/ 7558087 w 7569200"/>
              <a:gd name="connsiteY123" fmla="*/ 6056312 h 6858000"/>
              <a:gd name="connsiteX124" fmla="*/ 7566025 w 7569200"/>
              <a:gd name="connsiteY124" fmla="*/ 6113462 h 6858000"/>
              <a:gd name="connsiteX125" fmla="*/ 7569200 w 7569200"/>
              <a:gd name="connsiteY125" fmla="*/ 6183312 h 6858000"/>
              <a:gd name="connsiteX126" fmla="*/ 7566025 w 7569200"/>
              <a:gd name="connsiteY126" fmla="*/ 6251575 h 6858000"/>
              <a:gd name="connsiteX127" fmla="*/ 7558087 w 7569200"/>
              <a:gd name="connsiteY127" fmla="*/ 6311900 h 6858000"/>
              <a:gd name="connsiteX128" fmla="*/ 7546975 w 7569200"/>
              <a:gd name="connsiteY128" fmla="*/ 6361112 h 6858000"/>
              <a:gd name="connsiteX129" fmla="*/ 7532687 w 7569200"/>
              <a:gd name="connsiteY129" fmla="*/ 6407150 h 6858000"/>
              <a:gd name="connsiteX130" fmla="*/ 7516812 w 7569200"/>
              <a:gd name="connsiteY130" fmla="*/ 6448425 h 6858000"/>
              <a:gd name="connsiteX131" fmla="*/ 7499350 w 7569200"/>
              <a:gd name="connsiteY131" fmla="*/ 6488112 h 6858000"/>
              <a:gd name="connsiteX132" fmla="*/ 7481887 w 7569200"/>
              <a:gd name="connsiteY132" fmla="*/ 6523037 h 6858000"/>
              <a:gd name="connsiteX133" fmla="*/ 7462837 w 7569200"/>
              <a:gd name="connsiteY133" fmla="*/ 6561137 h 6858000"/>
              <a:gd name="connsiteX134" fmla="*/ 7443787 w 7569200"/>
              <a:gd name="connsiteY134" fmla="*/ 6597650 h 6858000"/>
              <a:gd name="connsiteX135" fmla="*/ 7427912 w 7569200"/>
              <a:gd name="connsiteY135" fmla="*/ 6640512 h 6858000"/>
              <a:gd name="connsiteX136" fmla="*/ 7412037 w 7569200"/>
              <a:gd name="connsiteY136" fmla="*/ 6683375 h 6858000"/>
              <a:gd name="connsiteX137" fmla="*/ 7402512 w 7569200"/>
              <a:gd name="connsiteY137" fmla="*/ 6735762 h 6858000"/>
              <a:gd name="connsiteX138" fmla="*/ 7394575 w 7569200"/>
              <a:gd name="connsiteY138" fmla="*/ 6791325 h 6858000"/>
              <a:gd name="connsiteX139" fmla="*/ 7389812 w 7569200"/>
              <a:gd name="connsiteY139" fmla="*/ 6858000 h 6858000"/>
              <a:gd name="connsiteX140" fmla="*/ 0 w 7569200"/>
              <a:gd name="connsiteY140" fmla="*/ 6858000 h 6858000"/>
              <a:gd name="connsiteX141" fmla="*/ 0 w 7569200"/>
              <a:gd name="connsiteY14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7569200" h="6858000">
                <a:moveTo>
                  <a:pt x="0" y="0"/>
                </a:moveTo>
                <a:lnTo>
                  <a:pt x="7389812" y="0"/>
                </a:lnTo>
                <a:lnTo>
                  <a:pt x="7394575" y="66675"/>
                </a:lnTo>
                <a:lnTo>
                  <a:pt x="7402512" y="122237"/>
                </a:lnTo>
                <a:lnTo>
                  <a:pt x="7412037" y="174625"/>
                </a:lnTo>
                <a:lnTo>
                  <a:pt x="7427912" y="217487"/>
                </a:lnTo>
                <a:lnTo>
                  <a:pt x="7443787" y="260350"/>
                </a:lnTo>
                <a:lnTo>
                  <a:pt x="7462837" y="296862"/>
                </a:lnTo>
                <a:lnTo>
                  <a:pt x="7481887" y="334962"/>
                </a:lnTo>
                <a:lnTo>
                  <a:pt x="7499350" y="369887"/>
                </a:lnTo>
                <a:lnTo>
                  <a:pt x="7516812" y="409575"/>
                </a:lnTo>
                <a:lnTo>
                  <a:pt x="7532687" y="450850"/>
                </a:lnTo>
                <a:lnTo>
                  <a:pt x="7546975" y="496887"/>
                </a:lnTo>
                <a:lnTo>
                  <a:pt x="7558087" y="546100"/>
                </a:lnTo>
                <a:lnTo>
                  <a:pt x="7566025" y="606425"/>
                </a:lnTo>
                <a:lnTo>
                  <a:pt x="7569200" y="673100"/>
                </a:lnTo>
                <a:lnTo>
                  <a:pt x="7566025" y="744537"/>
                </a:lnTo>
                <a:lnTo>
                  <a:pt x="7558087" y="801687"/>
                </a:lnTo>
                <a:lnTo>
                  <a:pt x="7546975" y="854075"/>
                </a:lnTo>
                <a:lnTo>
                  <a:pt x="7532687" y="901700"/>
                </a:lnTo>
                <a:lnTo>
                  <a:pt x="7516812" y="942975"/>
                </a:lnTo>
                <a:lnTo>
                  <a:pt x="7497762" y="981075"/>
                </a:lnTo>
                <a:lnTo>
                  <a:pt x="7478712" y="1017587"/>
                </a:lnTo>
                <a:lnTo>
                  <a:pt x="7459662" y="1055687"/>
                </a:lnTo>
                <a:lnTo>
                  <a:pt x="7442200" y="1095375"/>
                </a:lnTo>
                <a:lnTo>
                  <a:pt x="7424737" y="1136650"/>
                </a:lnTo>
                <a:lnTo>
                  <a:pt x="7410450" y="1182687"/>
                </a:lnTo>
                <a:lnTo>
                  <a:pt x="7400925" y="1235075"/>
                </a:lnTo>
                <a:lnTo>
                  <a:pt x="7391400" y="1295400"/>
                </a:lnTo>
                <a:lnTo>
                  <a:pt x="7389812" y="1363662"/>
                </a:lnTo>
                <a:lnTo>
                  <a:pt x="7391400" y="1431925"/>
                </a:lnTo>
                <a:lnTo>
                  <a:pt x="7400925" y="1492250"/>
                </a:lnTo>
                <a:lnTo>
                  <a:pt x="7410450" y="1544637"/>
                </a:lnTo>
                <a:lnTo>
                  <a:pt x="7424737" y="1589087"/>
                </a:lnTo>
                <a:lnTo>
                  <a:pt x="7442200" y="1631950"/>
                </a:lnTo>
                <a:lnTo>
                  <a:pt x="7459662" y="1671637"/>
                </a:lnTo>
                <a:lnTo>
                  <a:pt x="7478712" y="1708150"/>
                </a:lnTo>
                <a:lnTo>
                  <a:pt x="7497762" y="1743075"/>
                </a:lnTo>
                <a:lnTo>
                  <a:pt x="7516812" y="1782762"/>
                </a:lnTo>
                <a:lnTo>
                  <a:pt x="7532687" y="1824037"/>
                </a:lnTo>
                <a:lnTo>
                  <a:pt x="7546975" y="1870075"/>
                </a:lnTo>
                <a:lnTo>
                  <a:pt x="7558087" y="1922462"/>
                </a:lnTo>
                <a:lnTo>
                  <a:pt x="7566025" y="1982787"/>
                </a:lnTo>
                <a:lnTo>
                  <a:pt x="7569200" y="2051050"/>
                </a:lnTo>
                <a:lnTo>
                  <a:pt x="7566025" y="2119312"/>
                </a:lnTo>
                <a:lnTo>
                  <a:pt x="7558087" y="2179637"/>
                </a:lnTo>
                <a:lnTo>
                  <a:pt x="7546975" y="2232025"/>
                </a:lnTo>
                <a:lnTo>
                  <a:pt x="7532687" y="2278062"/>
                </a:lnTo>
                <a:lnTo>
                  <a:pt x="7516812" y="2319337"/>
                </a:lnTo>
                <a:lnTo>
                  <a:pt x="7497762" y="2359025"/>
                </a:lnTo>
                <a:lnTo>
                  <a:pt x="7478712" y="2395537"/>
                </a:lnTo>
                <a:lnTo>
                  <a:pt x="7459662" y="2433637"/>
                </a:lnTo>
                <a:lnTo>
                  <a:pt x="7442200" y="2471737"/>
                </a:lnTo>
                <a:lnTo>
                  <a:pt x="7424737" y="2513012"/>
                </a:lnTo>
                <a:lnTo>
                  <a:pt x="7410450" y="2560637"/>
                </a:lnTo>
                <a:lnTo>
                  <a:pt x="7400925" y="2613025"/>
                </a:lnTo>
                <a:lnTo>
                  <a:pt x="7391400" y="2671762"/>
                </a:lnTo>
                <a:lnTo>
                  <a:pt x="7389812" y="2741612"/>
                </a:lnTo>
                <a:lnTo>
                  <a:pt x="7391400" y="2809875"/>
                </a:lnTo>
                <a:lnTo>
                  <a:pt x="7400925" y="2868612"/>
                </a:lnTo>
                <a:lnTo>
                  <a:pt x="7410450" y="2922587"/>
                </a:lnTo>
                <a:lnTo>
                  <a:pt x="7424737" y="2967037"/>
                </a:lnTo>
                <a:lnTo>
                  <a:pt x="7442200" y="3009900"/>
                </a:lnTo>
                <a:lnTo>
                  <a:pt x="7459662" y="3046412"/>
                </a:lnTo>
                <a:lnTo>
                  <a:pt x="7478712" y="3084512"/>
                </a:lnTo>
                <a:lnTo>
                  <a:pt x="7497762" y="3121025"/>
                </a:lnTo>
                <a:lnTo>
                  <a:pt x="7516812" y="3160712"/>
                </a:lnTo>
                <a:lnTo>
                  <a:pt x="7532687" y="3201987"/>
                </a:lnTo>
                <a:lnTo>
                  <a:pt x="7546975" y="3248025"/>
                </a:lnTo>
                <a:lnTo>
                  <a:pt x="7558087" y="3300412"/>
                </a:lnTo>
                <a:lnTo>
                  <a:pt x="7566025" y="3360737"/>
                </a:lnTo>
                <a:lnTo>
                  <a:pt x="7569200" y="3427412"/>
                </a:lnTo>
                <a:lnTo>
                  <a:pt x="7566025" y="3497262"/>
                </a:lnTo>
                <a:lnTo>
                  <a:pt x="7558087" y="3557587"/>
                </a:lnTo>
                <a:lnTo>
                  <a:pt x="7546975" y="3609975"/>
                </a:lnTo>
                <a:lnTo>
                  <a:pt x="7532687" y="3656012"/>
                </a:lnTo>
                <a:lnTo>
                  <a:pt x="7516812" y="3697287"/>
                </a:lnTo>
                <a:lnTo>
                  <a:pt x="7497762" y="3736975"/>
                </a:lnTo>
                <a:lnTo>
                  <a:pt x="7459662" y="3811587"/>
                </a:lnTo>
                <a:lnTo>
                  <a:pt x="7442200" y="3848100"/>
                </a:lnTo>
                <a:lnTo>
                  <a:pt x="7424737" y="3890962"/>
                </a:lnTo>
                <a:lnTo>
                  <a:pt x="7410450" y="3935412"/>
                </a:lnTo>
                <a:lnTo>
                  <a:pt x="7400925" y="3987800"/>
                </a:lnTo>
                <a:lnTo>
                  <a:pt x="7391400" y="4048125"/>
                </a:lnTo>
                <a:lnTo>
                  <a:pt x="7389812" y="4116387"/>
                </a:lnTo>
                <a:lnTo>
                  <a:pt x="7391400" y="4186237"/>
                </a:lnTo>
                <a:lnTo>
                  <a:pt x="7400925" y="4244975"/>
                </a:lnTo>
                <a:lnTo>
                  <a:pt x="7410450" y="4297362"/>
                </a:lnTo>
                <a:lnTo>
                  <a:pt x="7424737" y="4343400"/>
                </a:lnTo>
                <a:lnTo>
                  <a:pt x="7442200" y="4386262"/>
                </a:lnTo>
                <a:lnTo>
                  <a:pt x="7459662" y="4424362"/>
                </a:lnTo>
                <a:lnTo>
                  <a:pt x="7497762" y="4498975"/>
                </a:lnTo>
                <a:lnTo>
                  <a:pt x="7516812" y="4537075"/>
                </a:lnTo>
                <a:lnTo>
                  <a:pt x="7532687" y="4579937"/>
                </a:lnTo>
                <a:lnTo>
                  <a:pt x="7546975" y="4625975"/>
                </a:lnTo>
                <a:lnTo>
                  <a:pt x="7558087" y="4678362"/>
                </a:lnTo>
                <a:lnTo>
                  <a:pt x="7566025" y="4738687"/>
                </a:lnTo>
                <a:lnTo>
                  <a:pt x="7569200" y="4806950"/>
                </a:lnTo>
                <a:lnTo>
                  <a:pt x="7566025" y="4875212"/>
                </a:lnTo>
                <a:lnTo>
                  <a:pt x="7558087" y="4935537"/>
                </a:lnTo>
                <a:lnTo>
                  <a:pt x="7546975" y="4987925"/>
                </a:lnTo>
                <a:lnTo>
                  <a:pt x="7532687" y="5033962"/>
                </a:lnTo>
                <a:lnTo>
                  <a:pt x="7516812" y="5075237"/>
                </a:lnTo>
                <a:lnTo>
                  <a:pt x="7497762" y="5114925"/>
                </a:lnTo>
                <a:lnTo>
                  <a:pt x="7478712" y="5149850"/>
                </a:lnTo>
                <a:lnTo>
                  <a:pt x="7459662" y="5186362"/>
                </a:lnTo>
                <a:lnTo>
                  <a:pt x="7442200" y="5226050"/>
                </a:lnTo>
                <a:lnTo>
                  <a:pt x="7424737" y="5268912"/>
                </a:lnTo>
                <a:lnTo>
                  <a:pt x="7410450" y="5313362"/>
                </a:lnTo>
                <a:lnTo>
                  <a:pt x="7400925" y="5365750"/>
                </a:lnTo>
                <a:lnTo>
                  <a:pt x="7391400" y="5426075"/>
                </a:lnTo>
                <a:lnTo>
                  <a:pt x="7389812" y="5494337"/>
                </a:lnTo>
                <a:lnTo>
                  <a:pt x="7391400" y="5562600"/>
                </a:lnTo>
                <a:lnTo>
                  <a:pt x="7400925" y="5622925"/>
                </a:lnTo>
                <a:lnTo>
                  <a:pt x="7410450" y="5675312"/>
                </a:lnTo>
                <a:lnTo>
                  <a:pt x="7424737" y="5721350"/>
                </a:lnTo>
                <a:lnTo>
                  <a:pt x="7442200" y="5762625"/>
                </a:lnTo>
                <a:lnTo>
                  <a:pt x="7459662" y="5802312"/>
                </a:lnTo>
                <a:lnTo>
                  <a:pt x="7478712" y="5840412"/>
                </a:lnTo>
                <a:lnTo>
                  <a:pt x="7497762" y="5876925"/>
                </a:lnTo>
                <a:lnTo>
                  <a:pt x="7516812" y="5915025"/>
                </a:lnTo>
                <a:lnTo>
                  <a:pt x="7532687" y="5956300"/>
                </a:lnTo>
                <a:lnTo>
                  <a:pt x="7546975" y="6003925"/>
                </a:lnTo>
                <a:lnTo>
                  <a:pt x="7558087" y="6056312"/>
                </a:lnTo>
                <a:lnTo>
                  <a:pt x="7566025" y="6113462"/>
                </a:lnTo>
                <a:lnTo>
                  <a:pt x="7569200" y="6183312"/>
                </a:lnTo>
                <a:lnTo>
                  <a:pt x="7566025" y="6251575"/>
                </a:lnTo>
                <a:lnTo>
                  <a:pt x="7558087" y="6311900"/>
                </a:lnTo>
                <a:lnTo>
                  <a:pt x="7546975" y="6361112"/>
                </a:lnTo>
                <a:lnTo>
                  <a:pt x="7532687" y="6407150"/>
                </a:lnTo>
                <a:lnTo>
                  <a:pt x="7516812" y="6448425"/>
                </a:lnTo>
                <a:lnTo>
                  <a:pt x="7499350" y="6488112"/>
                </a:lnTo>
                <a:lnTo>
                  <a:pt x="7481887" y="6523037"/>
                </a:lnTo>
                <a:lnTo>
                  <a:pt x="7462837" y="6561137"/>
                </a:lnTo>
                <a:lnTo>
                  <a:pt x="7443787" y="6597650"/>
                </a:lnTo>
                <a:lnTo>
                  <a:pt x="7427912" y="6640512"/>
                </a:lnTo>
                <a:lnTo>
                  <a:pt x="7412037" y="6683375"/>
                </a:lnTo>
                <a:lnTo>
                  <a:pt x="7402512" y="6735762"/>
                </a:lnTo>
                <a:lnTo>
                  <a:pt x="7394575" y="6791325"/>
                </a:lnTo>
                <a:lnTo>
                  <a:pt x="7389812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it-IT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608" y="484631"/>
            <a:ext cx="4755389" cy="1638469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/>
            <a:r>
              <a:rPr lang="en-US" spc="200"/>
              <a:t>Requisiti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E45AF6B-4F42-45F1-A22C-AF0FCA898F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1E420F26-B129-1D88-9256-79B2088D4DC9}"/>
              </a:ext>
            </a:extLst>
          </p:cNvPr>
          <p:cNvSpPr txBox="1"/>
          <p:nvPr/>
        </p:nvSpPr>
        <p:spPr>
          <a:xfrm>
            <a:off x="573788" y="2443140"/>
            <a:ext cx="4729732" cy="39302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None/>
            </a:pPr>
            <a:r>
              <a:rPr lang="en-US" b="1">
                <a:solidFill>
                  <a:srgbClr val="000000"/>
                </a:solidFill>
              </a:rPr>
              <a:t>Dove sono documentati</a:t>
            </a:r>
          </a:p>
          <a:p>
            <a:pPr marL="285750" indent="-228600" defTabSz="914400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0000"/>
                </a:solidFill>
              </a:rPr>
              <a:t>SRC.md</a:t>
            </a:r>
          </a:p>
          <a:p>
            <a:pPr indent="-228600" defTabSz="914400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None/>
            </a:pPr>
            <a:r>
              <a:rPr lang="en-US">
                <a:solidFill>
                  <a:srgbClr val="000000"/>
                </a:solidFill>
              </a:rPr>
              <a:t>Requisiti funzionali e non funzionali sono stati specificati nella documentazione.</a:t>
            </a:r>
          </a:p>
        </p:txBody>
      </p:sp>
      <p:pic>
        <p:nvPicPr>
          <p:cNvPr id="11" name="Immagine 10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0F41FD35-2C9E-DD88-BD56-063D0A7A97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6464"/>
          <a:stretch>
            <a:fillRect/>
          </a:stretch>
        </p:blipFill>
        <p:spPr>
          <a:xfrm>
            <a:off x="4238113" y="242422"/>
            <a:ext cx="4519443" cy="264274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Immagine 13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F3E7842C-06E2-7BDB-7FA0-88FDD5DF6EC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5218"/>
          <a:stretch>
            <a:fillRect/>
          </a:stretch>
        </p:blipFill>
        <p:spPr>
          <a:xfrm>
            <a:off x="4238113" y="3862380"/>
            <a:ext cx="4415094" cy="268630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8758" y="382385"/>
            <a:ext cx="7633742" cy="1492132"/>
          </a:xfrm>
        </p:spPr>
        <p:txBody>
          <a:bodyPr anchor="ctr">
            <a:normAutofit/>
          </a:bodyPr>
          <a:lstStyle/>
          <a:p>
            <a:r>
              <a:t>Architettura</a:t>
            </a:r>
            <a:endParaRPr lang="it-IT"/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3FBBD7CB-267C-E17A-71CA-B67FB5DFB8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8630841"/>
              </p:ext>
            </p:extLst>
          </p:nvPr>
        </p:nvGraphicFramePr>
        <p:xfrm>
          <a:off x="1288529" y="3171012"/>
          <a:ext cx="6566942" cy="30011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985FA0FF-EC0F-8533-53DD-9070D736CDB3}"/>
              </a:ext>
            </a:extLst>
          </p:cNvPr>
          <p:cNvSpPr txBox="1">
            <a:spLocks/>
          </p:cNvSpPr>
          <p:nvPr/>
        </p:nvSpPr>
        <p:spPr>
          <a:xfrm>
            <a:off x="938212" y="1481842"/>
            <a:ext cx="7633742" cy="14921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1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spcBef>
                <a:spcPts val="700"/>
              </a:spcBef>
              <a:buClr>
                <a:schemeClr val="tx2"/>
              </a:buClr>
            </a:pPr>
            <a:r>
              <a:rPr lang="en-US" sz="3200" b="1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Strutura</a:t>
            </a:r>
            <a:r>
              <a:rPr lang="en-US" sz="32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data base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AB82BE-5FDA-B355-527C-6C54D017F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Immagine 45" descr="Immagine che contiene testo, schermata, Carattere, linea&#10;&#10;Il contenuto generato dall'IA potrebbe non essere corretto.">
            <a:extLst>
              <a:ext uri="{FF2B5EF4-FFF2-40B4-BE49-F238E27FC236}">
                <a16:creationId xmlns:a16="http://schemas.microsoft.com/office/drawing/2014/main" id="{762CEE18-CD33-5682-913B-29D4ED3404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9564" y="3785054"/>
            <a:ext cx="2641452" cy="1654501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101B738-9640-1CAA-48EB-509DD8B26BB1}"/>
              </a:ext>
            </a:extLst>
          </p:cNvPr>
          <p:cNvSpPr txBox="1">
            <a:spLocks/>
          </p:cNvSpPr>
          <p:nvPr/>
        </p:nvSpPr>
        <p:spPr>
          <a:xfrm>
            <a:off x="802140" y="-499358"/>
            <a:ext cx="7633742" cy="14921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1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spcBef>
                <a:spcPts val="700"/>
              </a:spcBef>
              <a:buClr>
                <a:schemeClr val="tx2"/>
              </a:buClr>
            </a:pPr>
            <a:r>
              <a:rPr lang="en-US" sz="3200" b="1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Strutura</a:t>
            </a:r>
            <a:r>
              <a:rPr lang="en-US" sz="32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data base</a:t>
            </a:r>
          </a:p>
        </p:txBody>
      </p:sp>
      <p:pic>
        <p:nvPicPr>
          <p:cNvPr id="7" name="Immagine 6" descr="Immagine che contiene testo, schermata, Carattere, documento&#10;&#10;Il contenuto generato dall'IA potrebbe non essere corretto.">
            <a:extLst>
              <a:ext uri="{FF2B5EF4-FFF2-40B4-BE49-F238E27FC236}">
                <a16:creationId xmlns:a16="http://schemas.microsoft.com/office/drawing/2014/main" id="{4AD8339D-F043-2CDB-4E5C-E348EB072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257" y="4710717"/>
            <a:ext cx="1841660" cy="187407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Immagine 10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293A09DC-78BD-231D-52B6-E4BD139A63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258" y="2780511"/>
            <a:ext cx="1839348" cy="159554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Immagine 13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A6CAFB73-14CA-297A-0BDF-3425C76BD4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257" y="1048243"/>
            <a:ext cx="1841660" cy="140369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Immagine 15" descr="Immagine che contiene testo, documen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8431930A-9F2F-3A62-0FE8-8E4A34D044C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9521" y="816034"/>
            <a:ext cx="3362547" cy="55245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Immagine 17" descr="Immagine che contiene testo, Carattere, schermata, linea&#10;&#10;Il contenuto generato dall'IA potrebbe non essere corretto.">
            <a:extLst>
              <a:ext uri="{FF2B5EF4-FFF2-40B4-BE49-F238E27FC236}">
                <a16:creationId xmlns:a16="http://schemas.microsoft.com/office/drawing/2014/main" id="{9FF6EE95-4CEF-91DA-E0B5-D89E3431C1A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7726026" y="3393777"/>
            <a:ext cx="1933945" cy="369014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24" name="Connettore curvo 23">
            <a:extLst>
              <a:ext uri="{FF2B5EF4-FFF2-40B4-BE49-F238E27FC236}">
                <a16:creationId xmlns:a16="http://schemas.microsoft.com/office/drawing/2014/main" id="{DA99001F-9E3A-E9E3-282E-5CAE38E43672}"/>
              </a:ext>
            </a:extLst>
          </p:cNvPr>
          <p:cNvCxnSpPr>
            <a:stCxn id="18" idx="1"/>
            <a:endCxn id="14" idx="3"/>
          </p:cNvCxnSpPr>
          <p:nvPr/>
        </p:nvCxnSpPr>
        <p:spPr>
          <a:xfrm rot="16200000" flipV="1">
            <a:off x="7968347" y="1886660"/>
            <a:ext cx="861223" cy="588082"/>
          </a:xfrm>
          <a:prstGeom prst="curvedConnector2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ttore curvo 25">
            <a:extLst>
              <a:ext uri="{FF2B5EF4-FFF2-40B4-BE49-F238E27FC236}">
                <a16:creationId xmlns:a16="http://schemas.microsoft.com/office/drawing/2014/main" id="{06E298E3-3171-AE2C-B312-3ABEBA5589BD}"/>
              </a:ext>
            </a:extLst>
          </p:cNvPr>
          <p:cNvCxnSpPr>
            <a:stCxn id="18" idx="3"/>
            <a:endCxn id="7" idx="3"/>
          </p:cNvCxnSpPr>
          <p:nvPr/>
        </p:nvCxnSpPr>
        <p:spPr>
          <a:xfrm rot="5400000">
            <a:off x="7847709" y="4802465"/>
            <a:ext cx="1102498" cy="588082"/>
          </a:xfrm>
          <a:prstGeom prst="curvedConnector2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ttore 2 29">
            <a:extLst>
              <a:ext uri="{FF2B5EF4-FFF2-40B4-BE49-F238E27FC236}">
                <a16:creationId xmlns:a16="http://schemas.microsoft.com/office/drawing/2014/main" id="{10494753-160C-0B9F-F3A3-31FA60C85390}"/>
              </a:ext>
            </a:extLst>
          </p:cNvPr>
          <p:cNvCxnSpPr>
            <a:stCxn id="18" idx="2"/>
            <a:endCxn id="11" idx="3"/>
          </p:cNvCxnSpPr>
          <p:nvPr/>
        </p:nvCxnSpPr>
        <p:spPr>
          <a:xfrm flipH="1" flipV="1">
            <a:off x="8102606" y="3578284"/>
            <a:ext cx="405886" cy="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ttangolo con angoli arrotondati 30">
            <a:extLst>
              <a:ext uri="{FF2B5EF4-FFF2-40B4-BE49-F238E27FC236}">
                <a16:creationId xmlns:a16="http://schemas.microsoft.com/office/drawing/2014/main" id="{E677F00B-6742-1132-014C-EBBA454E311D}"/>
              </a:ext>
            </a:extLst>
          </p:cNvPr>
          <p:cNvSpPr/>
          <p:nvPr/>
        </p:nvSpPr>
        <p:spPr>
          <a:xfrm>
            <a:off x="1781628" y="3785054"/>
            <a:ext cx="2002971" cy="498475"/>
          </a:xfrm>
          <a:prstGeom prst="roundRect">
            <a:avLst/>
          </a:prstGeom>
          <a:noFill/>
          <a:ln>
            <a:solidFill>
              <a:srgbClr val="F8B3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8" name="Rettangolo con angoli arrotondati 37">
            <a:extLst>
              <a:ext uri="{FF2B5EF4-FFF2-40B4-BE49-F238E27FC236}">
                <a16:creationId xmlns:a16="http://schemas.microsoft.com/office/drawing/2014/main" id="{0C12ACC8-1DF7-1DF9-693A-53F2D55A2405}"/>
              </a:ext>
            </a:extLst>
          </p:cNvPr>
          <p:cNvSpPr/>
          <p:nvPr/>
        </p:nvSpPr>
        <p:spPr>
          <a:xfrm>
            <a:off x="1781627" y="4291936"/>
            <a:ext cx="2002971" cy="498475"/>
          </a:xfrm>
          <a:prstGeom prst="roundRect">
            <a:avLst/>
          </a:prstGeom>
          <a:noFill/>
          <a:ln>
            <a:solidFill>
              <a:srgbClr val="F8B3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9" name="Rettangolo con angoli arrotondati 38">
            <a:extLst>
              <a:ext uri="{FF2B5EF4-FFF2-40B4-BE49-F238E27FC236}">
                <a16:creationId xmlns:a16="http://schemas.microsoft.com/office/drawing/2014/main" id="{B8415AC8-E1EA-85B0-08E0-0A532CEC0939}"/>
              </a:ext>
            </a:extLst>
          </p:cNvPr>
          <p:cNvSpPr/>
          <p:nvPr/>
        </p:nvSpPr>
        <p:spPr>
          <a:xfrm>
            <a:off x="1781626" y="4803597"/>
            <a:ext cx="2002971" cy="498475"/>
          </a:xfrm>
          <a:prstGeom prst="roundRect">
            <a:avLst/>
          </a:prstGeom>
          <a:noFill/>
          <a:ln>
            <a:solidFill>
              <a:srgbClr val="F8B3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41" name="Connettore curvo 40">
            <a:extLst>
              <a:ext uri="{FF2B5EF4-FFF2-40B4-BE49-F238E27FC236}">
                <a16:creationId xmlns:a16="http://schemas.microsoft.com/office/drawing/2014/main" id="{2F680262-D4E5-CEEE-236B-9DDFE58C0903}"/>
              </a:ext>
            </a:extLst>
          </p:cNvPr>
          <p:cNvCxnSpPr>
            <a:stCxn id="31" idx="3"/>
            <a:endCxn id="14" idx="1"/>
          </p:cNvCxnSpPr>
          <p:nvPr/>
        </p:nvCxnSpPr>
        <p:spPr>
          <a:xfrm flipV="1">
            <a:off x="3784599" y="1750089"/>
            <a:ext cx="2478658" cy="2284203"/>
          </a:xfrm>
          <a:prstGeom prst="curvedConnector3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ttore curvo 42">
            <a:extLst>
              <a:ext uri="{FF2B5EF4-FFF2-40B4-BE49-F238E27FC236}">
                <a16:creationId xmlns:a16="http://schemas.microsoft.com/office/drawing/2014/main" id="{75E55417-CCA2-FFAD-76E4-886AAD305EE1}"/>
              </a:ext>
            </a:extLst>
          </p:cNvPr>
          <p:cNvCxnSpPr>
            <a:stCxn id="38" idx="3"/>
            <a:endCxn id="11" idx="1"/>
          </p:cNvCxnSpPr>
          <p:nvPr/>
        </p:nvCxnSpPr>
        <p:spPr>
          <a:xfrm flipV="1">
            <a:off x="3784598" y="3578284"/>
            <a:ext cx="2478660" cy="962890"/>
          </a:xfrm>
          <a:prstGeom prst="curvedConnector3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ttore curvo 44">
            <a:extLst>
              <a:ext uri="{FF2B5EF4-FFF2-40B4-BE49-F238E27FC236}">
                <a16:creationId xmlns:a16="http://schemas.microsoft.com/office/drawing/2014/main" id="{829AA9EF-93F2-A11C-0182-7B0064B32843}"/>
              </a:ext>
            </a:extLst>
          </p:cNvPr>
          <p:cNvCxnSpPr>
            <a:stCxn id="39" idx="3"/>
            <a:endCxn id="7" idx="1"/>
          </p:cNvCxnSpPr>
          <p:nvPr/>
        </p:nvCxnSpPr>
        <p:spPr>
          <a:xfrm>
            <a:off x="3784597" y="5052835"/>
            <a:ext cx="2478660" cy="594920"/>
          </a:xfrm>
          <a:prstGeom prst="curvedConnector3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92199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98354D-F196-BF20-700D-201597F90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397F1E2-DE40-B66B-887A-A43B76DD4EC4}"/>
              </a:ext>
            </a:extLst>
          </p:cNvPr>
          <p:cNvSpPr txBox="1">
            <a:spLocks/>
          </p:cNvSpPr>
          <p:nvPr/>
        </p:nvSpPr>
        <p:spPr>
          <a:xfrm>
            <a:off x="802140" y="-499358"/>
            <a:ext cx="7633742" cy="14921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1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spcBef>
                <a:spcPts val="700"/>
              </a:spcBef>
              <a:buClr>
                <a:schemeClr val="tx2"/>
              </a:buClr>
            </a:pPr>
            <a:r>
              <a:rPr lang="en-US" sz="3200" b="1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Strutura</a:t>
            </a:r>
            <a:r>
              <a:rPr lang="en-US" sz="32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data base</a:t>
            </a:r>
          </a:p>
        </p:txBody>
      </p:sp>
      <p:pic>
        <p:nvPicPr>
          <p:cNvPr id="7" name="Immagine 6" descr="Immagine che contiene testo, schermata, Carattere, documento&#10;&#10;Il contenuto generato dall'IA potrebbe non essere corretto.">
            <a:extLst>
              <a:ext uri="{FF2B5EF4-FFF2-40B4-BE49-F238E27FC236}">
                <a16:creationId xmlns:a16="http://schemas.microsoft.com/office/drawing/2014/main" id="{72BD6B64-EEE2-681A-FBF2-0DEF3CE7A9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257" y="4710717"/>
            <a:ext cx="1841660" cy="187407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Immagine 10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4552E0F1-2BA8-1F76-202A-2F3D82AF8E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258" y="2780511"/>
            <a:ext cx="1839348" cy="159554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Immagine 13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AB217699-6C92-6C23-D65D-48DDF3B06C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257" y="1048243"/>
            <a:ext cx="1841660" cy="140369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Immagine 15" descr="Immagine che contiene testo, documen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2533C667-B085-C51D-A954-252CAB4278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9521" y="816034"/>
            <a:ext cx="3362547" cy="55245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Immagine 17" descr="Immagine che contiene testo, Carattere, schermata, linea&#10;&#10;Il contenuto generato dall'IA potrebbe non essere corretto.">
            <a:extLst>
              <a:ext uri="{FF2B5EF4-FFF2-40B4-BE49-F238E27FC236}">
                <a16:creationId xmlns:a16="http://schemas.microsoft.com/office/drawing/2014/main" id="{4D15C988-ED2E-8C1B-DE9A-7E9D9003E1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7726026" y="3393777"/>
            <a:ext cx="1933945" cy="369014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24" name="Connettore curvo 23">
            <a:extLst>
              <a:ext uri="{FF2B5EF4-FFF2-40B4-BE49-F238E27FC236}">
                <a16:creationId xmlns:a16="http://schemas.microsoft.com/office/drawing/2014/main" id="{4B5C4CE3-1FFD-4E62-68B2-5DADF15C4E8E}"/>
              </a:ext>
            </a:extLst>
          </p:cNvPr>
          <p:cNvCxnSpPr>
            <a:stCxn id="18" idx="1"/>
            <a:endCxn id="14" idx="3"/>
          </p:cNvCxnSpPr>
          <p:nvPr/>
        </p:nvCxnSpPr>
        <p:spPr>
          <a:xfrm rot="16200000" flipV="1">
            <a:off x="7968347" y="1886660"/>
            <a:ext cx="861223" cy="588082"/>
          </a:xfrm>
          <a:prstGeom prst="curvedConnector2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ttore curvo 25">
            <a:extLst>
              <a:ext uri="{FF2B5EF4-FFF2-40B4-BE49-F238E27FC236}">
                <a16:creationId xmlns:a16="http://schemas.microsoft.com/office/drawing/2014/main" id="{74417AEB-B866-2F47-A6DB-1ABC1BD63B39}"/>
              </a:ext>
            </a:extLst>
          </p:cNvPr>
          <p:cNvCxnSpPr>
            <a:stCxn id="18" idx="3"/>
            <a:endCxn id="7" idx="3"/>
          </p:cNvCxnSpPr>
          <p:nvPr/>
        </p:nvCxnSpPr>
        <p:spPr>
          <a:xfrm rot="5400000">
            <a:off x="7847709" y="4802465"/>
            <a:ext cx="1102498" cy="588082"/>
          </a:xfrm>
          <a:prstGeom prst="curvedConnector2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ttore 2 29">
            <a:extLst>
              <a:ext uri="{FF2B5EF4-FFF2-40B4-BE49-F238E27FC236}">
                <a16:creationId xmlns:a16="http://schemas.microsoft.com/office/drawing/2014/main" id="{A7FC6CC7-6E1B-6988-5145-AF710A8A6CEC}"/>
              </a:ext>
            </a:extLst>
          </p:cNvPr>
          <p:cNvCxnSpPr>
            <a:stCxn id="18" idx="2"/>
            <a:endCxn id="11" idx="3"/>
          </p:cNvCxnSpPr>
          <p:nvPr/>
        </p:nvCxnSpPr>
        <p:spPr>
          <a:xfrm flipH="1" flipV="1">
            <a:off x="8102606" y="3578284"/>
            <a:ext cx="405886" cy="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ttangolo con angoli arrotondati 30">
            <a:extLst>
              <a:ext uri="{FF2B5EF4-FFF2-40B4-BE49-F238E27FC236}">
                <a16:creationId xmlns:a16="http://schemas.microsoft.com/office/drawing/2014/main" id="{32D9E250-BA87-E0FD-B12B-C1225886AADF}"/>
              </a:ext>
            </a:extLst>
          </p:cNvPr>
          <p:cNvSpPr/>
          <p:nvPr/>
        </p:nvSpPr>
        <p:spPr>
          <a:xfrm>
            <a:off x="1781628" y="3785054"/>
            <a:ext cx="2002971" cy="498475"/>
          </a:xfrm>
          <a:prstGeom prst="roundRect">
            <a:avLst/>
          </a:prstGeom>
          <a:noFill/>
          <a:ln>
            <a:solidFill>
              <a:srgbClr val="F8B3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8" name="Rettangolo con angoli arrotondati 37">
            <a:extLst>
              <a:ext uri="{FF2B5EF4-FFF2-40B4-BE49-F238E27FC236}">
                <a16:creationId xmlns:a16="http://schemas.microsoft.com/office/drawing/2014/main" id="{8D1CD083-9C3C-5C8A-06D8-52414E65FDA1}"/>
              </a:ext>
            </a:extLst>
          </p:cNvPr>
          <p:cNvSpPr/>
          <p:nvPr/>
        </p:nvSpPr>
        <p:spPr>
          <a:xfrm>
            <a:off x="1781627" y="4291936"/>
            <a:ext cx="2002971" cy="498475"/>
          </a:xfrm>
          <a:prstGeom prst="roundRect">
            <a:avLst/>
          </a:prstGeom>
          <a:noFill/>
          <a:ln>
            <a:solidFill>
              <a:srgbClr val="F8B3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9" name="Rettangolo con angoli arrotondati 38">
            <a:extLst>
              <a:ext uri="{FF2B5EF4-FFF2-40B4-BE49-F238E27FC236}">
                <a16:creationId xmlns:a16="http://schemas.microsoft.com/office/drawing/2014/main" id="{DEC5F4F5-792B-202D-EEFC-A873C5B0EFA8}"/>
              </a:ext>
            </a:extLst>
          </p:cNvPr>
          <p:cNvSpPr/>
          <p:nvPr/>
        </p:nvSpPr>
        <p:spPr>
          <a:xfrm>
            <a:off x="1781626" y="4803597"/>
            <a:ext cx="2002971" cy="498475"/>
          </a:xfrm>
          <a:prstGeom prst="roundRect">
            <a:avLst/>
          </a:prstGeom>
          <a:noFill/>
          <a:ln>
            <a:solidFill>
              <a:srgbClr val="F8B3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41" name="Connettore curvo 40">
            <a:extLst>
              <a:ext uri="{FF2B5EF4-FFF2-40B4-BE49-F238E27FC236}">
                <a16:creationId xmlns:a16="http://schemas.microsoft.com/office/drawing/2014/main" id="{597AC153-FFF3-C8E5-E5A5-E5B886BB7F62}"/>
              </a:ext>
            </a:extLst>
          </p:cNvPr>
          <p:cNvCxnSpPr>
            <a:stCxn id="31" idx="3"/>
            <a:endCxn id="14" idx="1"/>
          </p:cNvCxnSpPr>
          <p:nvPr/>
        </p:nvCxnSpPr>
        <p:spPr>
          <a:xfrm flipV="1">
            <a:off x="3784599" y="1750089"/>
            <a:ext cx="2478658" cy="2284203"/>
          </a:xfrm>
          <a:prstGeom prst="curvedConnector3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ttore curvo 42">
            <a:extLst>
              <a:ext uri="{FF2B5EF4-FFF2-40B4-BE49-F238E27FC236}">
                <a16:creationId xmlns:a16="http://schemas.microsoft.com/office/drawing/2014/main" id="{D05EA03B-C33A-9F26-F96A-85C0A9F2EA75}"/>
              </a:ext>
            </a:extLst>
          </p:cNvPr>
          <p:cNvCxnSpPr>
            <a:stCxn id="38" idx="3"/>
            <a:endCxn id="11" idx="1"/>
          </p:cNvCxnSpPr>
          <p:nvPr/>
        </p:nvCxnSpPr>
        <p:spPr>
          <a:xfrm flipV="1">
            <a:off x="3784598" y="3578284"/>
            <a:ext cx="2478660" cy="962890"/>
          </a:xfrm>
          <a:prstGeom prst="curvedConnector3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ttore curvo 44">
            <a:extLst>
              <a:ext uri="{FF2B5EF4-FFF2-40B4-BE49-F238E27FC236}">
                <a16:creationId xmlns:a16="http://schemas.microsoft.com/office/drawing/2014/main" id="{E8CDC19D-D794-902E-5E6C-31736063933F}"/>
              </a:ext>
            </a:extLst>
          </p:cNvPr>
          <p:cNvCxnSpPr>
            <a:stCxn id="39" idx="3"/>
            <a:endCxn id="7" idx="1"/>
          </p:cNvCxnSpPr>
          <p:nvPr/>
        </p:nvCxnSpPr>
        <p:spPr>
          <a:xfrm>
            <a:off x="3784597" y="5052835"/>
            <a:ext cx="2478660" cy="594920"/>
          </a:xfrm>
          <a:prstGeom prst="curvedConnector3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magine 2" descr="Immagine che contiene testo, schermata, Carattere, linea&#10;&#10;Il contenuto generato dall'IA potrebbe non essere corretto.">
            <a:extLst>
              <a:ext uri="{FF2B5EF4-FFF2-40B4-BE49-F238E27FC236}">
                <a16:creationId xmlns:a16="http://schemas.microsoft.com/office/drawing/2014/main" id="{B1261514-4C76-2494-FBA1-85909FB3801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9874" y="961680"/>
            <a:ext cx="7644110" cy="493463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656336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A30C28-28CB-8310-1DD1-60C954ABC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AAAE83F-6978-C427-A241-420FF90E7798}"/>
              </a:ext>
            </a:extLst>
          </p:cNvPr>
          <p:cNvSpPr txBox="1">
            <a:spLocks/>
          </p:cNvSpPr>
          <p:nvPr/>
        </p:nvSpPr>
        <p:spPr>
          <a:xfrm>
            <a:off x="802140" y="-499358"/>
            <a:ext cx="7633742" cy="14921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1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spcBef>
                <a:spcPts val="700"/>
              </a:spcBef>
              <a:buClr>
                <a:schemeClr val="tx2"/>
              </a:buClr>
            </a:pPr>
            <a:r>
              <a:rPr lang="en-US" sz="3200" b="1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Strutura</a:t>
            </a:r>
            <a:r>
              <a:rPr lang="en-US" sz="32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data base</a:t>
            </a:r>
          </a:p>
        </p:txBody>
      </p:sp>
      <p:pic>
        <p:nvPicPr>
          <p:cNvPr id="7" name="Immagine 6" descr="Immagine che contiene testo, schermata, Carattere, documento&#10;&#10;Il contenuto generato dall'IA potrebbe non essere corretto.">
            <a:extLst>
              <a:ext uri="{FF2B5EF4-FFF2-40B4-BE49-F238E27FC236}">
                <a16:creationId xmlns:a16="http://schemas.microsoft.com/office/drawing/2014/main" id="{238B3282-A190-B2BE-D140-A149A30D41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257" y="4710717"/>
            <a:ext cx="1841660" cy="187407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Immagine 10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27A667F6-9C9E-FDEA-AD5F-FFA21C6F0A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258" y="2780511"/>
            <a:ext cx="1839348" cy="159554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Immagine 13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9DA6EBDF-A92E-6D22-BF08-350A07D632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257" y="1048243"/>
            <a:ext cx="1841660" cy="140369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Immagine 15" descr="Immagine che contiene testo, documen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74C4C536-DE0A-DACE-1577-85797185A6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9521" y="816034"/>
            <a:ext cx="3362547" cy="55245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1" name="Rettangolo con angoli arrotondati 30">
            <a:extLst>
              <a:ext uri="{FF2B5EF4-FFF2-40B4-BE49-F238E27FC236}">
                <a16:creationId xmlns:a16="http://schemas.microsoft.com/office/drawing/2014/main" id="{DC8A2694-DA6E-084E-F2C6-25433DEBD3B4}"/>
              </a:ext>
            </a:extLst>
          </p:cNvPr>
          <p:cNvSpPr/>
          <p:nvPr/>
        </p:nvSpPr>
        <p:spPr>
          <a:xfrm>
            <a:off x="1781628" y="3785054"/>
            <a:ext cx="2002971" cy="498475"/>
          </a:xfrm>
          <a:prstGeom prst="roundRect">
            <a:avLst/>
          </a:prstGeom>
          <a:noFill/>
          <a:ln>
            <a:solidFill>
              <a:srgbClr val="F8B3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8" name="Rettangolo con angoli arrotondati 37">
            <a:extLst>
              <a:ext uri="{FF2B5EF4-FFF2-40B4-BE49-F238E27FC236}">
                <a16:creationId xmlns:a16="http://schemas.microsoft.com/office/drawing/2014/main" id="{F181BF78-30F3-5BF2-7186-5C6A1C8B8181}"/>
              </a:ext>
            </a:extLst>
          </p:cNvPr>
          <p:cNvSpPr/>
          <p:nvPr/>
        </p:nvSpPr>
        <p:spPr>
          <a:xfrm>
            <a:off x="1781627" y="4291936"/>
            <a:ext cx="2002971" cy="498475"/>
          </a:xfrm>
          <a:prstGeom prst="roundRect">
            <a:avLst/>
          </a:prstGeom>
          <a:noFill/>
          <a:ln>
            <a:solidFill>
              <a:srgbClr val="F8B3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9" name="Rettangolo con angoli arrotondati 38">
            <a:extLst>
              <a:ext uri="{FF2B5EF4-FFF2-40B4-BE49-F238E27FC236}">
                <a16:creationId xmlns:a16="http://schemas.microsoft.com/office/drawing/2014/main" id="{0714A8D4-3BE8-949F-D4B4-3DB15FA8DE9B}"/>
              </a:ext>
            </a:extLst>
          </p:cNvPr>
          <p:cNvSpPr/>
          <p:nvPr/>
        </p:nvSpPr>
        <p:spPr>
          <a:xfrm>
            <a:off x="1781626" y="4803597"/>
            <a:ext cx="2002971" cy="498475"/>
          </a:xfrm>
          <a:prstGeom prst="roundRect">
            <a:avLst/>
          </a:prstGeom>
          <a:noFill/>
          <a:ln>
            <a:solidFill>
              <a:srgbClr val="F8B3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41" name="Connettore curvo 40">
            <a:extLst>
              <a:ext uri="{FF2B5EF4-FFF2-40B4-BE49-F238E27FC236}">
                <a16:creationId xmlns:a16="http://schemas.microsoft.com/office/drawing/2014/main" id="{475B19C8-AB32-2A5A-4B93-8F91D92A1AFC}"/>
              </a:ext>
            </a:extLst>
          </p:cNvPr>
          <p:cNvCxnSpPr>
            <a:stCxn id="31" idx="3"/>
            <a:endCxn id="14" idx="1"/>
          </p:cNvCxnSpPr>
          <p:nvPr/>
        </p:nvCxnSpPr>
        <p:spPr>
          <a:xfrm flipV="1">
            <a:off x="3784599" y="1750089"/>
            <a:ext cx="2478658" cy="2284203"/>
          </a:xfrm>
          <a:prstGeom prst="curvedConnector3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ttore curvo 42">
            <a:extLst>
              <a:ext uri="{FF2B5EF4-FFF2-40B4-BE49-F238E27FC236}">
                <a16:creationId xmlns:a16="http://schemas.microsoft.com/office/drawing/2014/main" id="{A0CA047F-26A1-F65B-35E5-30B1A0D3BF8A}"/>
              </a:ext>
            </a:extLst>
          </p:cNvPr>
          <p:cNvCxnSpPr>
            <a:stCxn id="38" idx="3"/>
            <a:endCxn id="11" idx="1"/>
          </p:cNvCxnSpPr>
          <p:nvPr/>
        </p:nvCxnSpPr>
        <p:spPr>
          <a:xfrm flipV="1">
            <a:off x="3784598" y="3578284"/>
            <a:ext cx="2478660" cy="962890"/>
          </a:xfrm>
          <a:prstGeom prst="curvedConnector3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ttore curvo 44">
            <a:extLst>
              <a:ext uri="{FF2B5EF4-FFF2-40B4-BE49-F238E27FC236}">
                <a16:creationId xmlns:a16="http://schemas.microsoft.com/office/drawing/2014/main" id="{25BF707D-257F-B398-568B-EFD68C787BE8}"/>
              </a:ext>
            </a:extLst>
          </p:cNvPr>
          <p:cNvCxnSpPr>
            <a:stCxn id="39" idx="3"/>
            <a:endCxn id="7" idx="1"/>
          </p:cNvCxnSpPr>
          <p:nvPr/>
        </p:nvCxnSpPr>
        <p:spPr>
          <a:xfrm>
            <a:off x="3784597" y="5052835"/>
            <a:ext cx="2478660" cy="594920"/>
          </a:xfrm>
          <a:prstGeom prst="curvedConnector3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Immagine 17" descr="Immagine che contiene testo, Carattere, schermata, linea&#10;&#10;Il contenuto generato dall'IA potrebbe non essere corretto.">
            <a:extLst>
              <a:ext uri="{FF2B5EF4-FFF2-40B4-BE49-F238E27FC236}">
                <a16:creationId xmlns:a16="http://schemas.microsoft.com/office/drawing/2014/main" id="{A707ADDB-589C-0FB0-C0D2-DFF77C04A0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2428" y="2422891"/>
            <a:ext cx="8666429" cy="1653632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265225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E24E4D-C20A-F6F5-7F43-67EB7EBCD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Immagine 45" descr="Immagine che contiene testo, schermata, Carattere, linea&#10;&#10;Il contenuto generato dall'IA potrebbe non essere corretto.">
            <a:extLst>
              <a:ext uri="{FF2B5EF4-FFF2-40B4-BE49-F238E27FC236}">
                <a16:creationId xmlns:a16="http://schemas.microsoft.com/office/drawing/2014/main" id="{F3988DC1-C32E-6FA4-FAD5-8D372AF9B6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9564" y="3785054"/>
            <a:ext cx="2641452" cy="1654501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E11EF19-800C-2FCD-0D0C-4D00E8534096}"/>
              </a:ext>
            </a:extLst>
          </p:cNvPr>
          <p:cNvSpPr txBox="1">
            <a:spLocks/>
          </p:cNvSpPr>
          <p:nvPr/>
        </p:nvSpPr>
        <p:spPr>
          <a:xfrm>
            <a:off x="802140" y="-499358"/>
            <a:ext cx="7633742" cy="14921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1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spcBef>
                <a:spcPts val="700"/>
              </a:spcBef>
              <a:buClr>
                <a:schemeClr val="tx2"/>
              </a:buClr>
            </a:pPr>
            <a:r>
              <a:rPr lang="en-US" sz="3200" b="1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Strutura</a:t>
            </a:r>
            <a:r>
              <a:rPr lang="en-US" sz="32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data base</a:t>
            </a:r>
          </a:p>
        </p:txBody>
      </p:sp>
      <p:pic>
        <p:nvPicPr>
          <p:cNvPr id="7" name="Immagine 6" descr="Immagine che contiene testo, schermata, Carattere, documento&#10;&#10;Il contenuto generato dall'IA potrebbe non essere corretto.">
            <a:extLst>
              <a:ext uri="{FF2B5EF4-FFF2-40B4-BE49-F238E27FC236}">
                <a16:creationId xmlns:a16="http://schemas.microsoft.com/office/drawing/2014/main" id="{F2E243B3-0006-7449-AE97-26EB568DDF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257" y="4710717"/>
            <a:ext cx="1841660" cy="187407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Immagine 10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62B13F35-D958-961C-AFD4-3E22EB3025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258" y="2780511"/>
            <a:ext cx="1839348" cy="159554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Immagine 15" descr="Immagine che contiene testo, documen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1DF99855-43A6-A7C9-D8C9-7FB99F686CF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9521" y="816034"/>
            <a:ext cx="3362547" cy="55245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Immagine 17" descr="Immagine che contiene testo, Carattere, schermata, linea&#10;&#10;Il contenuto generato dall'IA potrebbe non essere corretto.">
            <a:extLst>
              <a:ext uri="{FF2B5EF4-FFF2-40B4-BE49-F238E27FC236}">
                <a16:creationId xmlns:a16="http://schemas.microsoft.com/office/drawing/2014/main" id="{C0F75450-3877-64BA-F0BF-BE6E8E7785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7726026" y="3393777"/>
            <a:ext cx="1933945" cy="369014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26" name="Connettore curvo 25">
            <a:extLst>
              <a:ext uri="{FF2B5EF4-FFF2-40B4-BE49-F238E27FC236}">
                <a16:creationId xmlns:a16="http://schemas.microsoft.com/office/drawing/2014/main" id="{A7E46444-3829-A0E4-E5B1-06E75875D969}"/>
              </a:ext>
            </a:extLst>
          </p:cNvPr>
          <p:cNvCxnSpPr>
            <a:stCxn id="18" idx="3"/>
            <a:endCxn id="7" idx="3"/>
          </p:cNvCxnSpPr>
          <p:nvPr/>
        </p:nvCxnSpPr>
        <p:spPr>
          <a:xfrm rot="5400000">
            <a:off x="7847709" y="4802465"/>
            <a:ext cx="1102498" cy="588082"/>
          </a:xfrm>
          <a:prstGeom prst="curvedConnector2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ttore 2 29">
            <a:extLst>
              <a:ext uri="{FF2B5EF4-FFF2-40B4-BE49-F238E27FC236}">
                <a16:creationId xmlns:a16="http://schemas.microsoft.com/office/drawing/2014/main" id="{B6B859C9-BCD3-50E7-B0C8-94662C2DC1BC}"/>
              </a:ext>
            </a:extLst>
          </p:cNvPr>
          <p:cNvCxnSpPr>
            <a:stCxn id="18" idx="2"/>
            <a:endCxn id="11" idx="3"/>
          </p:cNvCxnSpPr>
          <p:nvPr/>
        </p:nvCxnSpPr>
        <p:spPr>
          <a:xfrm flipH="1" flipV="1">
            <a:off x="8102606" y="3578284"/>
            <a:ext cx="405886" cy="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ttangolo con angoli arrotondati 30">
            <a:extLst>
              <a:ext uri="{FF2B5EF4-FFF2-40B4-BE49-F238E27FC236}">
                <a16:creationId xmlns:a16="http://schemas.microsoft.com/office/drawing/2014/main" id="{BDAF9F2A-5ED7-D2ED-A389-9D3F4F62FD25}"/>
              </a:ext>
            </a:extLst>
          </p:cNvPr>
          <p:cNvSpPr/>
          <p:nvPr/>
        </p:nvSpPr>
        <p:spPr>
          <a:xfrm>
            <a:off x="1781628" y="3785054"/>
            <a:ext cx="2002971" cy="498475"/>
          </a:xfrm>
          <a:prstGeom prst="roundRect">
            <a:avLst/>
          </a:prstGeom>
          <a:noFill/>
          <a:ln>
            <a:solidFill>
              <a:srgbClr val="F8B3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8" name="Rettangolo con angoli arrotondati 37">
            <a:extLst>
              <a:ext uri="{FF2B5EF4-FFF2-40B4-BE49-F238E27FC236}">
                <a16:creationId xmlns:a16="http://schemas.microsoft.com/office/drawing/2014/main" id="{5DA1A6A5-C035-AE6E-FC5C-98B4754EF01F}"/>
              </a:ext>
            </a:extLst>
          </p:cNvPr>
          <p:cNvSpPr/>
          <p:nvPr/>
        </p:nvSpPr>
        <p:spPr>
          <a:xfrm>
            <a:off x="1781627" y="4291936"/>
            <a:ext cx="2002971" cy="498475"/>
          </a:xfrm>
          <a:prstGeom prst="roundRect">
            <a:avLst/>
          </a:prstGeom>
          <a:noFill/>
          <a:ln>
            <a:solidFill>
              <a:srgbClr val="F8B3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9" name="Rettangolo con angoli arrotondati 38">
            <a:extLst>
              <a:ext uri="{FF2B5EF4-FFF2-40B4-BE49-F238E27FC236}">
                <a16:creationId xmlns:a16="http://schemas.microsoft.com/office/drawing/2014/main" id="{C5240C52-C537-0DDC-D161-BC530E613338}"/>
              </a:ext>
            </a:extLst>
          </p:cNvPr>
          <p:cNvSpPr/>
          <p:nvPr/>
        </p:nvSpPr>
        <p:spPr>
          <a:xfrm>
            <a:off x="1781626" y="4803597"/>
            <a:ext cx="2002971" cy="498475"/>
          </a:xfrm>
          <a:prstGeom prst="roundRect">
            <a:avLst/>
          </a:prstGeom>
          <a:noFill/>
          <a:ln>
            <a:solidFill>
              <a:srgbClr val="F8B3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43" name="Connettore curvo 42">
            <a:extLst>
              <a:ext uri="{FF2B5EF4-FFF2-40B4-BE49-F238E27FC236}">
                <a16:creationId xmlns:a16="http://schemas.microsoft.com/office/drawing/2014/main" id="{6803DF96-3514-E8B5-C69F-762FC4E0F549}"/>
              </a:ext>
            </a:extLst>
          </p:cNvPr>
          <p:cNvCxnSpPr>
            <a:stCxn id="38" idx="3"/>
            <a:endCxn id="11" idx="1"/>
          </p:cNvCxnSpPr>
          <p:nvPr/>
        </p:nvCxnSpPr>
        <p:spPr>
          <a:xfrm flipV="1">
            <a:off x="3784598" y="3578284"/>
            <a:ext cx="2478660" cy="962890"/>
          </a:xfrm>
          <a:prstGeom prst="curvedConnector3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ttore curvo 44">
            <a:extLst>
              <a:ext uri="{FF2B5EF4-FFF2-40B4-BE49-F238E27FC236}">
                <a16:creationId xmlns:a16="http://schemas.microsoft.com/office/drawing/2014/main" id="{5CC96632-7D02-D4A7-BB00-8B33100F5C86}"/>
              </a:ext>
            </a:extLst>
          </p:cNvPr>
          <p:cNvCxnSpPr>
            <a:stCxn id="39" idx="3"/>
            <a:endCxn id="7" idx="1"/>
          </p:cNvCxnSpPr>
          <p:nvPr/>
        </p:nvCxnSpPr>
        <p:spPr>
          <a:xfrm>
            <a:off x="3784597" y="5052835"/>
            <a:ext cx="2478660" cy="594920"/>
          </a:xfrm>
          <a:prstGeom prst="curvedConnector3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Immagine 13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710206DA-DC9E-8C4D-313F-A712DB0F07C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61557" y="691820"/>
            <a:ext cx="5779003" cy="440468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AD9DEB74-20D5-1730-8BBA-F35BB72355DE}"/>
              </a:ext>
            </a:extLst>
          </p:cNvPr>
          <p:cNvSpPr/>
          <p:nvPr/>
        </p:nvSpPr>
        <p:spPr>
          <a:xfrm>
            <a:off x="2008804" y="1019793"/>
            <a:ext cx="5373639" cy="1288373"/>
          </a:xfrm>
          <a:prstGeom prst="roundRect">
            <a:avLst/>
          </a:prstGeom>
          <a:noFill/>
          <a:ln>
            <a:solidFill>
              <a:srgbClr val="F8B3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4BE6016D-FFE4-DF3E-B91A-8CCF4B67D4A9}"/>
              </a:ext>
            </a:extLst>
          </p:cNvPr>
          <p:cNvSpPr/>
          <p:nvPr/>
        </p:nvSpPr>
        <p:spPr>
          <a:xfrm>
            <a:off x="2008803" y="2335185"/>
            <a:ext cx="5373639" cy="1288373"/>
          </a:xfrm>
          <a:prstGeom prst="roundRect">
            <a:avLst/>
          </a:prstGeom>
          <a:noFill/>
          <a:ln>
            <a:solidFill>
              <a:srgbClr val="F8B3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485585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E4794A-FC3E-2C31-A941-36F6779E7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Immagine 45" descr="Immagine che contiene testo, schermata, Carattere, linea&#10;&#10;Il contenuto generato dall'IA potrebbe non essere corretto.">
            <a:extLst>
              <a:ext uri="{FF2B5EF4-FFF2-40B4-BE49-F238E27FC236}">
                <a16:creationId xmlns:a16="http://schemas.microsoft.com/office/drawing/2014/main" id="{804C5603-47CE-A7E4-6C30-B3B1D88CD4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9564" y="3785054"/>
            <a:ext cx="2641452" cy="1654501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FA28B43-CB66-2E95-1214-1A67615A1795}"/>
              </a:ext>
            </a:extLst>
          </p:cNvPr>
          <p:cNvSpPr txBox="1">
            <a:spLocks/>
          </p:cNvSpPr>
          <p:nvPr/>
        </p:nvSpPr>
        <p:spPr>
          <a:xfrm>
            <a:off x="802140" y="-499358"/>
            <a:ext cx="7633742" cy="14921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1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spcBef>
                <a:spcPts val="700"/>
              </a:spcBef>
              <a:buClr>
                <a:schemeClr val="tx2"/>
              </a:buClr>
            </a:pPr>
            <a:r>
              <a:rPr lang="en-US" sz="3200" b="1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Strutura</a:t>
            </a:r>
            <a:r>
              <a:rPr lang="en-US" sz="32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data base</a:t>
            </a:r>
          </a:p>
        </p:txBody>
      </p:sp>
      <p:pic>
        <p:nvPicPr>
          <p:cNvPr id="7" name="Immagine 6" descr="Immagine che contiene testo, schermata, Carattere, documento&#10;&#10;Il contenuto generato dall'IA potrebbe non essere corretto.">
            <a:extLst>
              <a:ext uri="{FF2B5EF4-FFF2-40B4-BE49-F238E27FC236}">
                <a16:creationId xmlns:a16="http://schemas.microsoft.com/office/drawing/2014/main" id="{2D6A149C-E3B3-E09F-9C3C-C769D714B6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257" y="4710717"/>
            <a:ext cx="1841660" cy="187407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Immagine 13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D063FBC2-5821-49EC-2410-B739A772F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257" y="1048243"/>
            <a:ext cx="1841660" cy="140369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Immagine 15" descr="Immagine che contiene testo, documen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F28FEE0F-23DC-7E1A-5DB0-25E78F0DB57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9521" y="816034"/>
            <a:ext cx="3362547" cy="55245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Immagine 17" descr="Immagine che contiene testo, Carattere, schermata, linea&#10;&#10;Il contenuto generato dall'IA potrebbe non essere corretto.">
            <a:extLst>
              <a:ext uri="{FF2B5EF4-FFF2-40B4-BE49-F238E27FC236}">
                <a16:creationId xmlns:a16="http://schemas.microsoft.com/office/drawing/2014/main" id="{77D4B391-0744-2A05-F020-99B5FEA722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7726026" y="3393777"/>
            <a:ext cx="1933945" cy="369014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24" name="Connettore curvo 23">
            <a:extLst>
              <a:ext uri="{FF2B5EF4-FFF2-40B4-BE49-F238E27FC236}">
                <a16:creationId xmlns:a16="http://schemas.microsoft.com/office/drawing/2014/main" id="{E7586AA1-1CED-C76C-21F6-6CE48325CD0C}"/>
              </a:ext>
            </a:extLst>
          </p:cNvPr>
          <p:cNvCxnSpPr>
            <a:stCxn id="18" idx="1"/>
            <a:endCxn id="14" idx="3"/>
          </p:cNvCxnSpPr>
          <p:nvPr/>
        </p:nvCxnSpPr>
        <p:spPr>
          <a:xfrm rot="16200000" flipV="1">
            <a:off x="7968347" y="1886660"/>
            <a:ext cx="861223" cy="588082"/>
          </a:xfrm>
          <a:prstGeom prst="curvedConnector2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ttore curvo 25">
            <a:extLst>
              <a:ext uri="{FF2B5EF4-FFF2-40B4-BE49-F238E27FC236}">
                <a16:creationId xmlns:a16="http://schemas.microsoft.com/office/drawing/2014/main" id="{4092B500-FF8C-0E89-BA2A-8478BDB12D88}"/>
              </a:ext>
            </a:extLst>
          </p:cNvPr>
          <p:cNvCxnSpPr>
            <a:stCxn id="18" idx="3"/>
            <a:endCxn id="7" idx="3"/>
          </p:cNvCxnSpPr>
          <p:nvPr/>
        </p:nvCxnSpPr>
        <p:spPr>
          <a:xfrm rot="5400000">
            <a:off x="7847709" y="4802465"/>
            <a:ext cx="1102498" cy="588082"/>
          </a:xfrm>
          <a:prstGeom prst="curvedConnector2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ttangolo con angoli arrotondati 30">
            <a:extLst>
              <a:ext uri="{FF2B5EF4-FFF2-40B4-BE49-F238E27FC236}">
                <a16:creationId xmlns:a16="http://schemas.microsoft.com/office/drawing/2014/main" id="{6D24583D-92AF-83B5-61DA-D3ADA4659127}"/>
              </a:ext>
            </a:extLst>
          </p:cNvPr>
          <p:cNvSpPr/>
          <p:nvPr/>
        </p:nvSpPr>
        <p:spPr>
          <a:xfrm>
            <a:off x="1781628" y="3785054"/>
            <a:ext cx="2002971" cy="498475"/>
          </a:xfrm>
          <a:prstGeom prst="roundRect">
            <a:avLst/>
          </a:prstGeom>
          <a:noFill/>
          <a:ln>
            <a:solidFill>
              <a:srgbClr val="F8B3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8" name="Rettangolo con angoli arrotondati 37">
            <a:extLst>
              <a:ext uri="{FF2B5EF4-FFF2-40B4-BE49-F238E27FC236}">
                <a16:creationId xmlns:a16="http://schemas.microsoft.com/office/drawing/2014/main" id="{27F98902-4564-951A-AD5C-4986543D00EE}"/>
              </a:ext>
            </a:extLst>
          </p:cNvPr>
          <p:cNvSpPr/>
          <p:nvPr/>
        </p:nvSpPr>
        <p:spPr>
          <a:xfrm>
            <a:off x="1781627" y="4291936"/>
            <a:ext cx="2002971" cy="498475"/>
          </a:xfrm>
          <a:prstGeom prst="roundRect">
            <a:avLst/>
          </a:prstGeom>
          <a:noFill/>
          <a:ln>
            <a:solidFill>
              <a:srgbClr val="F8B3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9" name="Rettangolo con angoli arrotondati 38">
            <a:extLst>
              <a:ext uri="{FF2B5EF4-FFF2-40B4-BE49-F238E27FC236}">
                <a16:creationId xmlns:a16="http://schemas.microsoft.com/office/drawing/2014/main" id="{3C9555B7-758A-0ECA-4E8A-CE3F7FBC30B1}"/>
              </a:ext>
            </a:extLst>
          </p:cNvPr>
          <p:cNvSpPr/>
          <p:nvPr/>
        </p:nvSpPr>
        <p:spPr>
          <a:xfrm>
            <a:off x="1781626" y="4803597"/>
            <a:ext cx="2002971" cy="498475"/>
          </a:xfrm>
          <a:prstGeom prst="roundRect">
            <a:avLst/>
          </a:prstGeom>
          <a:noFill/>
          <a:ln>
            <a:solidFill>
              <a:srgbClr val="F8B3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41" name="Connettore curvo 40">
            <a:extLst>
              <a:ext uri="{FF2B5EF4-FFF2-40B4-BE49-F238E27FC236}">
                <a16:creationId xmlns:a16="http://schemas.microsoft.com/office/drawing/2014/main" id="{CD659CB9-A70F-D67D-4D34-BC897B96B4A0}"/>
              </a:ext>
            </a:extLst>
          </p:cNvPr>
          <p:cNvCxnSpPr>
            <a:stCxn id="31" idx="3"/>
            <a:endCxn id="14" idx="1"/>
          </p:cNvCxnSpPr>
          <p:nvPr/>
        </p:nvCxnSpPr>
        <p:spPr>
          <a:xfrm flipV="1">
            <a:off x="3784599" y="1750089"/>
            <a:ext cx="2478658" cy="2284203"/>
          </a:xfrm>
          <a:prstGeom prst="curvedConnector3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ttore curvo 44">
            <a:extLst>
              <a:ext uri="{FF2B5EF4-FFF2-40B4-BE49-F238E27FC236}">
                <a16:creationId xmlns:a16="http://schemas.microsoft.com/office/drawing/2014/main" id="{0D13769D-37E8-05CF-8CD0-A838D7663515}"/>
              </a:ext>
            </a:extLst>
          </p:cNvPr>
          <p:cNvCxnSpPr>
            <a:stCxn id="39" idx="3"/>
            <a:endCxn id="7" idx="1"/>
          </p:cNvCxnSpPr>
          <p:nvPr/>
        </p:nvCxnSpPr>
        <p:spPr>
          <a:xfrm>
            <a:off x="3784597" y="5052835"/>
            <a:ext cx="2478660" cy="594920"/>
          </a:xfrm>
          <a:prstGeom prst="curvedConnector3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Immagine 10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B42527F6-CAB0-36A1-D68F-0997893595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86981" y="633349"/>
            <a:ext cx="5624742" cy="487919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AF88EA67-D27C-1AB4-7BB6-90231A386989}"/>
              </a:ext>
            </a:extLst>
          </p:cNvPr>
          <p:cNvSpPr/>
          <p:nvPr/>
        </p:nvSpPr>
        <p:spPr>
          <a:xfrm>
            <a:off x="2275114" y="1063211"/>
            <a:ext cx="5014686" cy="1548102"/>
          </a:xfrm>
          <a:prstGeom prst="roundRect">
            <a:avLst/>
          </a:prstGeom>
          <a:noFill/>
          <a:ln>
            <a:solidFill>
              <a:srgbClr val="F8B3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33152149-3AC4-D659-DA01-8C3871E581BC}"/>
              </a:ext>
            </a:extLst>
          </p:cNvPr>
          <p:cNvSpPr/>
          <p:nvPr/>
        </p:nvSpPr>
        <p:spPr>
          <a:xfrm>
            <a:off x="2274024" y="2648965"/>
            <a:ext cx="5014686" cy="1575878"/>
          </a:xfrm>
          <a:prstGeom prst="roundRect">
            <a:avLst/>
          </a:prstGeom>
          <a:noFill/>
          <a:ln>
            <a:solidFill>
              <a:srgbClr val="F8B3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098948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DD912A-970B-3B85-0089-C63504FE5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Immagine 45" descr="Immagine che contiene testo, schermata, Carattere, linea&#10;&#10;Il contenuto generato dall'IA potrebbe non essere corretto.">
            <a:extLst>
              <a:ext uri="{FF2B5EF4-FFF2-40B4-BE49-F238E27FC236}">
                <a16:creationId xmlns:a16="http://schemas.microsoft.com/office/drawing/2014/main" id="{610132D4-DA08-B5D7-EA50-C4D9EF0308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9564" y="3785054"/>
            <a:ext cx="2641452" cy="1654501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5A250C0-656D-79A1-15A2-CC43E32C561A}"/>
              </a:ext>
            </a:extLst>
          </p:cNvPr>
          <p:cNvSpPr txBox="1">
            <a:spLocks/>
          </p:cNvSpPr>
          <p:nvPr/>
        </p:nvSpPr>
        <p:spPr>
          <a:xfrm>
            <a:off x="802140" y="-499358"/>
            <a:ext cx="7633742" cy="14921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1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spcBef>
                <a:spcPts val="700"/>
              </a:spcBef>
              <a:buClr>
                <a:schemeClr val="tx2"/>
              </a:buClr>
            </a:pPr>
            <a:r>
              <a:rPr lang="en-US" sz="3200" b="1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Strutura</a:t>
            </a:r>
            <a:r>
              <a:rPr lang="en-US" sz="32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data base</a:t>
            </a:r>
          </a:p>
        </p:txBody>
      </p:sp>
      <p:pic>
        <p:nvPicPr>
          <p:cNvPr id="11" name="Immagine 10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29E6DD2F-BA67-71A5-9E03-3CD7868385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258" y="2780511"/>
            <a:ext cx="1839348" cy="159554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Immagine 13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04A5FF5B-E3B9-AB31-FA3C-89ED8CDE8B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257" y="1048243"/>
            <a:ext cx="1841660" cy="140369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Immagine 15" descr="Immagine che contiene testo, documen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F3D3659A-7AD5-E8BA-415E-12AE94967D9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9521" y="816034"/>
            <a:ext cx="3362547" cy="55245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Immagine 17" descr="Immagine che contiene testo, Carattere, schermata, linea&#10;&#10;Il contenuto generato dall'IA potrebbe non essere corretto.">
            <a:extLst>
              <a:ext uri="{FF2B5EF4-FFF2-40B4-BE49-F238E27FC236}">
                <a16:creationId xmlns:a16="http://schemas.microsoft.com/office/drawing/2014/main" id="{C7D2183A-09E5-F3AD-491D-E313ADA575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7726026" y="3393777"/>
            <a:ext cx="1933945" cy="369014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24" name="Connettore curvo 23">
            <a:extLst>
              <a:ext uri="{FF2B5EF4-FFF2-40B4-BE49-F238E27FC236}">
                <a16:creationId xmlns:a16="http://schemas.microsoft.com/office/drawing/2014/main" id="{D7594FA6-7A48-B23D-3C57-7F0F9E4859D5}"/>
              </a:ext>
            </a:extLst>
          </p:cNvPr>
          <p:cNvCxnSpPr>
            <a:stCxn id="18" idx="1"/>
            <a:endCxn id="14" idx="3"/>
          </p:cNvCxnSpPr>
          <p:nvPr/>
        </p:nvCxnSpPr>
        <p:spPr>
          <a:xfrm rot="16200000" flipV="1">
            <a:off x="7968347" y="1886660"/>
            <a:ext cx="861223" cy="588082"/>
          </a:xfrm>
          <a:prstGeom prst="curvedConnector2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ttore 2 29">
            <a:extLst>
              <a:ext uri="{FF2B5EF4-FFF2-40B4-BE49-F238E27FC236}">
                <a16:creationId xmlns:a16="http://schemas.microsoft.com/office/drawing/2014/main" id="{46BED6E3-BA6D-A7C0-9469-8D2768215525}"/>
              </a:ext>
            </a:extLst>
          </p:cNvPr>
          <p:cNvCxnSpPr>
            <a:stCxn id="18" idx="2"/>
            <a:endCxn id="11" idx="3"/>
          </p:cNvCxnSpPr>
          <p:nvPr/>
        </p:nvCxnSpPr>
        <p:spPr>
          <a:xfrm flipH="1" flipV="1">
            <a:off x="8102606" y="3578284"/>
            <a:ext cx="405886" cy="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ttangolo con angoli arrotondati 30">
            <a:extLst>
              <a:ext uri="{FF2B5EF4-FFF2-40B4-BE49-F238E27FC236}">
                <a16:creationId xmlns:a16="http://schemas.microsoft.com/office/drawing/2014/main" id="{0C3A1089-B0BB-BFD9-CBD4-A857BBEB0B28}"/>
              </a:ext>
            </a:extLst>
          </p:cNvPr>
          <p:cNvSpPr/>
          <p:nvPr/>
        </p:nvSpPr>
        <p:spPr>
          <a:xfrm>
            <a:off x="1781628" y="3785054"/>
            <a:ext cx="2002971" cy="498475"/>
          </a:xfrm>
          <a:prstGeom prst="roundRect">
            <a:avLst/>
          </a:prstGeom>
          <a:noFill/>
          <a:ln>
            <a:solidFill>
              <a:srgbClr val="F8B3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8" name="Rettangolo con angoli arrotondati 37">
            <a:extLst>
              <a:ext uri="{FF2B5EF4-FFF2-40B4-BE49-F238E27FC236}">
                <a16:creationId xmlns:a16="http://schemas.microsoft.com/office/drawing/2014/main" id="{1525050D-7784-CBE2-1EDC-6B539220CB6F}"/>
              </a:ext>
            </a:extLst>
          </p:cNvPr>
          <p:cNvSpPr/>
          <p:nvPr/>
        </p:nvSpPr>
        <p:spPr>
          <a:xfrm>
            <a:off x="1781627" y="4291936"/>
            <a:ext cx="2002971" cy="498475"/>
          </a:xfrm>
          <a:prstGeom prst="roundRect">
            <a:avLst/>
          </a:prstGeom>
          <a:noFill/>
          <a:ln>
            <a:solidFill>
              <a:srgbClr val="F8B3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9" name="Rettangolo con angoli arrotondati 38">
            <a:extLst>
              <a:ext uri="{FF2B5EF4-FFF2-40B4-BE49-F238E27FC236}">
                <a16:creationId xmlns:a16="http://schemas.microsoft.com/office/drawing/2014/main" id="{E08BBBA9-7538-A3D7-DDB2-9D4BEF117E80}"/>
              </a:ext>
            </a:extLst>
          </p:cNvPr>
          <p:cNvSpPr/>
          <p:nvPr/>
        </p:nvSpPr>
        <p:spPr>
          <a:xfrm>
            <a:off x="1781626" y="4803597"/>
            <a:ext cx="2002971" cy="498475"/>
          </a:xfrm>
          <a:prstGeom prst="roundRect">
            <a:avLst/>
          </a:prstGeom>
          <a:noFill/>
          <a:ln>
            <a:solidFill>
              <a:srgbClr val="F8B3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41" name="Connettore curvo 40">
            <a:extLst>
              <a:ext uri="{FF2B5EF4-FFF2-40B4-BE49-F238E27FC236}">
                <a16:creationId xmlns:a16="http://schemas.microsoft.com/office/drawing/2014/main" id="{BAF82AE0-6007-A695-46F3-DEBDC435BA4E}"/>
              </a:ext>
            </a:extLst>
          </p:cNvPr>
          <p:cNvCxnSpPr>
            <a:stCxn id="31" idx="3"/>
            <a:endCxn id="14" idx="1"/>
          </p:cNvCxnSpPr>
          <p:nvPr/>
        </p:nvCxnSpPr>
        <p:spPr>
          <a:xfrm flipV="1">
            <a:off x="3784599" y="1750089"/>
            <a:ext cx="2478658" cy="2284203"/>
          </a:xfrm>
          <a:prstGeom prst="curvedConnector3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ttore curvo 42">
            <a:extLst>
              <a:ext uri="{FF2B5EF4-FFF2-40B4-BE49-F238E27FC236}">
                <a16:creationId xmlns:a16="http://schemas.microsoft.com/office/drawing/2014/main" id="{39F87C14-4A52-1A32-CF68-19A54929E063}"/>
              </a:ext>
            </a:extLst>
          </p:cNvPr>
          <p:cNvCxnSpPr>
            <a:stCxn id="38" idx="3"/>
            <a:endCxn id="11" idx="1"/>
          </p:cNvCxnSpPr>
          <p:nvPr/>
        </p:nvCxnSpPr>
        <p:spPr>
          <a:xfrm flipV="1">
            <a:off x="3784598" y="3578284"/>
            <a:ext cx="2478660" cy="962890"/>
          </a:xfrm>
          <a:prstGeom prst="curvedConnector3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magine 6" descr="Immagine che contiene testo, schermata, Carattere, documento&#10;&#10;Il contenuto generato dall'IA potrebbe non essere corretto.">
            <a:extLst>
              <a:ext uri="{FF2B5EF4-FFF2-40B4-BE49-F238E27FC236}">
                <a16:creationId xmlns:a16="http://schemas.microsoft.com/office/drawing/2014/main" id="{5D70C743-C4CD-F9B9-60D1-CB19782DB2C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26523" y="710580"/>
            <a:ext cx="4832599" cy="491766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00B42A34-8FC4-AE90-215C-C3D66B64DD4A}"/>
              </a:ext>
            </a:extLst>
          </p:cNvPr>
          <p:cNvSpPr/>
          <p:nvPr/>
        </p:nvSpPr>
        <p:spPr>
          <a:xfrm>
            <a:off x="2539851" y="875202"/>
            <a:ext cx="2990092" cy="768541"/>
          </a:xfrm>
          <a:prstGeom prst="roundRect">
            <a:avLst/>
          </a:prstGeom>
          <a:noFill/>
          <a:ln>
            <a:solidFill>
              <a:srgbClr val="F8B3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Rettangolo con angoli arrotondati 14">
            <a:extLst>
              <a:ext uri="{FF2B5EF4-FFF2-40B4-BE49-F238E27FC236}">
                <a16:creationId xmlns:a16="http://schemas.microsoft.com/office/drawing/2014/main" id="{3A987A8E-2F37-5516-4AD5-8D0328B9A947}"/>
              </a:ext>
            </a:extLst>
          </p:cNvPr>
          <p:cNvSpPr/>
          <p:nvPr/>
        </p:nvSpPr>
        <p:spPr>
          <a:xfrm>
            <a:off x="2539851" y="1673048"/>
            <a:ext cx="3889978" cy="834356"/>
          </a:xfrm>
          <a:prstGeom prst="roundRect">
            <a:avLst/>
          </a:prstGeom>
          <a:noFill/>
          <a:ln>
            <a:solidFill>
              <a:srgbClr val="F8B3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Rettangolo con angoli arrotondati 16">
            <a:extLst>
              <a:ext uri="{FF2B5EF4-FFF2-40B4-BE49-F238E27FC236}">
                <a16:creationId xmlns:a16="http://schemas.microsoft.com/office/drawing/2014/main" id="{A5A0AF94-B14C-5FF5-49BF-8922628FC193}"/>
              </a:ext>
            </a:extLst>
          </p:cNvPr>
          <p:cNvSpPr/>
          <p:nvPr/>
        </p:nvSpPr>
        <p:spPr>
          <a:xfrm>
            <a:off x="2539851" y="3505104"/>
            <a:ext cx="3889978" cy="1049256"/>
          </a:xfrm>
          <a:prstGeom prst="roundRect">
            <a:avLst/>
          </a:prstGeom>
          <a:noFill/>
          <a:ln>
            <a:solidFill>
              <a:srgbClr val="F8B3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09104C84-2EC1-38FB-CCB7-0659C3D03BEE}"/>
              </a:ext>
            </a:extLst>
          </p:cNvPr>
          <p:cNvSpPr txBox="1"/>
          <p:nvPr/>
        </p:nvSpPr>
        <p:spPr>
          <a:xfrm>
            <a:off x="5704114" y="1386114"/>
            <a:ext cx="75474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50" dirty="0">
                <a:solidFill>
                  <a:srgbClr val="F8B323"/>
                </a:solidFill>
              </a:rPr>
              <a:t>Non usata</a:t>
            </a:r>
          </a:p>
        </p:txBody>
      </p:sp>
    </p:spTree>
    <p:extLst>
      <p:ext uri="{BB962C8B-B14F-4D97-AF65-F5344CB8AC3E}">
        <p14:creationId xmlns:p14="http://schemas.microsoft.com/office/powerpoint/2010/main" val="6288225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60FFDC-13B3-CC31-383A-BCBEEA13F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B0A7D14-7B67-4022-A8BE-1CCD4A0F1B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17A66A-217F-FAC2-7904-D60B73628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758" y="382385"/>
            <a:ext cx="7633742" cy="149213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pc="200"/>
              <a:t>Architettura</a:t>
            </a:r>
          </a:p>
        </p:txBody>
      </p:sp>
      <p:sp>
        <p:nvSpPr>
          <p:cNvPr id="18" name="Freeform 6">
            <a:extLst>
              <a:ext uri="{FF2B5EF4-FFF2-40B4-BE49-F238E27FC236}">
                <a16:creationId xmlns:a16="http://schemas.microsoft.com/office/drawing/2014/main" id="{AB09A9E8-BF27-4613-A775-071F082083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664368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it-IT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3AFE299-6F79-44AF-9A77-2DC2DC1F84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1402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graphicFrame>
        <p:nvGraphicFramePr>
          <p:cNvPr id="12" name="CasellaDiTesto 6">
            <a:extLst>
              <a:ext uri="{FF2B5EF4-FFF2-40B4-BE49-F238E27FC236}">
                <a16:creationId xmlns:a16="http://schemas.microsoft.com/office/drawing/2014/main" id="{4822FDB6-F47E-8EE6-76B7-5F1CC2D2112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25080415"/>
              </p:ext>
            </p:extLst>
          </p:nvPr>
        </p:nvGraphicFramePr>
        <p:xfrm>
          <a:off x="1043327" y="3180873"/>
          <a:ext cx="7057345" cy="31001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Title 1">
            <a:extLst>
              <a:ext uri="{FF2B5EF4-FFF2-40B4-BE49-F238E27FC236}">
                <a16:creationId xmlns:a16="http://schemas.microsoft.com/office/drawing/2014/main" id="{06285FA4-20D0-AF64-53F0-AC7FDF0C090D}"/>
              </a:ext>
            </a:extLst>
          </p:cNvPr>
          <p:cNvSpPr txBox="1">
            <a:spLocks/>
          </p:cNvSpPr>
          <p:nvPr/>
        </p:nvSpPr>
        <p:spPr>
          <a:xfrm>
            <a:off x="938212" y="1481842"/>
            <a:ext cx="7633742" cy="14921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1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spcBef>
                <a:spcPts val="700"/>
              </a:spcBef>
              <a:buClr>
                <a:schemeClr val="tx2"/>
              </a:buClr>
            </a:pPr>
            <a:r>
              <a:rPr lang="en-US" sz="3200" b="1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Strutura</a:t>
            </a:r>
            <a:r>
              <a:rPr lang="en-US" sz="32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GUI</a:t>
            </a:r>
          </a:p>
        </p:txBody>
      </p:sp>
    </p:spTree>
    <p:extLst>
      <p:ext uri="{BB962C8B-B14F-4D97-AF65-F5344CB8AC3E}">
        <p14:creationId xmlns:p14="http://schemas.microsoft.com/office/powerpoint/2010/main" val="13756990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241371-2A05-5E7B-77A7-26B21C2BF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 6">
            <a:extLst>
              <a:ext uri="{FF2B5EF4-FFF2-40B4-BE49-F238E27FC236}">
                <a16:creationId xmlns:a16="http://schemas.microsoft.com/office/drawing/2014/main" id="{B217C2AD-51B4-40CE-A71F-F5D3F846D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2667762" y="630936"/>
            <a:ext cx="3926681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it-IT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F1BF92E-23CF-4BFE-9E1F-C359BACFA3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1D21332B-FE15-41A6-8919-8563A89EAE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88E157F-D067-07F6-8351-6717409B7145}"/>
              </a:ext>
            </a:extLst>
          </p:cNvPr>
          <p:cNvSpPr txBox="1">
            <a:spLocks/>
          </p:cNvSpPr>
          <p:nvPr/>
        </p:nvSpPr>
        <p:spPr>
          <a:xfrm>
            <a:off x="771675" y="4421457"/>
            <a:ext cx="7600649" cy="18579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1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914400">
              <a:spcAft>
                <a:spcPts val="600"/>
              </a:spcAft>
              <a:buClr>
                <a:schemeClr val="tx2"/>
              </a:buClr>
            </a:pPr>
            <a:r>
              <a:rPr lang="en-US" sz="6300" b="1" spc="800" dirty="0" err="1"/>
              <a:t>Strutura</a:t>
            </a:r>
            <a:r>
              <a:rPr lang="en-US" sz="6300" b="1" spc="800" dirty="0"/>
              <a:t> GUI</a:t>
            </a:r>
          </a:p>
        </p:txBody>
      </p:sp>
      <p:sp>
        <p:nvSpPr>
          <p:cNvPr id="31" name="Freeform 6">
            <a:extLst>
              <a:ext uri="{FF2B5EF4-FFF2-40B4-BE49-F238E27FC236}">
                <a16:creationId xmlns:a16="http://schemas.microsoft.com/office/drawing/2014/main" id="{439F6CA3-780D-4C3A-A889-C705E7E7D1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664368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it-IT"/>
          </a:p>
        </p:txBody>
      </p:sp>
      <p:pic>
        <p:nvPicPr>
          <p:cNvPr id="6" name="Immagine 5" descr="Immagine che contiene testo, Carattere, schermata&#10;&#10;Il contenuto generato dall'IA potrebbe non essere corretto.">
            <a:extLst>
              <a:ext uri="{FF2B5EF4-FFF2-40B4-BE49-F238E27FC236}">
                <a16:creationId xmlns:a16="http://schemas.microsoft.com/office/drawing/2014/main" id="{4C72C9AB-F4FD-C493-879A-B0DCA3D719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0727" y="1192814"/>
            <a:ext cx="5082545" cy="248745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E6335BA4-3C40-424B-A885-29B1007B80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1402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624678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2">
            <a:extLst>
              <a:ext uri="{FF2B5EF4-FFF2-40B4-BE49-F238E27FC236}">
                <a16:creationId xmlns:a16="http://schemas.microsoft.com/office/drawing/2014/main" id="{1B0A7D14-7B67-4022-A8BE-1CCD4A0F1B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8758" y="382385"/>
            <a:ext cx="7633742" cy="1492132"/>
          </a:xfrm>
        </p:spPr>
        <p:txBody>
          <a:bodyPr anchor="ctr">
            <a:normAutofit/>
          </a:bodyPr>
          <a:lstStyle/>
          <a:p>
            <a:r>
              <a:rPr lang="it-IT" dirty="0"/>
              <a:t>Design Pattern</a:t>
            </a:r>
          </a:p>
        </p:txBody>
      </p:sp>
      <p:sp>
        <p:nvSpPr>
          <p:cNvPr id="30" name="Freeform 6">
            <a:extLst>
              <a:ext uri="{FF2B5EF4-FFF2-40B4-BE49-F238E27FC236}">
                <a16:creationId xmlns:a16="http://schemas.microsoft.com/office/drawing/2014/main" id="{AB09A9E8-BF27-4613-A775-071F082083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664368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it-IT"/>
          </a:p>
        </p:txBody>
      </p:sp>
      <p:sp>
        <p:nvSpPr>
          <p:cNvPr id="31" name="Rectangle 26">
            <a:extLst>
              <a:ext uri="{FF2B5EF4-FFF2-40B4-BE49-F238E27FC236}">
                <a16:creationId xmlns:a16="http://schemas.microsoft.com/office/drawing/2014/main" id="{C3AFE299-6F79-44AF-9A77-2DC2DC1F84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1402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graphicFrame>
        <p:nvGraphicFramePr>
          <p:cNvPr id="18" name="CasellaDiTesto 5">
            <a:extLst>
              <a:ext uri="{FF2B5EF4-FFF2-40B4-BE49-F238E27FC236}">
                <a16:creationId xmlns:a16="http://schemas.microsoft.com/office/drawing/2014/main" id="{AD37B310-AECC-3852-0C3B-6259713AE3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08244845"/>
              </p:ext>
            </p:extLst>
          </p:nvPr>
        </p:nvGraphicFramePr>
        <p:xfrm>
          <a:off x="828100" y="2041841"/>
          <a:ext cx="7856305" cy="42679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BFE879-4597-425F-F84C-AA6B182CA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Freeform 6">
            <a:extLst>
              <a:ext uri="{FF2B5EF4-FFF2-40B4-BE49-F238E27FC236}">
                <a16:creationId xmlns:a16="http://schemas.microsoft.com/office/drawing/2014/main" id="{47C4971D-FDB7-43EC-9D73-44D6456DE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2667762" y="630936"/>
            <a:ext cx="3926681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it-IT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BCF8976-9505-4742-8ACD-63BE2C847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8C7FBA7-C33F-4A38-A731-AE99FEBBF5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914399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58D811-8417-2A77-AC47-D672A95C0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593" y="3176833"/>
            <a:ext cx="7738813" cy="258153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 defTabSz="914400"/>
            <a:r>
              <a:rPr lang="en-US" sz="7000" spc="800"/>
              <a:t>Function Decomposition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EB5C8F0-2881-4184-92C6-0E251C42A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9143999" cy="2907867"/>
          </a:xfrm>
          <a:prstGeom prst="rect">
            <a:avLst/>
          </a:pr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magine 8" descr="Immagine che contiene testo, schermata, Carattere, documento&#10;&#10;Il contenuto generato dall'IA potrebbe non essere corretto.">
            <a:extLst>
              <a:ext uri="{FF2B5EF4-FFF2-40B4-BE49-F238E27FC236}">
                <a16:creationId xmlns:a16="http://schemas.microsoft.com/office/drawing/2014/main" id="{FD756C04-0A7E-0945-2CD5-CAED5B7052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2" y="371230"/>
            <a:ext cx="1920228" cy="218829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Immagine 6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FC58E452-0D75-A35C-398C-4D74F4C3D99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0863"/>
          <a:stretch>
            <a:fillRect/>
          </a:stretch>
        </p:blipFill>
        <p:spPr>
          <a:xfrm>
            <a:off x="3416563" y="970989"/>
            <a:ext cx="2298298" cy="988777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0" name="Gruppo 9">
            <a:extLst>
              <a:ext uri="{FF2B5EF4-FFF2-40B4-BE49-F238E27FC236}">
                <a16:creationId xmlns:a16="http://schemas.microsoft.com/office/drawing/2014/main" id="{87C52730-D907-EBB9-ECE5-F448218AC904}"/>
              </a:ext>
            </a:extLst>
          </p:cNvPr>
          <p:cNvGrpSpPr/>
          <p:nvPr/>
        </p:nvGrpSpPr>
        <p:grpSpPr>
          <a:xfrm>
            <a:off x="5956161" y="634306"/>
            <a:ext cx="2310870" cy="1662139"/>
            <a:chOff x="813547" y="1790262"/>
            <a:chExt cx="2868372" cy="2063134"/>
          </a:xfrm>
        </p:grpSpPr>
        <p:pic>
          <p:nvPicPr>
            <p:cNvPr id="4" name="Immagine 3" descr="Immagine che contiene testo, schermata, Carattere&#10;&#10;Il contenuto generato dall'IA potrebbe non essere corretto.">
              <a:extLst>
                <a:ext uri="{FF2B5EF4-FFF2-40B4-BE49-F238E27FC236}">
                  <a16:creationId xmlns:a16="http://schemas.microsoft.com/office/drawing/2014/main" id="{A3DD16AD-2C5E-DB58-99F6-53D7BBBED8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b="59256"/>
            <a:stretch>
              <a:fillRect/>
            </a:stretch>
          </p:blipFill>
          <p:spPr>
            <a:xfrm>
              <a:off x="813547" y="1790262"/>
              <a:ext cx="2656225" cy="102971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5" name="Immagine 4" descr="Immagine che contiene testo, schermata, Carattere&#10;&#10;Il contenuto generato dall'IA potrebbe non essere corretto.">
              <a:extLst>
                <a:ext uri="{FF2B5EF4-FFF2-40B4-BE49-F238E27FC236}">
                  <a16:creationId xmlns:a16="http://schemas.microsoft.com/office/drawing/2014/main" id="{476265BD-9404-22B8-5516-ECC373539FC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63735"/>
            <a:stretch>
              <a:fillRect/>
            </a:stretch>
          </p:blipFill>
          <p:spPr>
            <a:xfrm>
              <a:off x="813547" y="2863667"/>
              <a:ext cx="2868372" cy="98972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40200077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D6DBB2-BC5E-0B98-8924-42D35DE66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Freeform 6">
            <a:extLst>
              <a:ext uri="{FF2B5EF4-FFF2-40B4-BE49-F238E27FC236}">
                <a16:creationId xmlns:a16="http://schemas.microsoft.com/office/drawing/2014/main" id="{16CD2A1A-0012-88E1-A8EE-46F22B1BFE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2667762" y="630936"/>
            <a:ext cx="3926681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it-IT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D154E28-9C53-64AD-E78C-28091A8162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0CD3C97-813D-7543-0517-1034D12700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914399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90472A-77CB-3EEB-E7AC-8A38F123A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593" y="3176833"/>
            <a:ext cx="7738813" cy="258153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 defTabSz="914400"/>
            <a:r>
              <a:rPr lang="en-US" sz="7000" spc="800"/>
              <a:t>Function Decomposition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CCD46DB-022D-92E5-049D-D339A93920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9143999" cy="2907867"/>
          </a:xfrm>
          <a:prstGeom prst="rect">
            <a:avLst/>
          </a:pr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magine 8" descr="Immagine che contiene testo, schermata, Carattere, documento&#10;&#10;Il contenuto generato dall'IA potrebbe non essere corretto.">
            <a:extLst>
              <a:ext uri="{FF2B5EF4-FFF2-40B4-BE49-F238E27FC236}">
                <a16:creationId xmlns:a16="http://schemas.microsoft.com/office/drawing/2014/main" id="{E4603BE6-EAC7-EE4C-0BC1-E61753CDC2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2" y="371230"/>
            <a:ext cx="1920228" cy="2188295"/>
          </a:xfrm>
          <a:prstGeom prst="rect">
            <a:avLst/>
          </a:prstGeom>
        </p:spPr>
      </p:pic>
      <p:pic>
        <p:nvPicPr>
          <p:cNvPr id="7" name="Immagine 6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554466EB-E07F-7057-90A8-FB326FF022B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0863"/>
          <a:stretch>
            <a:fillRect/>
          </a:stretch>
        </p:blipFill>
        <p:spPr>
          <a:xfrm>
            <a:off x="3416563" y="970989"/>
            <a:ext cx="2298298" cy="988777"/>
          </a:xfrm>
          <a:prstGeom prst="rect">
            <a:avLst/>
          </a:prstGeom>
        </p:spPr>
      </p:pic>
      <p:grpSp>
        <p:nvGrpSpPr>
          <p:cNvPr id="10" name="Gruppo 9">
            <a:extLst>
              <a:ext uri="{FF2B5EF4-FFF2-40B4-BE49-F238E27FC236}">
                <a16:creationId xmlns:a16="http://schemas.microsoft.com/office/drawing/2014/main" id="{14AA5CAA-B1E4-7793-5C6B-0AA28851CD5E}"/>
              </a:ext>
            </a:extLst>
          </p:cNvPr>
          <p:cNvGrpSpPr/>
          <p:nvPr/>
        </p:nvGrpSpPr>
        <p:grpSpPr>
          <a:xfrm>
            <a:off x="1076866" y="1257108"/>
            <a:ext cx="7108472" cy="5077103"/>
            <a:chOff x="813547" y="1790262"/>
            <a:chExt cx="2868372" cy="2063134"/>
          </a:xfrm>
        </p:grpSpPr>
        <p:pic>
          <p:nvPicPr>
            <p:cNvPr id="4" name="Immagine 3" descr="Immagine che contiene testo, schermata, Carattere&#10;&#10;Il contenuto generato dall'IA potrebbe non essere corretto.">
              <a:extLst>
                <a:ext uri="{FF2B5EF4-FFF2-40B4-BE49-F238E27FC236}">
                  <a16:creationId xmlns:a16="http://schemas.microsoft.com/office/drawing/2014/main" id="{6D0D2801-8550-EA3C-7E6C-75B96C65CF8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b="59256"/>
            <a:stretch>
              <a:fillRect/>
            </a:stretch>
          </p:blipFill>
          <p:spPr>
            <a:xfrm>
              <a:off x="813547" y="1790262"/>
              <a:ext cx="2656225" cy="102971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5" name="Immagine 4" descr="Immagine che contiene testo, schermata, Carattere&#10;&#10;Il contenuto generato dall'IA potrebbe non essere corretto.">
              <a:extLst>
                <a:ext uri="{FF2B5EF4-FFF2-40B4-BE49-F238E27FC236}">
                  <a16:creationId xmlns:a16="http://schemas.microsoft.com/office/drawing/2014/main" id="{61820C75-D243-445E-F59C-E911A43FD86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63735"/>
            <a:stretch>
              <a:fillRect/>
            </a:stretch>
          </p:blipFill>
          <p:spPr>
            <a:xfrm>
              <a:off x="813547" y="2863667"/>
              <a:ext cx="2868372" cy="98972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sp>
        <p:nvSpPr>
          <p:cNvPr id="3" name="Title 1">
            <a:extLst>
              <a:ext uri="{FF2B5EF4-FFF2-40B4-BE49-F238E27FC236}">
                <a16:creationId xmlns:a16="http://schemas.microsoft.com/office/drawing/2014/main" id="{CA78008E-FEE3-E53E-E21A-8DCE3A79582C}"/>
              </a:ext>
            </a:extLst>
          </p:cNvPr>
          <p:cNvSpPr txBox="1">
            <a:spLocks/>
          </p:cNvSpPr>
          <p:nvPr/>
        </p:nvSpPr>
        <p:spPr>
          <a:xfrm>
            <a:off x="748841" y="102264"/>
            <a:ext cx="7633742" cy="91609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1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dirty="0" err="1"/>
              <a:t>Raw</a:t>
            </a:r>
            <a:r>
              <a:rPr lang="it-IT" dirty="0"/>
              <a:t> </a:t>
            </a:r>
            <a:r>
              <a:rPr lang="it-IT" dirty="0" err="1"/>
              <a:t>function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566722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F0DAA1-BE3C-B759-38A3-6CF2080FB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Freeform 6">
            <a:extLst>
              <a:ext uri="{FF2B5EF4-FFF2-40B4-BE49-F238E27FC236}">
                <a16:creationId xmlns:a16="http://schemas.microsoft.com/office/drawing/2014/main" id="{B01DE773-B47E-C8B6-E58E-142D61D8E0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2667762" y="630936"/>
            <a:ext cx="3926681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it-IT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C754223-820C-55C6-DCCA-5584482321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D79CC4C-579F-8C7C-932F-3ECADF8C34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914399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D5BA66-A3AC-EA1F-C43F-DF284D2C6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593" y="3176833"/>
            <a:ext cx="7738813" cy="258153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 defTabSz="914400"/>
            <a:r>
              <a:rPr lang="en-US" sz="7000" spc="800"/>
              <a:t>Function Decomposition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C825429-2037-933B-193B-2AF02A7B5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9143999" cy="2907867"/>
          </a:xfrm>
          <a:prstGeom prst="rect">
            <a:avLst/>
          </a:pr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magine 8" descr="Immagine che contiene testo, schermata, Carattere, documento&#10;&#10;Il contenuto generato dall'IA potrebbe non essere corretto.">
            <a:extLst>
              <a:ext uri="{FF2B5EF4-FFF2-40B4-BE49-F238E27FC236}">
                <a16:creationId xmlns:a16="http://schemas.microsoft.com/office/drawing/2014/main" id="{0569BC64-6B69-711B-D767-DAC76373A3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2" y="371230"/>
            <a:ext cx="1920228" cy="2188295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0" name="Gruppo 9">
            <a:extLst>
              <a:ext uri="{FF2B5EF4-FFF2-40B4-BE49-F238E27FC236}">
                <a16:creationId xmlns:a16="http://schemas.microsoft.com/office/drawing/2014/main" id="{6B7C98FF-1D7E-3AA1-CD90-4951AA46D619}"/>
              </a:ext>
            </a:extLst>
          </p:cNvPr>
          <p:cNvGrpSpPr/>
          <p:nvPr/>
        </p:nvGrpSpPr>
        <p:grpSpPr>
          <a:xfrm>
            <a:off x="5956161" y="634306"/>
            <a:ext cx="2310870" cy="1662139"/>
            <a:chOff x="813547" y="1790262"/>
            <a:chExt cx="2868372" cy="2063134"/>
          </a:xfrm>
        </p:grpSpPr>
        <p:pic>
          <p:nvPicPr>
            <p:cNvPr id="4" name="Immagine 3" descr="Immagine che contiene testo, schermata, Carattere&#10;&#10;Il contenuto generato dall'IA potrebbe non essere corretto.">
              <a:extLst>
                <a:ext uri="{FF2B5EF4-FFF2-40B4-BE49-F238E27FC236}">
                  <a16:creationId xmlns:a16="http://schemas.microsoft.com/office/drawing/2014/main" id="{FE40FF2E-5EE7-8548-281A-8CCB2C3DD89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59256"/>
            <a:stretch>
              <a:fillRect/>
            </a:stretch>
          </p:blipFill>
          <p:spPr>
            <a:xfrm>
              <a:off x="813547" y="1790262"/>
              <a:ext cx="2656225" cy="102971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5" name="Immagine 4" descr="Immagine che contiene testo, schermata, Carattere&#10;&#10;Il contenuto generato dall'IA potrebbe non essere corretto.">
              <a:extLst>
                <a:ext uri="{FF2B5EF4-FFF2-40B4-BE49-F238E27FC236}">
                  <a16:creationId xmlns:a16="http://schemas.microsoft.com/office/drawing/2014/main" id="{65BAA9EB-E97A-97D6-43CC-9527008E46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63735"/>
            <a:stretch>
              <a:fillRect/>
            </a:stretch>
          </p:blipFill>
          <p:spPr>
            <a:xfrm>
              <a:off x="813547" y="2863667"/>
              <a:ext cx="2868372" cy="98972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sp>
        <p:nvSpPr>
          <p:cNvPr id="3" name="Title 1">
            <a:extLst>
              <a:ext uri="{FF2B5EF4-FFF2-40B4-BE49-F238E27FC236}">
                <a16:creationId xmlns:a16="http://schemas.microsoft.com/office/drawing/2014/main" id="{DF91910F-B7C3-FFBF-87F3-3A74E3C03B59}"/>
              </a:ext>
            </a:extLst>
          </p:cNvPr>
          <p:cNvSpPr txBox="1">
            <a:spLocks/>
          </p:cNvSpPr>
          <p:nvPr/>
        </p:nvSpPr>
        <p:spPr>
          <a:xfrm>
            <a:off x="748841" y="102264"/>
            <a:ext cx="7633742" cy="91609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1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dirty="0"/>
              <a:t>Funzioni minimali</a:t>
            </a:r>
          </a:p>
        </p:txBody>
      </p:sp>
      <p:pic>
        <p:nvPicPr>
          <p:cNvPr id="7" name="Immagine 6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3B7A644F-F8F2-88D3-EFC7-D86DBBE3A06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0863"/>
          <a:stretch>
            <a:fillRect/>
          </a:stretch>
        </p:blipFill>
        <p:spPr>
          <a:xfrm>
            <a:off x="268955" y="1728061"/>
            <a:ext cx="8724294" cy="375337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896963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78C7FC-3D79-9C2F-41FD-C73C6FD39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Freeform 6">
            <a:extLst>
              <a:ext uri="{FF2B5EF4-FFF2-40B4-BE49-F238E27FC236}">
                <a16:creationId xmlns:a16="http://schemas.microsoft.com/office/drawing/2014/main" id="{2E1CCC60-71B6-D3F1-CE4A-A665C205DF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2667762" y="630936"/>
            <a:ext cx="3926681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it-IT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6C610A6-0644-D860-4922-47FDD5F43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1E665E5-8E29-110E-C021-A9DCE29BD5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914399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3FDA60-F6C9-5AA7-8092-0C397E56C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593" y="3176833"/>
            <a:ext cx="7738813" cy="258153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 defTabSz="914400"/>
            <a:r>
              <a:rPr lang="en-US" sz="7000" spc="800"/>
              <a:t>Function Decomposition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28C2E55-9F1B-ADB4-9617-B1873AD7BF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9143999" cy="2907867"/>
          </a:xfrm>
          <a:prstGeom prst="rect">
            <a:avLst/>
          </a:pr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magine 6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E9889022-E0A2-C12D-513C-1019E5EC28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0863"/>
          <a:stretch>
            <a:fillRect/>
          </a:stretch>
        </p:blipFill>
        <p:spPr>
          <a:xfrm>
            <a:off x="3416563" y="970989"/>
            <a:ext cx="2298298" cy="988777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0" name="Gruppo 9">
            <a:extLst>
              <a:ext uri="{FF2B5EF4-FFF2-40B4-BE49-F238E27FC236}">
                <a16:creationId xmlns:a16="http://schemas.microsoft.com/office/drawing/2014/main" id="{F3C4C11B-91C9-7D25-D42E-D9537E1EA32E}"/>
              </a:ext>
            </a:extLst>
          </p:cNvPr>
          <p:cNvGrpSpPr/>
          <p:nvPr/>
        </p:nvGrpSpPr>
        <p:grpSpPr>
          <a:xfrm>
            <a:off x="5956161" y="634306"/>
            <a:ext cx="2310870" cy="1662139"/>
            <a:chOff x="813547" y="1790262"/>
            <a:chExt cx="2868372" cy="2063134"/>
          </a:xfrm>
        </p:grpSpPr>
        <p:pic>
          <p:nvPicPr>
            <p:cNvPr id="4" name="Immagine 3" descr="Immagine che contiene testo, schermata, Carattere&#10;&#10;Il contenuto generato dall'IA potrebbe non essere corretto.">
              <a:extLst>
                <a:ext uri="{FF2B5EF4-FFF2-40B4-BE49-F238E27FC236}">
                  <a16:creationId xmlns:a16="http://schemas.microsoft.com/office/drawing/2014/main" id="{96477231-B976-18EB-8F13-F643B2F466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59256"/>
            <a:stretch>
              <a:fillRect/>
            </a:stretch>
          </p:blipFill>
          <p:spPr>
            <a:xfrm>
              <a:off x="813547" y="1790262"/>
              <a:ext cx="2656225" cy="102971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5" name="Immagine 4" descr="Immagine che contiene testo, schermata, Carattere&#10;&#10;Il contenuto generato dall'IA potrebbe non essere corretto.">
              <a:extLst>
                <a:ext uri="{FF2B5EF4-FFF2-40B4-BE49-F238E27FC236}">
                  <a16:creationId xmlns:a16="http://schemas.microsoft.com/office/drawing/2014/main" id="{351FBF65-33BB-AD27-9D63-0B6E005ACC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63735"/>
            <a:stretch>
              <a:fillRect/>
            </a:stretch>
          </p:blipFill>
          <p:spPr>
            <a:xfrm>
              <a:off x="813547" y="2863667"/>
              <a:ext cx="2868372" cy="98972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pic>
        <p:nvPicPr>
          <p:cNvPr id="9" name="Immagine 8" descr="Immagine che contiene testo, schermata, Carattere, documento&#10;&#10;Il contenuto generato dall'IA potrebbe non essere corretto.">
            <a:extLst>
              <a:ext uri="{FF2B5EF4-FFF2-40B4-BE49-F238E27FC236}">
                <a16:creationId xmlns:a16="http://schemas.microsoft.com/office/drawing/2014/main" id="{E6F91BBA-1131-B74A-F4AC-AFFC30EC76C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712" b="45749"/>
          <a:stretch>
            <a:fillRect/>
          </a:stretch>
        </p:blipFill>
        <p:spPr>
          <a:xfrm>
            <a:off x="101014" y="1785757"/>
            <a:ext cx="8929396" cy="432875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8024C14-4A3B-03DB-BA79-062B5C9F4268}"/>
              </a:ext>
            </a:extLst>
          </p:cNvPr>
          <p:cNvSpPr txBox="1">
            <a:spLocks/>
          </p:cNvSpPr>
          <p:nvPr/>
        </p:nvSpPr>
        <p:spPr>
          <a:xfrm>
            <a:off x="748841" y="102264"/>
            <a:ext cx="7633742" cy="91609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1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dirty="0"/>
              <a:t>Funzioni composte</a:t>
            </a:r>
          </a:p>
        </p:txBody>
      </p:sp>
    </p:spTree>
    <p:extLst>
      <p:ext uri="{BB962C8B-B14F-4D97-AF65-F5344CB8AC3E}">
        <p14:creationId xmlns:p14="http://schemas.microsoft.com/office/powerpoint/2010/main" val="363321344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78980C-AA5F-0277-42CB-8A3D13DAE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Freeform 6">
            <a:extLst>
              <a:ext uri="{FF2B5EF4-FFF2-40B4-BE49-F238E27FC236}">
                <a16:creationId xmlns:a16="http://schemas.microsoft.com/office/drawing/2014/main" id="{B217C2AD-51B4-40CE-A71F-F5D3F846D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2667762" y="630936"/>
            <a:ext cx="3926681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it-IT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6F1BF92E-23CF-4BFE-9E1F-C359BACFA3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 useBgFill="1">
        <p:nvSpPr>
          <p:cNvPr id="68" name="Rectangle 67">
            <a:extLst>
              <a:ext uri="{FF2B5EF4-FFF2-40B4-BE49-F238E27FC236}">
                <a16:creationId xmlns:a16="http://schemas.microsoft.com/office/drawing/2014/main" id="{0E624BD9-62FB-467A-ACDC-4836ADC5FE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70" name="Freeform 13">
            <a:extLst>
              <a:ext uri="{FF2B5EF4-FFF2-40B4-BE49-F238E27FC236}">
                <a16:creationId xmlns:a16="http://schemas.microsoft.com/office/drawing/2014/main" id="{4C973920-672E-443D-8D2E-2D1E3853A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 flipH="1">
            <a:off x="106297" y="0"/>
            <a:ext cx="5842211" cy="6858000"/>
          </a:xfrm>
          <a:custGeom>
            <a:avLst/>
            <a:gdLst>
              <a:gd name="connsiteX0" fmla="*/ 9807836 w 9807836"/>
              <a:gd name="connsiteY0" fmla="*/ 0 h 6858000"/>
              <a:gd name="connsiteX1" fmla="*/ 0 w 9807836"/>
              <a:gd name="connsiteY1" fmla="*/ 0 h 6858000"/>
              <a:gd name="connsiteX2" fmla="*/ 26987 w 9807836"/>
              <a:gd name="connsiteY2" fmla="*/ 87312 h 6858000"/>
              <a:gd name="connsiteX3" fmla="*/ 52387 w 9807836"/>
              <a:gd name="connsiteY3" fmla="*/ 174625 h 6858000"/>
              <a:gd name="connsiteX4" fmla="*/ 77787 w 9807836"/>
              <a:gd name="connsiteY4" fmla="*/ 263525 h 6858000"/>
              <a:gd name="connsiteX5" fmla="*/ 100012 w 9807836"/>
              <a:gd name="connsiteY5" fmla="*/ 354012 h 6858000"/>
              <a:gd name="connsiteX6" fmla="*/ 127000 w 9807836"/>
              <a:gd name="connsiteY6" fmla="*/ 441325 h 6858000"/>
              <a:gd name="connsiteX7" fmla="*/ 155575 w 9807836"/>
              <a:gd name="connsiteY7" fmla="*/ 525462 h 6858000"/>
              <a:gd name="connsiteX8" fmla="*/ 192087 w 9807836"/>
              <a:gd name="connsiteY8" fmla="*/ 604837 h 6858000"/>
              <a:gd name="connsiteX9" fmla="*/ 234950 w 9807836"/>
              <a:gd name="connsiteY9" fmla="*/ 677862 h 6858000"/>
              <a:gd name="connsiteX10" fmla="*/ 282575 w 9807836"/>
              <a:gd name="connsiteY10" fmla="*/ 739775 h 6858000"/>
              <a:gd name="connsiteX11" fmla="*/ 334962 w 9807836"/>
              <a:gd name="connsiteY11" fmla="*/ 798512 h 6858000"/>
              <a:gd name="connsiteX12" fmla="*/ 395287 w 9807836"/>
              <a:gd name="connsiteY12" fmla="*/ 852487 h 6858000"/>
              <a:gd name="connsiteX13" fmla="*/ 458787 w 9807836"/>
              <a:gd name="connsiteY13" fmla="*/ 906462 h 6858000"/>
              <a:gd name="connsiteX14" fmla="*/ 525462 w 9807836"/>
              <a:gd name="connsiteY14" fmla="*/ 957262 h 6858000"/>
              <a:gd name="connsiteX15" fmla="*/ 592137 w 9807836"/>
              <a:gd name="connsiteY15" fmla="*/ 1008062 h 6858000"/>
              <a:gd name="connsiteX16" fmla="*/ 660400 w 9807836"/>
              <a:gd name="connsiteY16" fmla="*/ 1060450 h 6858000"/>
              <a:gd name="connsiteX17" fmla="*/ 725487 w 9807836"/>
              <a:gd name="connsiteY17" fmla="*/ 1111250 h 6858000"/>
              <a:gd name="connsiteX18" fmla="*/ 787400 w 9807836"/>
              <a:gd name="connsiteY18" fmla="*/ 1165225 h 6858000"/>
              <a:gd name="connsiteX19" fmla="*/ 844550 w 9807836"/>
              <a:gd name="connsiteY19" fmla="*/ 1223962 h 6858000"/>
              <a:gd name="connsiteX20" fmla="*/ 896937 w 9807836"/>
              <a:gd name="connsiteY20" fmla="*/ 1282700 h 6858000"/>
              <a:gd name="connsiteX21" fmla="*/ 939800 w 9807836"/>
              <a:gd name="connsiteY21" fmla="*/ 1346200 h 6858000"/>
              <a:gd name="connsiteX22" fmla="*/ 976312 w 9807836"/>
              <a:gd name="connsiteY22" fmla="*/ 1417637 h 6858000"/>
              <a:gd name="connsiteX23" fmla="*/ 998537 w 9807836"/>
              <a:gd name="connsiteY23" fmla="*/ 1487487 h 6858000"/>
              <a:gd name="connsiteX24" fmla="*/ 1012825 w 9807836"/>
              <a:gd name="connsiteY24" fmla="*/ 1565275 h 6858000"/>
              <a:gd name="connsiteX25" fmla="*/ 1019175 w 9807836"/>
              <a:gd name="connsiteY25" fmla="*/ 1641475 h 6858000"/>
              <a:gd name="connsiteX26" fmla="*/ 1017587 w 9807836"/>
              <a:gd name="connsiteY26" fmla="*/ 1722437 h 6858000"/>
              <a:gd name="connsiteX27" fmla="*/ 1011237 w 9807836"/>
              <a:gd name="connsiteY27" fmla="*/ 1803400 h 6858000"/>
              <a:gd name="connsiteX28" fmla="*/ 1003300 w 9807836"/>
              <a:gd name="connsiteY28" fmla="*/ 1887537 h 6858000"/>
              <a:gd name="connsiteX29" fmla="*/ 992187 w 9807836"/>
              <a:gd name="connsiteY29" fmla="*/ 1971675 h 6858000"/>
              <a:gd name="connsiteX30" fmla="*/ 979487 w 9807836"/>
              <a:gd name="connsiteY30" fmla="*/ 2055812 h 6858000"/>
              <a:gd name="connsiteX31" fmla="*/ 969962 w 9807836"/>
              <a:gd name="connsiteY31" fmla="*/ 2139950 h 6858000"/>
              <a:gd name="connsiteX32" fmla="*/ 963612 w 9807836"/>
              <a:gd name="connsiteY32" fmla="*/ 2224087 h 6858000"/>
              <a:gd name="connsiteX33" fmla="*/ 958850 w 9807836"/>
              <a:gd name="connsiteY33" fmla="*/ 2305050 h 6858000"/>
              <a:gd name="connsiteX34" fmla="*/ 963612 w 9807836"/>
              <a:gd name="connsiteY34" fmla="*/ 2384425 h 6858000"/>
              <a:gd name="connsiteX35" fmla="*/ 973137 w 9807836"/>
              <a:gd name="connsiteY35" fmla="*/ 2462212 h 6858000"/>
              <a:gd name="connsiteX36" fmla="*/ 993775 w 9807836"/>
              <a:gd name="connsiteY36" fmla="*/ 2543175 h 6858000"/>
              <a:gd name="connsiteX37" fmla="*/ 1025525 w 9807836"/>
              <a:gd name="connsiteY37" fmla="*/ 2622550 h 6858000"/>
              <a:gd name="connsiteX38" fmla="*/ 1063625 w 9807836"/>
              <a:gd name="connsiteY38" fmla="*/ 2701925 h 6858000"/>
              <a:gd name="connsiteX39" fmla="*/ 1106487 w 9807836"/>
              <a:gd name="connsiteY39" fmla="*/ 2781300 h 6858000"/>
              <a:gd name="connsiteX40" fmla="*/ 1150937 w 9807836"/>
              <a:gd name="connsiteY40" fmla="*/ 2859087 h 6858000"/>
              <a:gd name="connsiteX41" fmla="*/ 1198562 w 9807836"/>
              <a:gd name="connsiteY41" fmla="*/ 2938462 h 6858000"/>
              <a:gd name="connsiteX42" fmla="*/ 1241425 w 9807836"/>
              <a:gd name="connsiteY42" fmla="*/ 3017837 h 6858000"/>
              <a:gd name="connsiteX43" fmla="*/ 1284288 w 9807836"/>
              <a:gd name="connsiteY43" fmla="*/ 3098800 h 6858000"/>
              <a:gd name="connsiteX44" fmla="*/ 1320800 w 9807836"/>
              <a:gd name="connsiteY44" fmla="*/ 3179762 h 6858000"/>
              <a:gd name="connsiteX45" fmla="*/ 1349375 w 9807836"/>
              <a:gd name="connsiteY45" fmla="*/ 3260725 h 6858000"/>
              <a:gd name="connsiteX46" fmla="*/ 1365250 w 9807836"/>
              <a:gd name="connsiteY46" fmla="*/ 3343275 h 6858000"/>
              <a:gd name="connsiteX47" fmla="*/ 1374775 w 9807836"/>
              <a:gd name="connsiteY47" fmla="*/ 3429000 h 6858000"/>
              <a:gd name="connsiteX48" fmla="*/ 1365250 w 9807836"/>
              <a:gd name="connsiteY48" fmla="*/ 3514725 h 6858000"/>
              <a:gd name="connsiteX49" fmla="*/ 1349375 w 9807836"/>
              <a:gd name="connsiteY49" fmla="*/ 3597275 h 6858000"/>
              <a:gd name="connsiteX50" fmla="*/ 1320800 w 9807836"/>
              <a:gd name="connsiteY50" fmla="*/ 3678237 h 6858000"/>
              <a:gd name="connsiteX51" fmla="*/ 1284288 w 9807836"/>
              <a:gd name="connsiteY51" fmla="*/ 3759200 h 6858000"/>
              <a:gd name="connsiteX52" fmla="*/ 1241425 w 9807836"/>
              <a:gd name="connsiteY52" fmla="*/ 3840162 h 6858000"/>
              <a:gd name="connsiteX53" fmla="*/ 1198562 w 9807836"/>
              <a:gd name="connsiteY53" fmla="*/ 3919537 h 6858000"/>
              <a:gd name="connsiteX54" fmla="*/ 1150937 w 9807836"/>
              <a:gd name="connsiteY54" fmla="*/ 3998912 h 6858000"/>
              <a:gd name="connsiteX55" fmla="*/ 1106487 w 9807836"/>
              <a:gd name="connsiteY55" fmla="*/ 4076700 h 6858000"/>
              <a:gd name="connsiteX56" fmla="*/ 1063625 w 9807836"/>
              <a:gd name="connsiteY56" fmla="*/ 4156075 h 6858000"/>
              <a:gd name="connsiteX57" fmla="*/ 1025525 w 9807836"/>
              <a:gd name="connsiteY57" fmla="*/ 4235450 h 6858000"/>
              <a:gd name="connsiteX58" fmla="*/ 993775 w 9807836"/>
              <a:gd name="connsiteY58" fmla="*/ 4314825 h 6858000"/>
              <a:gd name="connsiteX59" fmla="*/ 973137 w 9807836"/>
              <a:gd name="connsiteY59" fmla="*/ 4395787 h 6858000"/>
              <a:gd name="connsiteX60" fmla="*/ 963612 w 9807836"/>
              <a:gd name="connsiteY60" fmla="*/ 4473575 h 6858000"/>
              <a:gd name="connsiteX61" fmla="*/ 958850 w 9807836"/>
              <a:gd name="connsiteY61" fmla="*/ 4552950 h 6858000"/>
              <a:gd name="connsiteX62" fmla="*/ 963612 w 9807836"/>
              <a:gd name="connsiteY62" fmla="*/ 4633912 h 6858000"/>
              <a:gd name="connsiteX63" fmla="*/ 969962 w 9807836"/>
              <a:gd name="connsiteY63" fmla="*/ 4718050 h 6858000"/>
              <a:gd name="connsiteX64" fmla="*/ 979487 w 9807836"/>
              <a:gd name="connsiteY64" fmla="*/ 4802187 h 6858000"/>
              <a:gd name="connsiteX65" fmla="*/ 992187 w 9807836"/>
              <a:gd name="connsiteY65" fmla="*/ 4886325 h 6858000"/>
              <a:gd name="connsiteX66" fmla="*/ 1003300 w 9807836"/>
              <a:gd name="connsiteY66" fmla="*/ 4970462 h 6858000"/>
              <a:gd name="connsiteX67" fmla="*/ 1011237 w 9807836"/>
              <a:gd name="connsiteY67" fmla="*/ 5054600 h 6858000"/>
              <a:gd name="connsiteX68" fmla="*/ 1017587 w 9807836"/>
              <a:gd name="connsiteY68" fmla="*/ 5135562 h 6858000"/>
              <a:gd name="connsiteX69" fmla="*/ 1019175 w 9807836"/>
              <a:gd name="connsiteY69" fmla="*/ 5216525 h 6858000"/>
              <a:gd name="connsiteX70" fmla="*/ 1012825 w 9807836"/>
              <a:gd name="connsiteY70" fmla="*/ 5292725 h 6858000"/>
              <a:gd name="connsiteX71" fmla="*/ 998537 w 9807836"/>
              <a:gd name="connsiteY71" fmla="*/ 5370512 h 6858000"/>
              <a:gd name="connsiteX72" fmla="*/ 976312 w 9807836"/>
              <a:gd name="connsiteY72" fmla="*/ 5440362 h 6858000"/>
              <a:gd name="connsiteX73" fmla="*/ 939800 w 9807836"/>
              <a:gd name="connsiteY73" fmla="*/ 5511800 h 6858000"/>
              <a:gd name="connsiteX74" fmla="*/ 896937 w 9807836"/>
              <a:gd name="connsiteY74" fmla="*/ 5575300 h 6858000"/>
              <a:gd name="connsiteX75" fmla="*/ 844550 w 9807836"/>
              <a:gd name="connsiteY75" fmla="*/ 5634037 h 6858000"/>
              <a:gd name="connsiteX76" fmla="*/ 787400 w 9807836"/>
              <a:gd name="connsiteY76" fmla="*/ 5692775 h 6858000"/>
              <a:gd name="connsiteX77" fmla="*/ 725487 w 9807836"/>
              <a:gd name="connsiteY77" fmla="*/ 5746750 h 6858000"/>
              <a:gd name="connsiteX78" fmla="*/ 660400 w 9807836"/>
              <a:gd name="connsiteY78" fmla="*/ 5797550 h 6858000"/>
              <a:gd name="connsiteX79" fmla="*/ 592137 w 9807836"/>
              <a:gd name="connsiteY79" fmla="*/ 5849937 h 6858000"/>
              <a:gd name="connsiteX80" fmla="*/ 525462 w 9807836"/>
              <a:gd name="connsiteY80" fmla="*/ 5900737 h 6858000"/>
              <a:gd name="connsiteX81" fmla="*/ 458787 w 9807836"/>
              <a:gd name="connsiteY81" fmla="*/ 5951537 h 6858000"/>
              <a:gd name="connsiteX82" fmla="*/ 395287 w 9807836"/>
              <a:gd name="connsiteY82" fmla="*/ 6005512 h 6858000"/>
              <a:gd name="connsiteX83" fmla="*/ 334962 w 9807836"/>
              <a:gd name="connsiteY83" fmla="*/ 6059487 h 6858000"/>
              <a:gd name="connsiteX84" fmla="*/ 282575 w 9807836"/>
              <a:gd name="connsiteY84" fmla="*/ 6118225 h 6858000"/>
              <a:gd name="connsiteX85" fmla="*/ 234950 w 9807836"/>
              <a:gd name="connsiteY85" fmla="*/ 6180137 h 6858000"/>
              <a:gd name="connsiteX86" fmla="*/ 192087 w 9807836"/>
              <a:gd name="connsiteY86" fmla="*/ 6253162 h 6858000"/>
              <a:gd name="connsiteX87" fmla="*/ 155575 w 9807836"/>
              <a:gd name="connsiteY87" fmla="*/ 6332537 h 6858000"/>
              <a:gd name="connsiteX88" fmla="*/ 127000 w 9807836"/>
              <a:gd name="connsiteY88" fmla="*/ 6416675 h 6858000"/>
              <a:gd name="connsiteX89" fmla="*/ 100012 w 9807836"/>
              <a:gd name="connsiteY89" fmla="*/ 6503987 h 6858000"/>
              <a:gd name="connsiteX90" fmla="*/ 77787 w 9807836"/>
              <a:gd name="connsiteY90" fmla="*/ 6594475 h 6858000"/>
              <a:gd name="connsiteX91" fmla="*/ 52387 w 9807836"/>
              <a:gd name="connsiteY91" fmla="*/ 6683375 h 6858000"/>
              <a:gd name="connsiteX92" fmla="*/ 26987 w 9807836"/>
              <a:gd name="connsiteY92" fmla="*/ 6770687 h 6858000"/>
              <a:gd name="connsiteX93" fmla="*/ 0 w 9807836"/>
              <a:gd name="connsiteY93" fmla="*/ 6858000 h 6858000"/>
              <a:gd name="connsiteX94" fmla="*/ 9807836 w 9807836"/>
              <a:gd name="connsiteY94" fmla="*/ 6858000 h 6858000"/>
              <a:gd name="connsiteX95" fmla="*/ 9807836 w 9807836"/>
              <a:gd name="connsiteY9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</a:cxnLst>
            <a:rect l="l" t="t" r="r" b="b"/>
            <a:pathLst>
              <a:path w="9807836" h="6858000">
                <a:moveTo>
                  <a:pt x="9807836" y="0"/>
                </a:moveTo>
                <a:lnTo>
                  <a:pt x="0" y="0"/>
                </a:lnTo>
                <a:lnTo>
                  <a:pt x="26987" y="87312"/>
                </a:lnTo>
                <a:lnTo>
                  <a:pt x="52387" y="174625"/>
                </a:lnTo>
                <a:lnTo>
                  <a:pt x="77787" y="263525"/>
                </a:lnTo>
                <a:lnTo>
                  <a:pt x="100012" y="354012"/>
                </a:lnTo>
                <a:lnTo>
                  <a:pt x="127000" y="441325"/>
                </a:lnTo>
                <a:lnTo>
                  <a:pt x="155575" y="525462"/>
                </a:lnTo>
                <a:lnTo>
                  <a:pt x="192087" y="604837"/>
                </a:lnTo>
                <a:lnTo>
                  <a:pt x="234950" y="677862"/>
                </a:lnTo>
                <a:lnTo>
                  <a:pt x="282575" y="739775"/>
                </a:lnTo>
                <a:lnTo>
                  <a:pt x="334962" y="798512"/>
                </a:lnTo>
                <a:lnTo>
                  <a:pt x="395287" y="852487"/>
                </a:lnTo>
                <a:lnTo>
                  <a:pt x="458787" y="906462"/>
                </a:lnTo>
                <a:lnTo>
                  <a:pt x="525462" y="957262"/>
                </a:lnTo>
                <a:lnTo>
                  <a:pt x="592137" y="1008062"/>
                </a:lnTo>
                <a:lnTo>
                  <a:pt x="660400" y="1060450"/>
                </a:lnTo>
                <a:lnTo>
                  <a:pt x="725487" y="1111250"/>
                </a:lnTo>
                <a:lnTo>
                  <a:pt x="787400" y="1165225"/>
                </a:lnTo>
                <a:lnTo>
                  <a:pt x="844550" y="1223962"/>
                </a:lnTo>
                <a:lnTo>
                  <a:pt x="896937" y="1282700"/>
                </a:lnTo>
                <a:lnTo>
                  <a:pt x="939800" y="1346200"/>
                </a:lnTo>
                <a:lnTo>
                  <a:pt x="976312" y="1417637"/>
                </a:lnTo>
                <a:lnTo>
                  <a:pt x="998537" y="1487487"/>
                </a:lnTo>
                <a:lnTo>
                  <a:pt x="1012825" y="1565275"/>
                </a:lnTo>
                <a:lnTo>
                  <a:pt x="1019175" y="1641475"/>
                </a:lnTo>
                <a:lnTo>
                  <a:pt x="1017587" y="1722437"/>
                </a:lnTo>
                <a:lnTo>
                  <a:pt x="1011237" y="1803400"/>
                </a:lnTo>
                <a:lnTo>
                  <a:pt x="1003300" y="1887537"/>
                </a:lnTo>
                <a:lnTo>
                  <a:pt x="992187" y="1971675"/>
                </a:lnTo>
                <a:lnTo>
                  <a:pt x="979487" y="2055812"/>
                </a:lnTo>
                <a:lnTo>
                  <a:pt x="969962" y="2139950"/>
                </a:lnTo>
                <a:lnTo>
                  <a:pt x="963612" y="2224087"/>
                </a:lnTo>
                <a:lnTo>
                  <a:pt x="958850" y="2305050"/>
                </a:lnTo>
                <a:lnTo>
                  <a:pt x="963612" y="2384425"/>
                </a:lnTo>
                <a:lnTo>
                  <a:pt x="973137" y="2462212"/>
                </a:lnTo>
                <a:lnTo>
                  <a:pt x="993775" y="2543175"/>
                </a:lnTo>
                <a:lnTo>
                  <a:pt x="1025525" y="2622550"/>
                </a:lnTo>
                <a:lnTo>
                  <a:pt x="1063625" y="2701925"/>
                </a:lnTo>
                <a:lnTo>
                  <a:pt x="1106487" y="2781300"/>
                </a:lnTo>
                <a:lnTo>
                  <a:pt x="1150937" y="2859087"/>
                </a:lnTo>
                <a:lnTo>
                  <a:pt x="1198562" y="2938462"/>
                </a:lnTo>
                <a:lnTo>
                  <a:pt x="1241425" y="3017837"/>
                </a:lnTo>
                <a:lnTo>
                  <a:pt x="1284288" y="3098800"/>
                </a:lnTo>
                <a:lnTo>
                  <a:pt x="1320800" y="3179762"/>
                </a:lnTo>
                <a:lnTo>
                  <a:pt x="1349375" y="3260725"/>
                </a:lnTo>
                <a:lnTo>
                  <a:pt x="1365250" y="3343275"/>
                </a:lnTo>
                <a:lnTo>
                  <a:pt x="1374775" y="3429000"/>
                </a:lnTo>
                <a:lnTo>
                  <a:pt x="1365250" y="3514725"/>
                </a:lnTo>
                <a:lnTo>
                  <a:pt x="1349375" y="3597275"/>
                </a:lnTo>
                <a:lnTo>
                  <a:pt x="1320800" y="3678237"/>
                </a:lnTo>
                <a:lnTo>
                  <a:pt x="1284288" y="3759200"/>
                </a:lnTo>
                <a:lnTo>
                  <a:pt x="1241425" y="3840162"/>
                </a:lnTo>
                <a:lnTo>
                  <a:pt x="1198562" y="3919537"/>
                </a:lnTo>
                <a:lnTo>
                  <a:pt x="1150937" y="3998912"/>
                </a:lnTo>
                <a:lnTo>
                  <a:pt x="1106487" y="4076700"/>
                </a:lnTo>
                <a:lnTo>
                  <a:pt x="1063625" y="4156075"/>
                </a:lnTo>
                <a:lnTo>
                  <a:pt x="1025525" y="4235450"/>
                </a:lnTo>
                <a:lnTo>
                  <a:pt x="993775" y="4314825"/>
                </a:lnTo>
                <a:lnTo>
                  <a:pt x="973137" y="4395787"/>
                </a:lnTo>
                <a:lnTo>
                  <a:pt x="963612" y="4473575"/>
                </a:lnTo>
                <a:lnTo>
                  <a:pt x="958850" y="4552950"/>
                </a:lnTo>
                <a:lnTo>
                  <a:pt x="963612" y="4633912"/>
                </a:lnTo>
                <a:lnTo>
                  <a:pt x="969962" y="4718050"/>
                </a:lnTo>
                <a:lnTo>
                  <a:pt x="979487" y="4802187"/>
                </a:lnTo>
                <a:lnTo>
                  <a:pt x="992187" y="4886325"/>
                </a:lnTo>
                <a:lnTo>
                  <a:pt x="1003300" y="4970462"/>
                </a:lnTo>
                <a:lnTo>
                  <a:pt x="1011237" y="5054600"/>
                </a:lnTo>
                <a:lnTo>
                  <a:pt x="1017587" y="5135562"/>
                </a:lnTo>
                <a:lnTo>
                  <a:pt x="1019175" y="5216525"/>
                </a:lnTo>
                <a:lnTo>
                  <a:pt x="1012825" y="5292725"/>
                </a:lnTo>
                <a:lnTo>
                  <a:pt x="998537" y="5370512"/>
                </a:lnTo>
                <a:lnTo>
                  <a:pt x="976312" y="5440362"/>
                </a:lnTo>
                <a:lnTo>
                  <a:pt x="939800" y="5511800"/>
                </a:lnTo>
                <a:lnTo>
                  <a:pt x="896937" y="5575300"/>
                </a:lnTo>
                <a:lnTo>
                  <a:pt x="844550" y="5634037"/>
                </a:lnTo>
                <a:lnTo>
                  <a:pt x="787400" y="5692775"/>
                </a:lnTo>
                <a:lnTo>
                  <a:pt x="725487" y="5746750"/>
                </a:lnTo>
                <a:lnTo>
                  <a:pt x="660400" y="5797550"/>
                </a:lnTo>
                <a:lnTo>
                  <a:pt x="592137" y="5849937"/>
                </a:lnTo>
                <a:lnTo>
                  <a:pt x="525462" y="5900737"/>
                </a:lnTo>
                <a:lnTo>
                  <a:pt x="458787" y="5951537"/>
                </a:lnTo>
                <a:lnTo>
                  <a:pt x="395287" y="6005512"/>
                </a:lnTo>
                <a:lnTo>
                  <a:pt x="334962" y="6059487"/>
                </a:lnTo>
                <a:lnTo>
                  <a:pt x="282575" y="6118225"/>
                </a:lnTo>
                <a:lnTo>
                  <a:pt x="234950" y="6180137"/>
                </a:lnTo>
                <a:lnTo>
                  <a:pt x="192087" y="6253162"/>
                </a:lnTo>
                <a:lnTo>
                  <a:pt x="155575" y="6332537"/>
                </a:lnTo>
                <a:lnTo>
                  <a:pt x="127000" y="6416675"/>
                </a:lnTo>
                <a:lnTo>
                  <a:pt x="100012" y="6503987"/>
                </a:lnTo>
                <a:lnTo>
                  <a:pt x="77787" y="6594475"/>
                </a:lnTo>
                <a:lnTo>
                  <a:pt x="52387" y="6683375"/>
                </a:lnTo>
                <a:lnTo>
                  <a:pt x="26987" y="6770687"/>
                </a:lnTo>
                <a:lnTo>
                  <a:pt x="0" y="6858000"/>
                </a:lnTo>
                <a:lnTo>
                  <a:pt x="9807836" y="6858000"/>
                </a:lnTo>
                <a:lnTo>
                  <a:pt x="9807836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it-IT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EC520C-D8BC-C4CC-9A75-6893F2A3E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195" y="1231894"/>
            <a:ext cx="4117607" cy="433917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defTabSz="914400"/>
            <a:r>
              <a:rPr lang="en-US" sz="3100" spc="800" dirty="0" err="1">
                <a:solidFill>
                  <a:srgbClr val="2A1A00"/>
                </a:solidFill>
              </a:rPr>
              <a:t>Orientamento</a:t>
            </a:r>
            <a:r>
              <a:rPr lang="en-US" sz="3100" spc="800" dirty="0">
                <a:solidFill>
                  <a:srgbClr val="2A1A00"/>
                </a:solidFill>
              </a:rPr>
              <a:t> a </a:t>
            </a:r>
            <a:r>
              <a:rPr lang="en-US" sz="3100" spc="800" dirty="0" err="1">
                <a:solidFill>
                  <a:srgbClr val="2A1A00"/>
                </a:solidFill>
              </a:rPr>
              <a:t>oggetti</a:t>
            </a:r>
            <a:endParaRPr lang="en-US" sz="3100" spc="800" dirty="0">
              <a:solidFill>
                <a:srgbClr val="2A1A00"/>
              </a:solidFill>
            </a:endParaRPr>
          </a:p>
        </p:txBody>
      </p:sp>
      <p:sp>
        <p:nvSpPr>
          <p:cNvPr id="77" name="Rectangle 71">
            <a:extLst>
              <a:ext uri="{FF2B5EF4-FFF2-40B4-BE49-F238E27FC236}">
                <a16:creationId xmlns:a16="http://schemas.microsoft.com/office/drawing/2014/main" id="{4363DD75-42D3-453C-A84D-D18B4215C9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12598" cy="6858000"/>
          </a:xfrm>
          <a:prstGeom prst="rect">
            <a:avLst/>
          </a:prstGeom>
          <a:solidFill>
            <a:srgbClr val="2A1A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pic>
        <p:nvPicPr>
          <p:cNvPr id="6" name="Immagine 5" descr="Immagine che contiene testo, schermata, Carattere, documento&#10;&#10;Il contenuto generato dall'IA potrebbe non essere corretto.">
            <a:extLst>
              <a:ext uri="{FF2B5EF4-FFF2-40B4-BE49-F238E27FC236}">
                <a16:creationId xmlns:a16="http://schemas.microsoft.com/office/drawing/2014/main" id="{524553DB-C0D2-5A46-ADAE-5AD4AFDF23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1970"/>
          <a:stretch>
            <a:fillRect/>
          </a:stretch>
        </p:blipFill>
        <p:spPr>
          <a:xfrm>
            <a:off x="5664708" y="2150000"/>
            <a:ext cx="2996694" cy="256254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037037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84836C-9F5B-7AC7-AE37-8C83C4B92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Freeform 6">
            <a:extLst>
              <a:ext uri="{FF2B5EF4-FFF2-40B4-BE49-F238E27FC236}">
                <a16:creationId xmlns:a16="http://schemas.microsoft.com/office/drawing/2014/main" id="{AD428F73-35E5-BDC9-913F-125921128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2667762" y="630936"/>
            <a:ext cx="3926681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it-IT"/>
          </a:p>
        </p:txBody>
      </p:sp>
      <p:sp>
        <p:nvSpPr>
          <p:cNvPr id="57" name="Rectangle 48">
            <a:extLst>
              <a:ext uri="{FF2B5EF4-FFF2-40B4-BE49-F238E27FC236}">
                <a16:creationId xmlns:a16="http://schemas.microsoft.com/office/drawing/2014/main" id="{8D8E7B4B-9E68-BAC9-9663-CC7BD307F2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 useBgFill="1">
        <p:nvSpPr>
          <p:cNvPr id="58" name="Rectangle 50">
            <a:extLst>
              <a:ext uri="{FF2B5EF4-FFF2-40B4-BE49-F238E27FC236}">
                <a16:creationId xmlns:a16="http://schemas.microsoft.com/office/drawing/2014/main" id="{E5DEE0A6-3D9D-297A-6003-10F3392F0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9" name="Freeform 13">
            <a:extLst>
              <a:ext uri="{FF2B5EF4-FFF2-40B4-BE49-F238E27FC236}">
                <a16:creationId xmlns:a16="http://schemas.microsoft.com/office/drawing/2014/main" id="{01C75937-BA75-94D0-8AAE-3F82AE2FC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 flipH="1">
            <a:off x="106297" y="0"/>
            <a:ext cx="5842211" cy="6858000"/>
          </a:xfrm>
          <a:custGeom>
            <a:avLst/>
            <a:gdLst>
              <a:gd name="connsiteX0" fmla="*/ 9807836 w 9807836"/>
              <a:gd name="connsiteY0" fmla="*/ 0 h 6858000"/>
              <a:gd name="connsiteX1" fmla="*/ 0 w 9807836"/>
              <a:gd name="connsiteY1" fmla="*/ 0 h 6858000"/>
              <a:gd name="connsiteX2" fmla="*/ 26987 w 9807836"/>
              <a:gd name="connsiteY2" fmla="*/ 87312 h 6858000"/>
              <a:gd name="connsiteX3" fmla="*/ 52387 w 9807836"/>
              <a:gd name="connsiteY3" fmla="*/ 174625 h 6858000"/>
              <a:gd name="connsiteX4" fmla="*/ 77787 w 9807836"/>
              <a:gd name="connsiteY4" fmla="*/ 263525 h 6858000"/>
              <a:gd name="connsiteX5" fmla="*/ 100012 w 9807836"/>
              <a:gd name="connsiteY5" fmla="*/ 354012 h 6858000"/>
              <a:gd name="connsiteX6" fmla="*/ 127000 w 9807836"/>
              <a:gd name="connsiteY6" fmla="*/ 441325 h 6858000"/>
              <a:gd name="connsiteX7" fmla="*/ 155575 w 9807836"/>
              <a:gd name="connsiteY7" fmla="*/ 525462 h 6858000"/>
              <a:gd name="connsiteX8" fmla="*/ 192087 w 9807836"/>
              <a:gd name="connsiteY8" fmla="*/ 604837 h 6858000"/>
              <a:gd name="connsiteX9" fmla="*/ 234950 w 9807836"/>
              <a:gd name="connsiteY9" fmla="*/ 677862 h 6858000"/>
              <a:gd name="connsiteX10" fmla="*/ 282575 w 9807836"/>
              <a:gd name="connsiteY10" fmla="*/ 739775 h 6858000"/>
              <a:gd name="connsiteX11" fmla="*/ 334962 w 9807836"/>
              <a:gd name="connsiteY11" fmla="*/ 798512 h 6858000"/>
              <a:gd name="connsiteX12" fmla="*/ 395287 w 9807836"/>
              <a:gd name="connsiteY12" fmla="*/ 852487 h 6858000"/>
              <a:gd name="connsiteX13" fmla="*/ 458787 w 9807836"/>
              <a:gd name="connsiteY13" fmla="*/ 906462 h 6858000"/>
              <a:gd name="connsiteX14" fmla="*/ 525462 w 9807836"/>
              <a:gd name="connsiteY14" fmla="*/ 957262 h 6858000"/>
              <a:gd name="connsiteX15" fmla="*/ 592137 w 9807836"/>
              <a:gd name="connsiteY15" fmla="*/ 1008062 h 6858000"/>
              <a:gd name="connsiteX16" fmla="*/ 660400 w 9807836"/>
              <a:gd name="connsiteY16" fmla="*/ 1060450 h 6858000"/>
              <a:gd name="connsiteX17" fmla="*/ 725487 w 9807836"/>
              <a:gd name="connsiteY17" fmla="*/ 1111250 h 6858000"/>
              <a:gd name="connsiteX18" fmla="*/ 787400 w 9807836"/>
              <a:gd name="connsiteY18" fmla="*/ 1165225 h 6858000"/>
              <a:gd name="connsiteX19" fmla="*/ 844550 w 9807836"/>
              <a:gd name="connsiteY19" fmla="*/ 1223962 h 6858000"/>
              <a:gd name="connsiteX20" fmla="*/ 896937 w 9807836"/>
              <a:gd name="connsiteY20" fmla="*/ 1282700 h 6858000"/>
              <a:gd name="connsiteX21" fmla="*/ 939800 w 9807836"/>
              <a:gd name="connsiteY21" fmla="*/ 1346200 h 6858000"/>
              <a:gd name="connsiteX22" fmla="*/ 976312 w 9807836"/>
              <a:gd name="connsiteY22" fmla="*/ 1417637 h 6858000"/>
              <a:gd name="connsiteX23" fmla="*/ 998537 w 9807836"/>
              <a:gd name="connsiteY23" fmla="*/ 1487487 h 6858000"/>
              <a:gd name="connsiteX24" fmla="*/ 1012825 w 9807836"/>
              <a:gd name="connsiteY24" fmla="*/ 1565275 h 6858000"/>
              <a:gd name="connsiteX25" fmla="*/ 1019175 w 9807836"/>
              <a:gd name="connsiteY25" fmla="*/ 1641475 h 6858000"/>
              <a:gd name="connsiteX26" fmla="*/ 1017587 w 9807836"/>
              <a:gd name="connsiteY26" fmla="*/ 1722437 h 6858000"/>
              <a:gd name="connsiteX27" fmla="*/ 1011237 w 9807836"/>
              <a:gd name="connsiteY27" fmla="*/ 1803400 h 6858000"/>
              <a:gd name="connsiteX28" fmla="*/ 1003300 w 9807836"/>
              <a:gd name="connsiteY28" fmla="*/ 1887537 h 6858000"/>
              <a:gd name="connsiteX29" fmla="*/ 992187 w 9807836"/>
              <a:gd name="connsiteY29" fmla="*/ 1971675 h 6858000"/>
              <a:gd name="connsiteX30" fmla="*/ 979487 w 9807836"/>
              <a:gd name="connsiteY30" fmla="*/ 2055812 h 6858000"/>
              <a:gd name="connsiteX31" fmla="*/ 969962 w 9807836"/>
              <a:gd name="connsiteY31" fmla="*/ 2139950 h 6858000"/>
              <a:gd name="connsiteX32" fmla="*/ 963612 w 9807836"/>
              <a:gd name="connsiteY32" fmla="*/ 2224087 h 6858000"/>
              <a:gd name="connsiteX33" fmla="*/ 958850 w 9807836"/>
              <a:gd name="connsiteY33" fmla="*/ 2305050 h 6858000"/>
              <a:gd name="connsiteX34" fmla="*/ 963612 w 9807836"/>
              <a:gd name="connsiteY34" fmla="*/ 2384425 h 6858000"/>
              <a:gd name="connsiteX35" fmla="*/ 973137 w 9807836"/>
              <a:gd name="connsiteY35" fmla="*/ 2462212 h 6858000"/>
              <a:gd name="connsiteX36" fmla="*/ 993775 w 9807836"/>
              <a:gd name="connsiteY36" fmla="*/ 2543175 h 6858000"/>
              <a:gd name="connsiteX37" fmla="*/ 1025525 w 9807836"/>
              <a:gd name="connsiteY37" fmla="*/ 2622550 h 6858000"/>
              <a:gd name="connsiteX38" fmla="*/ 1063625 w 9807836"/>
              <a:gd name="connsiteY38" fmla="*/ 2701925 h 6858000"/>
              <a:gd name="connsiteX39" fmla="*/ 1106487 w 9807836"/>
              <a:gd name="connsiteY39" fmla="*/ 2781300 h 6858000"/>
              <a:gd name="connsiteX40" fmla="*/ 1150937 w 9807836"/>
              <a:gd name="connsiteY40" fmla="*/ 2859087 h 6858000"/>
              <a:gd name="connsiteX41" fmla="*/ 1198562 w 9807836"/>
              <a:gd name="connsiteY41" fmla="*/ 2938462 h 6858000"/>
              <a:gd name="connsiteX42" fmla="*/ 1241425 w 9807836"/>
              <a:gd name="connsiteY42" fmla="*/ 3017837 h 6858000"/>
              <a:gd name="connsiteX43" fmla="*/ 1284288 w 9807836"/>
              <a:gd name="connsiteY43" fmla="*/ 3098800 h 6858000"/>
              <a:gd name="connsiteX44" fmla="*/ 1320800 w 9807836"/>
              <a:gd name="connsiteY44" fmla="*/ 3179762 h 6858000"/>
              <a:gd name="connsiteX45" fmla="*/ 1349375 w 9807836"/>
              <a:gd name="connsiteY45" fmla="*/ 3260725 h 6858000"/>
              <a:gd name="connsiteX46" fmla="*/ 1365250 w 9807836"/>
              <a:gd name="connsiteY46" fmla="*/ 3343275 h 6858000"/>
              <a:gd name="connsiteX47" fmla="*/ 1374775 w 9807836"/>
              <a:gd name="connsiteY47" fmla="*/ 3429000 h 6858000"/>
              <a:gd name="connsiteX48" fmla="*/ 1365250 w 9807836"/>
              <a:gd name="connsiteY48" fmla="*/ 3514725 h 6858000"/>
              <a:gd name="connsiteX49" fmla="*/ 1349375 w 9807836"/>
              <a:gd name="connsiteY49" fmla="*/ 3597275 h 6858000"/>
              <a:gd name="connsiteX50" fmla="*/ 1320800 w 9807836"/>
              <a:gd name="connsiteY50" fmla="*/ 3678237 h 6858000"/>
              <a:gd name="connsiteX51" fmla="*/ 1284288 w 9807836"/>
              <a:gd name="connsiteY51" fmla="*/ 3759200 h 6858000"/>
              <a:gd name="connsiteX52" fmla="*/ 1241425 w 9807836"/>
              <a:gd name="connsiteY52" fmla="*/ 3840162 h 6858000"/>
              <a:gd name="connsiteX53" fmla="*/ 1198562 w 9807836"/>
              <a:gd name="connsiteY53" fmla="*/ 3919537 h 6858000"/>
              <a:gd name="connsiteX54" fmla="*/ 1150937 w 9807836"/>
              <a:gd name="connsiteY54" fmla="*/ 3998912 h 6858000"/>
              <a:gd name="connsiteX55" fmla="*/ 1106487 w 9807836"/>
              <a:gd name="connsiteY55" fmla="*/ 4076700 h 6858000"/>
              <a:gd name="connsiteX56" fmla="*/ 1063625 w 9807836"/>
              <a:gd name="connsiteY56" fmla="*/ 4156075 h 6858000"/>
              <a:gd name="connsiteX57" fmla="*/ 1025525 w 9807836"/>
              <a:gd name="connsiteY57" fmla="*/ 4235450 h 6858000"/>
              <a:gd name="connsiteX58" fmla="*/ 993775 w 9807836"/>
              <a:gd name="connsiteY58" fmla="*/ 4314825 h 6858000"/>
              <a:gd name="connsiteX59" fmla="*/ 973137 w 9807836"/>
              <a:gd name="connsiteY59" fmla="*/ 4395787 h 6858000"/>
              <a:gd name="connsiteX60" fmla="*/ 963612 w 9807836"/>
              <a:gd name="connsiteY60" fmla="*/ 4473575 h 6858000"/>
              <a:gd name="connsiteX61" fmla="*/ 958850 w 9807836"/>
              <a:gd name="connsiteY61" fmla="*/ 4552950 h 6858000"/>
              <a:gd name="connsiteX62" fmla="*/ 963612 w 9807836"/>
              <a:gd name="connsiteY62" fmla="*/ 4633912 h 6858000"/>
              <a:gd name="connsiteX63" fmla="*/ 969962 w 9807836"/>
              <a:gd name="connsiteY63" fmla="*/ 4718050 h 6858000"/>
              <a:gd name="connsiteX64" fmla="*/ 979487 w 9807836"/>
              <a:gd name="connsiteY64" fmla="*/ 4802187 h 6858000"/>
              <a:gd name="connsiteX65" fmla="*/ 992187 w 9807836"/>
              <a:gd name="connsiteY65" fmla="*/ 4886325 h 6858000"/>
              <a:gd name="connsiteX66" fmla="*/ 1003300 w 9807836"/>
              <a:gd name="connsiteY66" fmla="*/ 4970462 h 6858000"/>
              <a:gd name="connsiteX67" fmla="*/ 1011237 w 9807836"/>
              <a:gd name="connsiteY67" fmla="*/ 5054600 h 6858000"/>
              <a:gd name="connsiteX68" fmla="*/ 1017587 w 9807836"/>
              <a:gd name="connsiteY68" fmla="*/ 5135562 h 6858000"/>
              <a:gd name="connsiteX69" fmla="*/ 1019175 w 9807836"/>
              <a:gd name="connsiteY69" fmla="*/ 5216525 h 6858000"/>
              <a:gd name="connsiteX70" fmla="*/ 1012825 w 9807836"/>
              <a:gd name="connsiteY70" fmla="*/ 5292725 h 6858000"/>
              <a:gd name="connsiteX71" fmla="*/ 998537 w 9807836"/>
              <a:gd name="connsiteY71" fmla="*/ 5370512 h 6858000"/>
              <a:gd name="connsiteX72" fmla="*/ 976312 w 9807836"/>
              <a:gd name="connsiteY72" fmla="*/ 5440362 h 6858000"/>
              <a:gd name="connsiteX73" fmla="*/ 939800 w 9807836"/>
              <a:gd name="connsiteY73" fmla="*/ 5511800 h 6858000"/>
              <a:gd name="connsiteX74" fmla="*/ 896937 w 9807836"/>
              <a:gd name="connsiteY74" fmla="*/ 5575300 h 6858000"/>
              <a:gd name="connsiteX75" fmla="*/ 844550 w 9807836"/>
              <a:gd name="connsiteY75" fmla="*/ 5634037 h 6858000"/>
              <a:gd name="connsiteX76" fmla="*/ 787400 w 9807836"/>
              <a:gd name="connsiteY76" fmla="*/ 5692775 h 6858000"/>
              <a:gd name="connsiteX77" fmla="*/ 725487 w 9807836"/>
              <a:gd name="connsiteY77" fmla="*/ 5746750 h 6858000"/>
              <a:gd name="connsiteX78" fmla="*/ 660400 w 9807836"/>
              <a:gd name="connsiteY78" fmla="*/ 5797550 h 6858000"/>
              <a:gd name="connsiteX79" fmla="*/ 592137 w 9807836"/>
              <a:gd name="connsiteY79" fmla="*/ 5849937 h 6858000"/>
              <a:gd name="connsiteX80" fmla="*/ 525462 w 9807836"/>
              <a:gd name="connsiteY80" fmla="*/ 5900737 h 6858000"/>
              <a:gd name="connsiteX81" fmla="*/ 458787 w 9807836"/>
              <a:gd name="connsiteY81" fmla="*/ 5951537 h 6858000"/>
              <a:gd name="connsiteX82" fmla="*/ 395287 w 9807836"/>
              <a:gd name="connsiteY82" fmla="*/ 6005512 h 6858000"/>
              <a:gd name="connsiteX83" fmla="*/ 334962 w 9807836"/>
              <a:gd name="connsiteY83" fmla="*/ 6059487 h 6858000"/>
              <a:gd name="connsiteX84" fmla="*/ 282575 w 9807836"/>
              <a:gd name="connsiteY84" fmla="*/ 6118225 h 6858000"/>
              <a:gd name="connsiteX85" fmla="*/ 234950 w 9807836"/>
              <a:gd name="connsiteY85" fmla="*/ 6180137 h 6858000"/>
              <a:gd name="connsiteX86" fmla="*/ 192087 w 9807836"/>
              <a:gd name="connsiteY86" fmla="*/ 6253162 h 6858000"/>
              <a:gd name="connsiteX87" fmla="*/ 155575 w 9807836"/>
              <a:gd name="connsiteY87" fmla="*/ 6332537 h 6858000"/>
              <a:gd name="connsiteX88" fmla="*/ 127000 w 9807836"/>
              <a:gd name="connsiteY88" fmla="*/ 6416675 h 6858000"/>
              <a:gd name="connsiteX89" fmla="*/ 100012 w 9807836"/>
              <a:gd name="connsiteY89" fmla="*/ 6503987 h 6858000"/>
              <a:gd name="connsiteX90" fmla="*/ 77787 w 9807836"/>
              <a:gd name="connsiteY90" fmla="*/ 6594475 h 6858000"/>
              <a:gd name="connsiteX91" fmla="*/ 52387 w 9807836"/>
              <a:gd name="connsiteY91" fmla="*/ 6683375 h 6858000"/>
              <a:gd name="connsiteX92" fmla="*/ 26987 w 9807836"/>
              <a:gd name="connsiteY92" fmla="*/ 6770687 h 6858000"/>
              <a:gd name="connsiteX93" fmla="*/ 0 w 9807836"/>
              <a:gd name="connsiteY93" fmla="*/ 6858000 h 6858000"/>
              <a:gd name="connsiteX94" fmla="*/ 9807836 w 9807836"/>
              <a:gd name="connsiteY94" fmla="*/ 6858000 h 6858000"/>
              <a:gd name="connsiteX95" fmla="*/ 9807836 w 9807836"/>
              <a:gd name="connsiteY9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</a:cxnLst>
            <a:rect l="l" t="t" r="r" b="b"/>
            <a:pathLst>
              <a:path w="9807836" h="6858000">
                <a:moveTo>
                  <a:pt x="9807836" y="0"/>
                </a:moveTo>
                <a:lnTo>
                  <a:pt x="0" y="0"/>
                </a:lnTo>
                <a:lnTo>
                  <a:pt x="26987" y="87312"/>
                </a:lnTo>
                <a:lnTo>
                  <a:pt x="52387" y="174625"/>
                </a:lnTo>
                <a:lnTo>
                  <a:pt x="77787" y="263525"/>
                </a:lnTo>
                <a:lnTo>
                  <a:pt x="100012" y="354012"/>
                </a:lnTo>
                <a:lnTo>
                  <a:pt x="127000" y="441325"/>
                </a:lnTo>
                <a:lnTo>
                  <a:pt x="155575" y="525462"/>
                </a:lnTo>
                <a:lnTo>
                  <a:pt x="192087" y="604837"/>
                </a:lnTo>
                <a:lnTo>
                  <a:pt x="234950" y="677862"/>
                </a:lnTo>
                <a:lnTo>
                  <a:pt x="282575" y="739775"/>
                </a:lnTo>
                <a:lnTo>
                  <a:pt x="334962" y="798512"/>
                </a:lnTo>
                <a:lnTo>
                  <a:pt x="395287" y="852487"/>
                </a:lnTo>
                <a:lnTo>
                  <a:pt x="458787" y="906462"/>
                </a:lnTo>
                <a:lnTo>
                  <a:pt x="525462" y="957262"/>
                </a:lnTo>
                <a:lnTo>
                  <a:pt x="592137" y="1008062"/>
                </a:lnTo>
                <a:lnTo>
                  <a:pt x="660400" y="1060450"/>
                </a:lnTo>
                <a:lnTo>
                  <a:pt x="725487" y="1111250"/>
                </a:lnTo>
                <a:lnTo>
                  <a:pt x="787400" y="1165225"/>
                </a:lnTo>
                <a:lnTo>
                  <a:pt x="844550" y="1223962"/>
                </a:lnTo>
                <a:lnTo>
                  <a:pt x="896937" y="1282700"/>
                </a:lnTo>
                <a:lnTo>
                  <a:pt x="939800" y="1346200"/>
                </a:lnTo>
                <a:lnTo>
                  <a:pt x="976312" y="1417637"/>
                </a:lnTo>
                <a:lnTo>
                  <a:pt x="998537" y="1487487"/>
                </a:lnTo>
                <a:lnTo>
                  <a:pt x="1012825" y="1565275"/>
                </a:lnTo>
                <a:lnTo>
                  <a:pt x="1019175" y="1641475"/>
                </a:lnTo>
                <a:lnTo>
                  <a:pt x="1017587" y="1722437"/>
                </a:lnTo>
                <a:lnTo>
                  <a:pt x="1011237" y="1803400"/>
                </a:lnTo>
                <a:lnTo>
                  <a:pt x="1003300" y="1887537"/>
                </a:lnTo>
                <a:lnTo>
                  <a:pt x="992187" y="1971675"/>
                </a:lnTo>
                <a:lnTo>
                  <a:pt x="979487" y="2055812"/>
                </a:lnTo>
                <a:lnTo>
                  <a:pt x="969962" y="2139950"/>
                </a:lnTo>
                <a:lnTo>
                  <a:pt x="963612" y="2224087"/>
                </a:lnTo>
                <a:lnTo>
                  <a:pt x="958850" y="2305050"/>
                </a:lnTo>
                <a:lnTo>
                  <a:pt x="963612" y="2384425"/>
                </a:lnTo>
                <a:lnTo>
                  <a:pt x="973137" y="2462212"/>
                </a:lnTo>
                <a:lnTo>
                  <a:pt x="993775" y="2543175"/>
                </a:lnTo>
                <a:lnTo>
                  <a:pt x="1025525" y="2622550"/>
                </a:lnTo>
                <a:lnTo>
                  <a:pt x="1063625" y="2701925"/>
                </a:lnTo>
                <a:lnTo>
                  <a:pt x="1106487" y="2781300"/>
                </a:lnTo>
                <a:lnTo>
                  <a:pt x="1150937" y="2859087"/>
                </a:lnTo>
                <a:lnTo>
                  <a:pt x="1198562" y="2938462"/>
                </a:lnTo>
                <a:lnTo>
                  <a:pt x="1241425" y="3017837"/>
                </a:lnTo>
                <a:lnTo>
                  <a:pt x="1284288" y="3098800"/>
                </a:lnTo>
                <a:lnTo>
                  <a:pt x="1320800" y="3179762"/>
                </a:lnTo>
                <a:lnTo>
                  <a:pt x="1349375" y="3260725"/>
                </a:lnTo>
                <a:lnTo>
                  <a:pt x="1365250" y="3343275"/>
                </a:lnTo>
                <a:lnTo>
                  <a:pt x="1374775" y="3429000"/>
                </a:lnTo>
                <a:lnTo>
                  <a:pt x="1365250" y="3514725"/>
                </a:lnTo>
                <a:lnTo>
                  <a:pt x="1349375" y="3597275"/>
                </a:lnTo>
                <a:lnTo>
                  <a:pt x="1320800" y="3678237"/>
                </a:lnTo>
                <a:lnTo>
                  <a:pt x="1284288" y="3759200"/>
                </a:lnTo>
                <a:lnTo>
                  <a:pt x="1241425" y="3840162"/>
                </a:lnTo>
                <a:lnTo>
                  <a:pt x="1198562" y="3919537"/>
                </a:lnTo>
                <a:lnTo>
                  <a:pt x="1150937" y="3998912"/>
                </a:lnTo>
                <a:lnTo>
                  <a:pt x="1106487" y="4076700"/>
                </a:lnTo>
                <a:lnTo>
                  <a:pt x="1063625" y="4156075"/>
                </a:lnTo>
                <a:lnTo>
                  <a:pt x="1025525" y="4235450"/>
                </a:lnTo>
                <a:lnTo>
                  <a:pt x="993775" y="4314825"/>
                </a:lnTo>
                <a:lnTo>
                  <a:pt x="973137" y="4395787"/>
                </a:lnTo>
                <a:lnTo>
                  <a:pt x="963612" y="4473575"/>
                </a:lnTo>
                <a:lnTo>
                  <a:pt x="958850" y="4552950"/>
                </a:lnTo>
                <a:lnTo>
                  <a:pt x="963612" y="4633912"/>
                </a:lnTo>
                <a:lnTo>
                  <a:pt x="969962" y="4718050"/>
                </a:lnTo>
                <a:lnTo>
                  <a:pt x="979487" y="4802187"/>
                </a:lnTo>
                <a:lnTo>
                  <a:pt x="992187" y="4886325"/>
                </a:lnTo>
                <a:lnTo>
                  <a:pt x="1003300" y="4970462"/>
                </a:lnTo>
                <a:lnTo>
                  <a:pt x="1011237" y="5054600"/>
                </a:lnTo>
                <a:lnTo>
                  <a:pt x="1017587" y="5135562"/>
                </a:lnTo>
                <a:lnTo>
                  <a:pt x="1019175" y="5216525"/>
                </a:lnTo>
                <a:lnTo>
                  <a:pt x="1012825" y="5292725"/>
                </a:lnTo>
                <a:lnTo>
                  <a:pt x="998537" y="5370512"/>
                </a:lnTo>
                <a:lnTo>
                  <a:pt x="976312" y="5440362"/>
                </a:lnTo>
                <a:lnTo>
                  <a:pt x="939800" y="5511800"/>
                </a:lnTo>
                <a:lnTo>
                  <a:pt x="896937" y="5575300"/>
                </a:lnTo>
                <a:lnTo>
                  <a:pt x="844550" y="5634037"/>
                </a:lnTo>
                <a:lnTo>
                  <a:pt x="787400" y="5692775"/>
                </a:lnTo>
                <a:lnTo>
                  <a:pt x="725487" y="5746750"/>
                </a:lnTo>
                <a:lnTo>
                  <a:pt x="660400" y="5797550"/>
                </a:lnTo>
                <a:lnTo>
                  <a:pt x="592137" y="5849937"/>
                </a:lnTo>
                <a:lnTo>
                  <a:pt x="525462" y="5900737"/>
                </a:lnTo>
                <a:lnTo>
                  <a:pt x="458787" y="5951537"/>
                </a:lnTo>
                <a:lnTo>
                  <a:pt x="395287" y="6005512"/>
                </a:lnTo>
                <a:lnTo>
                  <a:pt x="334962" y="6059487"/>
                </a:lnTo>
                <a:lnTo>
                  <a:pt x="282575" y="6118225"/>
                </a:lnTo>
                <a:lnTo>
                  <a:pt x="234950" y="6180137"/>
                </a:lnTo>
                <a:lnTo>
                  <a:pt x="192087" y="6253162"/>
                </a:lnTo>
                <a:lnTo>
                  <a:pt x="155575" y="6332537"/>
                </a:lnTo>
                <a:lnTo>
                  <a:pt x="127000" y="6416675"/>
                </a:lnTo>
                <a:lnTo>
                  <a:pt x="100012" y="6503987"/>
                </a:lnTo>
                <a:lnTo>
                  <a:pt x="77787" y="6594475"/>
                </a:lnTo>
                <a:lnTo>
                  <a:pt x="52387" y="6683375"/>
                </a:lnTo>
                <a:lnTo>
                  <a:pt x="26987" y="6770687"/>
                </a:lnTo>
                <a:lnTo>
                  <a:pt x="0" y="6858000"/>
                </a:lnTo>
                <a:lnTo>
                  <a:pt x="9807836" y="6858000"/>
                </a:lnTo>
                <a:lnTo>
                  <a:pt x="9807836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it-IT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8A7BCA-6843-9700-8B66-C25CF79EB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195" y="1231894"/>
            <a:ext cx="4117607" cy="433917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defTabSz="914400"/>
            <a:r>
              <a:rPr lang="en-US" sz="3100" spc="800">
                <a:solidFill>
                  <a:srgbClr val="2A1A00"/>
                </a:solidFill>
              </a:rPr>
              <a:t>Orientamento a oggetti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B80E360-B58B-BC76-C37D-6F23CAE950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12598" cy="6858000"/>
          </a:xfrm>
          <a:prstGeom prst="rect">
            <a:avLst/>
          </a:prstGeom>
          <a:solidFill>
            <a:srgbClr val="2A1A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pic>
        <p:nvPicPr>
          <p:cNvPr id="3" name="Immagine 2" descr="Immagine che contiene testo, schermata, Carattere, documento&#10;&#10;Il contenuto generato dall'IA potrebbe non essere corretto.">
            <a:extLst>
              <a:ext uri="{FF2B5EF4-FFF2-40B4-BE49-F238E27FC236}">
                <a16:creationId xmlns:a16="http://schemas.microsoft.com/office/drawing/2014/main" id="{D20E7D78-D106-7F9C-E282-2ADA93AC58B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b="21970"/>
          <a:stretch>
            <a:fillRect/>
          </a:stretch>
        </p:blipFill>
        <p:spPr>
          <a:xfrm>
            <a:off x="1190641" y="331621"/>
            <a:ext cx="7244321" cy="619475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717878CA-805A-CE73-0498-F94F67130E3C}"/>
              </a:ext>
            </a:extLst>
          </p:cNvPr>
          <p:cNvSpPr/>
          <p:nvPr/>
        </p:nvSpPr>
        <p:spPr>
          <a:xfrm>
            <a:off x="1819225" y="4016658"/>
            <a:ext cx="4470698" cy="493105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26AF5528-058A-5FD2-1102-1F33F3B06ABA}"/>
              </a:ext>
            </a:extLst>
          </p:cNvPr>
          <p:cNvSpPr/>
          <p:nvPr/>
        </p:nvSpPr>
        <p:spPr>
          <a:xfrm>
            <a:off x="1477810" y="5092328"/>
            <a:ext cx="4470698" cy="49310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Ovale 6">
            <a:extLst>
              <a:ext uri="{FF2B5EF4-FFF2-40B4-BE49-F238E27FC236}">
                <a16:creationId xmlns:a16="http://schemas.microsoft.com/office/drawing/2014/main" id="{8704F0DC-E507-2BDE-7DEE-E8C2BBDA83C7}"/>
              </a:ext>
            </a:extLst>
          </p:cNvPr>
          <p:cNvSpPr/>
          <p:nvPr/>
        </p:nvSpPr>
        <p:spPr>
          <a:xfrm>
            <a:off x="3585788" y="1192071"/>
            <a:ext cx="1441018" cy="531405"/>
          </a:xfrm>
          <a:prstGeom prst="ellipse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Ovale 9">
            <a:extLst>
              <a:ext uri="{FF2B5EF4-FFF2-40B4-BE49-F238E27FC236}">
                <a16:creationId xmlns:a16="http://schemas.microsoft.com/office/drawing/2014/main" id="{70F6F4DB-3336-90F2-3D2A-51B75565D43F}"/>
              </a:ext>
            </a:extLst>
          </p:cNvPr>
          <p:cNvSpPr/>
          <p:nvPr/>
        </p:nvSpPr>
        <p:spPr>
          <a:xfrm>
            <a:off x="4043221" y="1784387"/>
            <a:ext cx="1753166" cy="582553"/>
          </a:xfrm>
          <a:prstGeom prst="ellipse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5" name="Ovale 14">
            <a:extLst>
              <a:ext uri="{FF2B5EF4-FFF2-40B4-BE49-F238E27FC236}">
                <a16:creationId xmlns:a16="http://schemas.microsoft.com/office/drawing/2014/main" id="{0A029B7F-54FC-9FDB-A226-21F96141F432}"/>
              </a:ext>
            </a:extLst>
          </p:cNvPr>
          <p:cNvSpPr/>
          <p:nvPr/>
        </p:nvSpPr>
        <p:spPr>
          <a:xfrm>
            <a:off x="2984400" y="5134420"/>
            <a:ext cx="1753166" cy="582553"/>
          </a:xfrm>
          <a:prstGeom prst="ellipse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6" name="Ovale 15">
            <a:extLst>
              <a:ext uri="{FF2B5EF4-FFF2-40B4-BE49-F238E27FC236}">
                <a16:creationId xmlns:a16="http://schemas.microsoft.com/office/drawing/2014/main" id="{F154323B-D807-75AE-AAFC-A032427BC61A}"/>
              </a:ext>
            </a:extLst>
          </p:cNvPr>
          <p:cNvSpPr/>
          <p:nvPr/>
        </p:nvSpPr>
        <p:spPr>
          <a:xfrm>
            <a:off x="2879589" y="3098147"/>
            <a:ext cx="1753166" cy="582553"/>
          </a:xfrm>
          <a:prstGeom prst="ellipse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cxnSp>
        <p:nvCxnSpPr>
          <p:cNvPr id="18" name="Connettore diritto 17">
            <a:extLst>
              <a:ext uri="{FF2B5EF4-FFF2-40B4-BE49-F238E27FC236}">
                <a16:creationId xmlns:a16="http://schemas.microsoft.com/office/drawing/2014/main" id="{CEBA6595-9B97-1EA1-CAB5-83469E0314AC}"/>
              </a:ext>
            </a:extLst>
          </p:cNvPr>
          <p:cNvCxnSpPr/>
          <p:nvPr/>
        </p:nvCxnSpPr>
        <p:spPr>
          <a:xfrm>
            <a:off x="2139983" y="1871887"/>
            <a:ext cx="2166314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ttore diritto 18">
            <a:extLst>
              <a:ext uri="{FF2B5EF4-FFF2-40B4-BE49-F238E27FC236}">
                <a16:creationId xmlns:a16="http://schemas.microsoft.com/office/drawing/2014/main" id="{91667B76-D7FC-356A-9C32-F7E4383AE599}"/>
              </a:ext>
            </a:extLst>
          </p:cNvPr>
          <p:cNvCxnSpPr/>
          <p:nvPr/>
        </p:nvCxnSpPr>
        <p:spPr>
          <a:xfrm>
            <a:off x="3027402" y="2357366"/>
            <a:ext cx="2166314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38879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10" grpId="0" animBg="1"/>
      <p:bldP spid="15" grpId="0" animBg="1"/>
      <p:bldP spid="1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9AB844-BC86-577F-90F9-56456EED9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Freeform 6">
            <a:extLst>
              <a:ext uri="{FF2B5EF4-FFF2-40B4-BE49-F238E27FC236}">
                <a16:creationId xmlns:a16="http://schemas.microsoft.com/office/drawing/2014/main" id="{BB8C1D0E-0B06-46C9-A8BD-A8E13FF993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2667762" y="630936"/>
            <a:ext cx="3926681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it-IT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7D1ADC4A-8537-4084-99C7-F8D378A640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415DEDD7-7B31-4EF1-B7C7-5AEE3208CC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9143997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45214B-E85E-F303-C4D5-440FAD24A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636" y="954923"/>
            <a:ext cx="4406771" cy="45046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 defTabSz="914400"/>
            <a:r>
              <a:rPr lang="en-US" sz="3400" spc="800" dirty="0" err="1"/>
              <a:t>Orientamento</a:t>
            </a:r>
            <a:r>
              <a:rPr lang="en-US" sz="3400" spc="800" dirty="0"/>
              <a:t> a </a:t>
            </a:r>
            <a:r>
              <a:rPr lang="en-US" sz="3400" spc="800" dirty="0" err="1"/>
              <a:t>oggetti</a:t>
            </a:r>
            <a:endParaRPr lang="en-US" sz="3400" spc="800" dirty="0"/>
          </a:p>
        </p:txBody>
      </p:sp>
      <p:sp>
        <p:nvSpPr>
          <p:cNvPr id="88" name="Freeform: Shape 87">
            <a:extLst>
              <a:ext uri="{FF2B5EF4-FFF2-40B4-BE49-F238E27FC236}">
                <a16:creationId xmlns:a16="http://schemas.microsoft.com/office/drawing/2014/main" id="{3242CC7A-3D6E-47A4-B9D1-860978459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74630" y="0"/>
            <a:ext cx="3961889" cy="6858000"/>
          </a:xfrm>
          <a:custGeom>
            <a:avLst/>
            <a:gdLst>
              <a:gd name="connsiteX0" fmla="*/ 189795 w 5282519"/>
              <a:gd name="connsiteY0" fmla="*/ 0 h 6858000"/>
              <a:gd name="connsiteX1" fmla="*/ 5282519 w 5282519"/>
              <a:gd name="connsiteY1" fmla="*/ 0 h 6858000"/>
              <a:gd name="connsiteX2" fmla="*/ 5282519 w 5282519"/>
              <a:gd name="connsiteY2" fmla="*/ 6858000 h 6858000"/>
              <a:gd name="connsiteX3" fmla="*/ 189795 w 5282519"/>
              <a:gd name="connsiteY3" fmla="*/ 6858000 h 6858000"/>
              <a:gd name="connsiteX4" fmla="*/ 184756 w 5282519"/>
              <a:gd name="connsiteY4" fmla="*/ 6791325 h 6858000"/>
              <a:gd name="connsiteX5" fmla="*/ 176358 w 5282519"/>
              <a:gd name="connsiteY5" fmla="*/ 6735762 h 6858000"/>
              <a:gd name="connsiteX6" fmla="*/ 166281 w 5282519"/>
              <a:gd name="connsiteY6" fmla="*/ 6683375 h 6858000"/>
              <a:gd name="connsiteX7" fmla="*/ 149485 w 5282519"/>
              <a:gd name="connsiteY7" fmla="*/ 6640512 h 6858000"/>
              <a:gd name="connsiteX8" fmla="*/ 132689 w 5282519"/>
              <a:gd name="connsiteY8" fmla="*/ 6597650 h 6858000"/>
              <a:gd name="connsiteX9" fmla="*/ 112534 w 5282519"/>
              <a:gd name="connsiteY9" fmla="*/ 6561137 h 6858000"/>
              <a:gd name="connsiteX10" fmla="*/ 92379 w 5282519"/>
              <a:gd name="connsiteY10" fmla="*/ 6523037 h 6858000"/>
              <a:gd name="connsiteX11" fmla="*/ 73903 w 5282519"/>
              <a:gd name="connsiteY11" fmla="*/ 6488112 h 6858000"/>
              <a:gd name="connsiteX12" fmla="*/ 55427 w 5282519"/>
              <a:gd name="connsiteY12" fmla="*/ 6448425 h 6858000"/>
              <a:gd name="connsiteX13" fmla="*/ 38632 w 5282519"/>
              <a:gd name="connsiteY13" fmla="*/ 6407150 h 6858000"/>
              <a:gd name="connsiteX14" fmla="*/ 23515 w 5282519"/>
              <a:gd name="connsiteY14" fmla="*/ 6361112 h 6858000"/>
              <a:gd name="connsiteX15" fmla="*/ 11758 w 5282519"/>
              <a:gd name="connsiteY15" fmla="*/ 6311900 h 6858000"/>
              <a:gd name="connsiteX16" fmla="*/ 3359 w 5282519"/>
              <a:gd name="connsiteY16" fmla="*/ 6251575 h 6858000"/>
              <a:gd name="connsiteX17" fmla="*/ 0 w 5282519"/>
              <a:gd name="connsiteY17" fmla="*/ 6183312 h 6858000"/>
              <a:gd name="connsiteX18" fmla="*/ 3359 w 5282519"/>
              <a:gd name="connsiteY18" fmla="*/ 6113462 h 6858000"/>
              <a:gd name="connsiteX19" fmla="*/ 11758 w 5282519"/>
              <a:gd name="connsiteY19" fmla="*/ 6056312 h 6858000"/>
              <a:gd name="connsiteX20" fmla="*/ 23515 w 5282519"/>
              <a:gd name="connsiteY20" fmla="*/ 6003925 h 6858000"/>
              <a:gd name="connsiteX21" fmla="*/ 38632 w 5282519"/>
              <a:gd name="connsiteY21" fmla="*/ 5956300 h 6858000"/>
              <a:gd name="connsiteX22" fmla="*/ 55427 w 5282519"/>
              <a:gd name="connsiteY22" fmla="*/ 5915025 h 6858000"/>
              <a:gd name="connsiteX23" fmla="*/ 75583 w 5282519"/>
              <a:gd name="connsiteY23" fmla="*/ 5876925 h 6858000"/>
              <a:gd name="connsiteX24" fmla="*/ 95738 w 5282519"/>
              <a:gd name="connsiteY24" fmla="*/ 5840412 h 6858000"/>
              <a:gd name="connsiteX25" fmla="*/ 115893 w 5282519"/>
              <a:gd name="connsiteY25" fmla="*/ 5802312 h 6858000"/>
              <a:gd name="connsiteX26" fmla="*/ 134368 w 5282519"/>
              <a:gd name="connsiteY26" fmla="*/ 5762625 h 6858000"/>
              <a:gd name="connsiteX27" fmla="*/ 152844 w 5282519"/>
              <a:gd name="connsiteY27" fmla="*/ 5721350 h 6858000"/>
              <a:gd name="connsiteX28" fmla="*/ 167960 w 5282519"/>
              <a:gd name="connsiteY28" fmla="*/ 5675312 h 6858000"/>
              <a:gd name="connsiteX29" fmla="*/ 178038 w 5282519"/>
              <a:gd name="connsiteY29" fmla="*/ 5622925 h 6858000"/>
              <a:gd name="connsiteX30" fmla="*/ 188115 w 5282519"/>
              <a:gd name="connsiteY30" fmla="*/ 5562600 h 6858000"/>
              <a:gd name="connsiteX31" fmla="*/ 189795 w 5282519"/>
              <a:gd name="connsiteY31" fmla="*/ 5494337 h 6858000"/>
              <a:gd name="connsiteX32" fmla="*/ 188115 w 5282519"/>
              <a:gd name="connsiteY32" fmla="*/ 5426075 h 6858000"/>
              <a:gd name="connsiteX33" fmla="*/ 178038 w 5282519"/>
              <a:gd name="connsiteY33" fmla="*/ 5365750 h 6858000"/>
              <a:gd name="connsiteX34" fmla="*/ 167960 w 5282519"/>
              <a:gd name="connsiteY34" fmla="*/ 5313362 h 6858000"/>
              <a:gd name="connsiteX35" fmla="*/ 152844 w 5282519"/>
              <a:gd name="connsiteY35" fmla="*/ 5268912 h 6858000"/>
              <a:gd name="connsiteX36" fmla="*/ 134368 w 5282519"/>
              <a:gd name="connsiteY36" fmla="*/ 5226050 h 6858000"/>
              <a:gd name="connsiteX37" fmla="*/ 115893 w 5282519"/>
              <a:gd name="connsiteY37" fmla="*/ 5186362 h 6858000"/>
              <a:gd name="connsiteX38" fmla="*/ 95738 w 5282519"/>
              <a:gd name="connsiteY38" fmla="*/ 5149850 h 6858000"/>
              <a:gd name="connsiteX39" fmla="*/ 75583 w 5282519"/>
              <a:gd name="connsiteY39" fmla="*/ 5114925 h 6858000"/>
              <a:gd name="connsiteX40" fmla="*/ 55427 w 5282519"/>
              <a:gd name="connsiteY40" fmla="*/ 5075237 h 6858000"/>
              <a:gd name="connsiteX41" fmla="*/ 38632 w 5282519"/>
              <a:gd name="connsiteY41" fmla="*/ 5033962 h 6858000"/>
              <a:gd name="connsiteX42" fmla="*/ 23515 w 5282519"/>
              <a:gd name="connsiteY42" fmla="*/ 4987925 h 6858000"/>
              <a:gd name="connsiteX43" fmla="*/ 11758 w 5282519"/>
              <a:gd name="connsiteY43" fmla="*/ 4935537 h 6858000"/>
              <a:gd name="connsiteX44" fmla="*/ 3359 w 5282519"/>
              <a:gd name="connsiteY44" fmla="*/ 4875212 h 6858000"/>
              <a:gd name="connsiteX45" fmla="*/ 0 w 5282519"/>
              <a:gd name="connsiteY45" fmla="*/ 4806950 h 6858000"/>
              <a:gd name="connsiteX46" fmla="*/ 3359 w 5282519"/>
              <a:gd name="connsiteY46" fmla="*/ 4738687 h 6858000"/>
              <a:gd name="connsiteX47" fmla="*/ 11758 w 5282519"/>
              <a:gd name="connsiteY47" fmla="*/ 4678362 h 6858000"/>
              <a:gd name="connsiteX48" fmla="*/ 23515 w 5282519"/>
              <a:gd name="connsiteY48" fmla="*/ 4625975 h 6858000"/>
              <a:gd name="connsiteX49" fmla="*/ 38632 w 5282519"/>
              <a:gd name="connsiteY49" fmla="*/ 4579937 h 6858000"/>
              <a:gd name="connsiteX50" fmla="*/ 55427 w 5282519"/>
              <a:gd name="connsiteY50" fmla="*/ 4537075 h 6858000"/>
              <a:gd name="connsiteX51" fmla="*/ 75583 w 5282519"/>
              <a:gd name="connsiteY51" fmla="*/ 4498975 h 6858000"/>
              <a:gd name="connsiteX52" fmla="*/ 115893 w 5282519"/>
              <a:gd name="connsiteY52" fmla="*/ 4424362 h 6858000"/>
              <a:gd name="connsiteX53" fmla="*/ 134368 w 5282519"/>
              <a:gd name="connsiteY53" fmla="*/ 4386262 h 6858000"/>
              <a:gd name="connsiteX54" fmla="*/ 152844 w 5282519"/>
              <a:gd name="connsiteY54" fmla="*/ 4343400 h 6858000"/>
              <a:gd name="connsiteX55" fmla="*/ 167960 w 5282519"/>
              <a:gd name="connsiteY55" fmla="*/ 4297362 h 6858000"/>
              <a:gd name="connsiteX56" fmla="*/ 178038 w 5282519"/>
              <a:gd name="connsiteY56" fmla="*/ 4244975 h 6858000"/>
              <a:gd name="connsiteX57" fmla="*/ 188115 w 5282519"/>
              <a:gd name="connsiteY57" fmla="*/ 4186237 h 6858000"/>
              <a:gd name="connsiteX58" fmla="*/ 189795 w 5282519"/>
              <a:gd name="connsiteY58" fmla="*/ 4116387 h 6858000"/>
              <a:gd name="connsiteX59" fmla="*/ 188115 w 5282519"/>
              <a:gd name="connsiteY59" fmla="*/ 4048125 h 6858000"/>
              <a:gd name="connsiteX60" fmla="*/ 178038 w 5282519"/>
              <a:gd name="connsiteY60" fmla="*/ 3987800 h 6858000"/>
              <a:gd name="connsiteX61" fmla="*/ 167960 w 5282519"/>
              <a:gd name="connsiteY61" fmla="*/ 3935412 h 6858000"/>
              <a:gd name="connsiteX62" fmla="*/ 152844 w 5282519"/>
              <a:gd name="connsiteY62" fmla="*/ 3890962 h 6858000"/>
              <a:gd name="connsiteX63" fmla="*/ 134368 w 5282519"/>
              <a:gd name="connsiteY63" fmla="*/ 3848100 h 6858000"/>
              <a:gd name="connsiteX64" fmla="*/ 115893 w 5282519"/>
              <a:gd name="connsiteY64" fmla="*/ 3811587 h 6858000"/>
              <a:gd name="connsiteX65" fmla="*/ 75583 w 5282519"/>
              <a:gd name="connsiteY65" fmla="*/ 3736975 h 6858000"/>
              <a:gd name="connsiteX66" fmla="*/ 55427 w 5282519"/>
              <a:gd name="connsiteY66" fmla="*/ 3697287 h 6858000"/>
              <a:gd name="connsiteX67" fmla="*/ 38632 w 5282519"/>
              <a:gd name="connsiteY67" fmla="*/ 3656012 h 6858000"/>
              <a:gd name="connsiteX68" fmla="*/ 23515 w 5282519"/>
              <a:gd name="connsiteY68" fmla="*/ 3609975 h 6858000"/>
              <a:gd name="connsiteX69" fmla="*/ 11758 w 5282519"/>
              <a:gd name="connsiteY69" fmla="*/ 3557587 h 6858000"/>
              <a:gd name="connsiteX70" fmla="*/ 3359 w 5282519"/>
              <a:gd name="connsiteY70" fmla="*/ 3497262 h 6858000"/>
              <a:gd name="connsiteX71" fmla="*/ 0 w 5282519"/>
              <a:gd name="connsiteY71" fmla="*/ 3427412 h 6858000"/>
              <a:gd name="connsiteX72" fmla="*/ 3359 w 5282519"/>
              <a:gd name="connsiteY72" fmla="*/ 3360737 h 6858000"/>
              <a:gd name="connsiteX73" fmla="*/ 11758 w 5282519"/>
              <a:gd name="connsiteY73" fmla="*/ 3300412 h 6858000"/>
              <a:gd name="connsiteX74" fmla="*/ 23515 w 5282519"/>
              <a:gd name="connsiteY74" fmla="*/ 3248025 h 6858000"/>
              <a:gd name="connsiteX75" fmla="*/ 38632 w 5282519"/>
              <a:gd name="connsiteY75" fmla="*/ 3201987 h 6858000"/>
              <a:gd name="connsiteX76" fmla="*/ 55427 w 5282519"/>
              <a:gd name="connsiteY76" fmla="*/ 3160712 h 6858000"/>
              <a:gd name="connsiteX77" fmla="*/ 75583 w 5282519"/>
              <a:gd name="connsiteY77" fmla="*/ 3121025 h 6858000"/>
              <a:gd name="connsiteX78" fmla="*/ 95738 w 5282519"/>
              <a:gd name="connsiteY78" fmla="*/ 3084512 h 6858000"/>
              <a:gd name="connsiteX79" fmla="*/ 115893 w 5282519"/>
              <a:gd name="connsiteY79" fmla="*/ 3046412 h 6858000"/>
              <a:gd name="connsiteX80" fmla="*/ 134368 w 5282519"/>
              <a:gd name="connsiteY80" fmla="*/ 3009900 h 6858000"/>
              <a:gd name="connsiteX81" fmla="*/ 152844 w 5282519"/>
              <a:gd name="connsiteY81" fmla="*/ 2967037 h 6858000"/>
              <a:gd name="connsiteX82" fmla="*/ 167960 w 5282519"/>
              <a:gd name="connsiteY82" fmla="*/ 2922587 h 6858000"/>
              <a:gd name="connsiteX83" fmla="*/ 178038 w 5282519"/>
              <a:gd name="connsiteY83" fmla="*/ 2868612 h 6858000"/>
              <a:gd name="connsiteX84" fmla="*/ 188115 w 5282519"/>
              <a:gd name="connsiteY84" fmla="*/ 2809875 h 6858000"/>
              <a:gd name="connsiteX85" fmla="*/ 189795 w 5282519"/>
              <a:gd name="connsiteY85" fmla="*/ 2741612 h 6858000"/>
              <a:gd name="connsiteX86" fmla="*/ 188115 w 5282519"/>
              <a:gd name="connsiteY86" fmla="*/ 2671762 h 6858000"/>
              <a:gd name="connsiteX87" fmla="*/ 178038 w 5282519"/>
              <a:gd name="connsiteY87" fmla="*/ 2613025 h 6858000"/>
              <a:gd name="connsiteX88" fmla="*/ 167960 w 5282519"/>
              <a:gd name="connsiteY88" fmla="*/ 2560637 h 6858000"/>
              <a:gd name="connsiteX89" fmla="*/ 152844 w 5282519"/>
              <a:gd name="connsiteY89" fmla="*/ 2513012 h 6858000"/>
              <a:gd name="connsiteX90" fmla="*/ 134368 w 5282519"/>
              <a:gd name="connsiteY90" fmla="*/ 2471737 h 6858000"/>
              <a:gd name="connsiteX91" fmla="*/ 115893 w 5282519"/>
              <a:gd name="connsiteY91" fmla="*/ 2433637 h 6858000"/>
              <a:gd name="connsiteX92" fmla="*/ 95738 w 5282519"/>
              <a:gd name="connsiteY92" fmla="*/ 2395537 h 6858000"/>
              <a:gd name="connsiteX93" fmla="*/ 75583 w 5282519"/>
              <a:gd name="connsiteY93" fmla="*/ 2359025 h 6858000"/>
              <a:gd name="connsiteX94" fmla="*/ 55427 w 5282519"/>
              <a:gd name="connsiteY94" fmla="*/ 2319337 h 6858000"/>
              <a:gd name="connsiteX95" fmla="*/ 38632 w 5282519"/>
              <a:gd name="connsiteY95" fmla="*/ 2278062 h 6858000"/>
              <a:gd name="connsiteX96" fmla="*/ 23515 w 5282519"/>
              <a:gd name="connsiteY96" fmla="*/ 2232025 h 6858000"/>
              <a:gd name="connsiteX97" fmla="*/ 11758 w 5282519"/>
              <a:gd name="connsiteY97" fmla="*/ 2179637 h 6858000"/>
              <a:gd name="connsiteX98" fmla="*/ 3359 w 5282519"/>
              <a:gd name="connsiteY98" fmla="*/ 2119312 h 6858000"/>
              <a:gd name="connsiteX99" fmla="*/ 0 w 5282519"/>
              <a:gd name="connsiteY99" fmla="*/ 2051050 h 6858000"/>
              <a:gd name="connsiteX100" fmla="*/ 3359 w 5282519"/>
              <a:gd name="connsiteY100" fmla="*/ 1982787 h 6858000"/>
              <a:gd name="connsiteX101" fmla="*/ 11758 w 5282519"/>
              <a:gd name="connsiteY101" fmla="*/ 1922462 h 6858000"/>
              <a:gd name="connsiteX102" fmla="*/ 23515 w 5282519"/>
              <a:gd name="connsiteY102" fmla="*/ 1870075 h 6858000"/>
              <a:gd name="connsiteX103" fmla="*/ 38632 w 5282519"/>
              <a:gd name="connsiteY103" fmla="*/ 1824037 h 6858000"/>
              <a:gd name="connsiteX104" fmla="*/ 55427 w 5282519"/>
              <a:gd name="connsiteY104" fmla="*/ 1782762 h 6858000"/>
              <a:gd name="connsiteX105" fmla="*/ 75583 w 5282519"/>
              <a:gd name="connsiteY105" fmla="*/ 1743075 h 6858000"/>
              <a:gd name="connsiteX106" fmla="*/ 95738 w 5282519"/>
              <a:gd name="connsiteY106" fmla="*/ 1708150 h 6858000"/>
              <a:gd name="connsiteX107" fmla="*/ 115893 w 5282519"/>
              <a:gd name="connsiteY107" fmla="*/ 1671637 h 6858000"/>
              <a:gd name="connsiteX108" fmla="*/ 134368 w 5282519"/>
              <a:gd name="connsiteY108" fmla="*/ 1631950 h 6858000"/>
              <a:gd name="connsiteX109" fmla="*/ 152844 w 5282519"/>
              <a:gd name="connsiteY109" fmla="*/ 1589087 h 6858000"/>
              <a:gd name="connsiteX110" fmla="*/ 167960 w 5282519"/>
              <a:gd name="connsiteY110" fmla="*/ 1544637 h 6858000"/>
              <a:gd name="connsiteX111" fmla="*/ 178038 w 5282519"/>
              <a:gd name="connsiteY111" fmla="*/ 1492250 h 6858000"/>
              <a:gd name="connsiteX112" fmla="*/ 188115 w 5282519"/>
              <a:gd name="connsiteY112" fmla="*/ 1431925 h 6858000"/>
              <a:gd name="connsiteX113" fmla="*/ 189795 w 5282519"/>
              <a:gd name="connsiteY113" fmla="*/ 1363662 h 6858000"/>
              <a:gd name="connsiteX114" fmla="*/ 188115 w 5282519"/>
              <a:gd name="connsiteY114" fmla="*/ 1295400 h 6858000"/>
              <a:gd name="connsiteX115" fmla="*/ 178038 w 5282519"/>
              <a:gd name="connsiteY115" fmla="*/ 1235075 h 6858000"/>
              <a:gd name="connsiteX116" fmla="*/ 167960 w 5282519"/>
              <a:gd name="connsiteY116" fmla="*/ 1182687 h 6858000"/>
              <a:gd name="connsiteX117" fmla="*/ 152844 w 5282519"/>
              <a:gd name="connsiteY117" fmla="*/ 1136650 h 6858000"/>
              <a:gd name="connsiteX118" fmla="*/ 134368 w 5282519"/>
              <a:gd name="connsiteY118" fmla="*/ 1095375 h 6858000"/>
              <a:gd name="connsiteX119" fmla="*/ 115893 w 5282519"/>
              <a:gd name="connsiteY119" fmla="*/ 1055687 h 6858000"/>
              <a:gd name="connsiteX120" fmla="*/ 95738 w 5282519"/>
              <a:gd name="connsiteY120" fmla="*/ 1017587 h 6858000"/>
              <a:gd name="connsiteX121" fmla="*/ 75583 w 5282519"/>
              <a:gd name="connsiteY121" fmla="*/ 981075 h 6858000"/>
              <a:gd name="connsiteX122" fmla="*/ 55427 w 5282519"/>
              <a:gd name="connsiteY122" fmla="*/ 942975 h 6858000"/>
              <a:gd name="connsiteX123" fmla="*/ 38632 w 5282519"/>
              <a:gd name="connsiteY123" fmla="*/ 901700 h 6858000"/>
              <a:gd name="connsiteX124" fmla="*/ 23515 w 5282519"/>
              <a:gd name="connsiteY124" fmla="*/ 854075 h 6858000"/>
              <a:gd name="connsiteX125" fmla="*/ 11758 w 5282519"/>
              <a:gd name="connsiteY125" fmla="*/ 801687 h 6858000"/>
              <a:gd name="connsiteX126" fmla="*/ 3359 w 5282519"/>
              <a:gd name="connsiteY126" fmla="*/ 744537 h 6858000"/>
              <a:gd name="connsiteX127" fmla="*/ 0 w 5282519"/>
              <a:gd name="connsiteY127" fmla="*/ 673100 h 6858000"/>
              <a:gd name="connsiteX128" fmla="*/ 3359 w 5282519"/>
              <a:gd name="connsiteY128" fmla="*/ 606425 h 6858000"/>
              <a:gd name="connsiteX129" fmla="*/ 11758 w 5282519"/>
              <a:gd name="connsiteY129" fmla="*/ 546100 h 6858000"/>
              <a:gd name="connsiteX130" fmla="*/ 23515 w 5282519"/>
              <a:gd name="connsiteY130" fmla="*/ 496887 h 6858000"/>
              <a:gd name="connsiteX131" fmla="*/ 38632 w 5282519"/>
              <a:gd name="connsiteY131" fmla="*/ 450850 h 6858000"/>
              <a:gd name="connsiteX132" fmla="*/ 55427 w 5282519"/>
              <a:gd name="connsiteY132" fmla="*/ 409575 h 6858000"/>
              <a:gd name="connsiteX133" fmla="*/ 73903 w 5282519"/>
              <a:gd name="connsiteY133" fmla="*/ 369887 h 6858000"/>
              <a:gd name="connsiteX134" fmla="*/ 92379 w 5282519"/>
              <a:gd name="connsiteY134" fmla="*/ 334962 h 6858000"/>
              <a:gd name="connsiteX135" fmla="*/ 112534 w 5282519"/>
              <a:gd name="connsiteY135" fmla="*/ 296862 h 6858000"/>
              <a:gd name="connsiteX136" fmla="*/ 132689 w 5282519"/>
              <a:gd name="connsiteY136" fmla="*/ 260350 h 6858000"/>
              <a:gd name="connsiteX137" fmla="*/ 149485 w 5282519"/>
              <a:gd name="connsiteY137" fmla="*/ 217487 h 6858000"/>
              <a:gd name="connsiteX138" fmla="*/ 166281 w 5282519"/>
              <a:gd name="connsiteY138" fmla="*/ 174625 h 6858000"/>
              <a:gd name="connsiteX139" fmla="*/ 176358 w 5282519"/>
              <a:gd name="connsiteY139" fmla="*/ 122237 h 6858000"/>
              <a:gd name="connsiteX140" fmla="*/ 184756 w 5282519"/>
              <a:gd name="connsiteY140" fmla="*/ 6667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</a:cxnLst>
            <a:rect l="l" t="t" r="r" b="b"/>
            <a:pathLst>
              <a:path w="5282519" h="6858000">
                <a:moveTo>
                  <a:pt x="189795" y="0"/>
                </a:moveTo>
                <a:lnTo>
                  <a:pt x="5282519" y="0"/>
                </a:lnTo>
                <a:lnTo>
                  <a:pt x="5282519" y="6858000"/>
                </a:lnTo>
                <a:lnTo>
                  <a:pt x="189795" y="6858000"/>
                </a:lnTo>
                <a:lnTo>
                  <a:pt x="184756" y="6791325"/>
                </a:lnTo>
                <a:lnTo>
                  <a:pt x="176358" y="6735762"/>
                </a:lnTo>
                <a:lnTo>
                  <a:pt x="166281" y="6683375"/>
                </a:lnTo>
                <a:lnTo>
                  <a:pt x="149485" y="6640512"/>
                </a:lnTo>
                <a:lnTo>
                  <a:pt x="132689" y="6597650"/>
                </a:lnTo>
                <a:lnTo>
                  <a:pt x="112534" y="6561137"/>
                </a:lnTo>
                <a:lnTo>
                  <a:pt x="92379" y="6523037"/>
                </a:lnTo>
                <a:lnTo>
                  <a:pt x="73903" y="6488112"/>
                </a:lnTo>
                <a:lnTo>
                  <a:pt x="55427" y="6448425"/>
                </a:lnTo>
                <a:lnTo>
                  <a:pt x="38632" y="6407150"/>
                </a:lnTo>
                <a:lnTo>
                  <a:pt x="23515" y="6361112"/>
                </a:lnTo>
                <a:lnTo>
                  <a:pt x="11758" y="6311900"/>
                </a:lnTo>
                <a:lnTo>
                  <a:pt x="3359" y="6251575"/>
                </a:lnTo>
                <a:lnTo>
                  <a:pt x="0" y="6183312"/>
                </a:lnTo>
                <a:lnTo>
                  <a:pt x="3359" y="6113462"/>
                </a:lnTo>
                <a:lnTo>
                  <a:pt x="11758" y="6056312"/>
                </a:lnTo>
                <a:lnTo>
                  <a:pt x="23515" y="6003925"/>
                </a:lnTo>
                <a:lnTo>
                  <a:pt x="38632" y="5956300"/>
                </a:lnTo>
                <a:lnTo>
                  <a:pt x="55427" y="5915025"/>
                </a:lnTo>
                <a:lnTo>
                  <a:pt x="75583" y="5876925"/>
                </a:lnTo>
                <a:lnTo>
                  <a:pt x="95738" y="5840412"/>
                </a:lnTo>
                <a:lnTo>
                  <a:pt x="115893" y="5802312"/>
                </a:lnTo>
                <a:lnTo>
                  <a:pt x="134368" y="5762625"/>
                </a:lnTo>
                <a:lnTo>
                  <a:pt x="152844" y="5721350"/>
                </a:lnTo>
                <a:lnTo>
                  <a:pt x="167960" y="5675312"/>
                </a:lnTo>
                <a:lnTo>
                  <a:pt x="178038" y="5622925"/>
                </a:lnTo>
                <a:lnTo>
                  <a:pt x="188115" y="5562600"/>
                </a:lnTo>
                <a:lnTo>
                  <a:pt x="189795" y="5494337"/>
                </a:lnTo>
                <a:lnTo>
                  <a:pt x="188115" y="5426075"/>
                </a:lnTo>
                <a:lnTo>
                  <a:pt x="178038" y="5365750"/>
                </a:lnTo>
                <a:lnTo>
                  <a:pt x="167960" y="5313362"/>
                </a:lnTo>
                <a:lnTo>
                  <a:pt x="152844" y="5268912"/>
                </a:lnTo>
                <a:lnTo>
                  <a:pt x="134368" y="5226050"/>
                </a:lnTo>
                <a:lnTo>
                  <a:pt x="115893" y="5186362"/>
                </a:lnTo>
                <a:lnTo>
                  <a:pt x="95738" y="5149850"/>
                </a:lnTo>
                <a:lnTo>
                  <a:pt x="75583" y="5114925"/>
                </a:lnTo>
                <a:lnTo>
                  <a:pt x="55427" y="5075237"/>
                </a:lnTo>
                <a:lnTo>
                  <a:pt x="38632" y="5033962"/>
                </a:lnTo>
                <a:lnTo>
                  <a:pt x="23515" y="4987925"/>
                </a:lnTo>
                <a:lnTo>
                  <a:pt x="11758" y="4935537"/>
                </a:lnTo>
                <a:lnTo>
                  <a:pt x="3359" y="4875212"/>
                </a:lnTo>
                <a:lnTo>
                  <a:pt x="0" y="4806950"/>
                </a:lnTo>
                <a:lnTo>
                  <a:pt x="3359" y="4738687"/>
                </a:lnTo>
                <a:lnTo>
                  <a:pt x="11758" y="4678362"/>
                </a:lnTo>
                <a:lnTo>
                  <a:pt x="23515" y="4625975"/>
                </a:lnTo>
                <a:lnTo>
                  <a:pt x="38632" y="4579937"/>
                </a:lnTo>
                <a:lnTo>
                  <a:pt x="55427" y="4537075"/>
                </a:lnTo>
                <a:lnTo>
                  <a:pt x="75583" y="4498975"/>
                </a:lnTo>
                <a:lnTo>
                  <a:pt x="115893" y="4424362"/>
                </a:lnTo>
                <a:lnTo>
                  <a:pt x="134368" y="4386262"/>
                </a:lnTo>
                <a:lnTo>
                  <a:pt x="152844" y="4343400"/>
                </a:lnTo>
                <a:lnTo>
                  <a:pt x="167960" y="4297362"/>
                </a:lnTo>
                <a:lnTo>
                  <a:pt x="178038" y="4244975"/>
                </a:lnTo>
                <a:lnTo>
                  <a:pt x="188115" y="4186237"/>
                </a:lnTo>
                <a:lnTo>
                  <a:pt x="189795" y="4116387"/>
                </a:lnTo>
                <a:lnTo>
                  <a:pt x="188115" y="4048125"/>
                </a:lnTo>
                <a:lnTo>
                  <a:pt x="178038" y="3987800"/>
                </a:lnTo>
                <a:lnTo>
                  <a:pt x="167960" y="3935412"/>
                </a:lnTo>
                <a:lnTo>
                  <a:pt x="152844" y="3890962"/>
                </a:lnTo>
                <a:lnTo>
                  <a:pt x="134368" y="3848100"/>
                </a:lnTo>
                <a:lnTo>
                  <a:pt x="115893" y="3811587"/>
                </a:lnTo>
                <a:lnTo>
                  <a:pt x="75583" y="3736975"/>
                </a:lnTo>
                <a:lnTo>
                  <a:pt x="55427" y="3697287"/>
                </a:lnTo>
                <a:lnTo>
                  <a:pt x="38632" y="3656012"/>
                </a:lnTo>
                <a:lnTo>
                  <a:pt x="23515" y="3609975"/>
                </a:lnTo>
                <a:lnTo>
                  <a:pt x="11758" y="3557587"/>
                </a:lnTo>
                <a:lnTo>
                  <a:pt x="3359" y="3497262"/>
                </a:lnTo>
                <a:lnTo>
                  <a:pt x="0" y="3427412"/>
                </a:lnTo>
                <a:lnTo>
                  <a:pt x="3359" y="3360737"/>
                </a:lnTo>
                <a:lnTo>
                  <a:pt x="11758" y="3300412"/>
                </a:lnTo>
                <a:lnTo>
                  <a:pt x="23515" y="3248025"/>
                </a:lnTo>
                <a:lnTo>
                  <a:pt x="38632" y="3201987"/>
                </a:lnTo>
                <a:lnTo>
                  <a:pt x="55427" y="3160712"/>
                </a:lnTo>
                <a:lnTo>
                  <a:pt x="75583" y="3121025"/>
                </a:lnTo>
                <a:lnTo>
                  <a:pt x="95738" y="3084512"/>
                </a:lnTo>
                <a:lnTo>
                  <a:pt x="115893" y="3046412"/>
                </a:lnTo>
                <a:lnTo>
                  <a:pt x="134368" y="3009900"/>
                </a:lnTo>
                <a:lnTo>
                  <a:pt x="152844" y="2967037"/>
                </a:lnTo>
                <a:lnTo>
                  <a:pt x="167960" y="2922587"/>
                </a:lnTo>
                <a:lnTo>
                  <a:pt x="178038" y="2868612"/>
                </a:lnTo>
                <a:lnTo>
                  <a:pt x="188115" y="2809875"/>
                </a:lnTo>
                <a:lnTo>
                  <a:pt x="189795" y="2741612"/>
                </a:lnTo>
                <a:lnTo>
                  <a:pt x="188115" y="2671762"/>
                </a:lnTo>
                <a:lnTo>
                  <a:pt x="178038" y="2613025"/>
                </a:lnTo>
                <a:lnTo>
                  <a:pt x="167960" y="2560637"/>
                </a:lnTo>
                <a:lnTo>
                  <a:pt x="152844" y="2513012"/>
                </a:lnTo>
                <a:lnTo>
                  <a:pt x="134368" y="2471737"/>
                </a:lnTo>
                <a:lnTo>
                  <a:pt x="115893" y="2433637"/>
                </a:lnTo>
                <a:lnTo>
                  <a:pt x="95738" y="2395537"/>
                </a:lnTo>
                <a:lnTo>
                  <a:pt x="75583" y="2359025"/>
                </a:lnTo>
                <a:lnTo>
                  <a:pt x="55427" y="2319337"/>
                </a:lnTo>
                <a:lnTo>
                  <a:pt x="38632" y="2278062"/>
                </a:lnTo>
                <a:lnTo>
                  <a:pt x="23515" y="2232025"/>
                </a:lnTo>
                <a:lnTo>
                  <a:pt x="11758" y="2179637"/>
                </a:lnTo>
                <a:lnTo>
                  <a:pt x="3359" y="2119312"/>
                </a:lnTo>
                <a:lnTo>
                  <a:pt x="0" y="2051050"/>
                </a:lnTo>
                <a:lnTo>
                  <a:pt x="3359" y="1982787"/>
                </a:lnTo>
                <a:lnTo>
                  <a:pt x="11758" y="1922462"/>
                </a:lnTo>
                <a:lnTo>
                  <a:pt x="23515" y="1870075"/>
                </a:lnTo>
                <a:lnTo>
                  <a:pt x="38632" y="1824037"/>
                </a:lnTo>
                <a:lnTo>
                  <a:pt x="55427" y="1782762"/>
                </a:lnTo>
                <a:lnTo>
                  <a:pt x="75583" y="1743075"/>
                </a:lnTo>
                <a:lnTo>
                  <a:pt x="95738" y="1708150"/>
                </a:lnTo>
                <a:lnTo>
                  <a:pt x="115893" y="1671637"/>
                </a:lnTo>
                <a:lnTo>
                  <a:pt x="134368" y="1631950"/>
                </a:lnTo>
                <a:lnTo>
                  <a:pt x="152844" y="1589087"/>
                </a:lnTo>
                <a:lnTo>
                  <a:pt x="167960" y="1544637"/>
                </a:lnTo>
                <a:lnTo>
                  <a:pt x="178038" y="1492250"/>
                </a:lnTo>
                <a:lnTo>
                  <a:pt x="188115" y="1431925"/>
                </a:lnTo>
                <a:lnTo>
                  <a:pt x="189795" y="1363662"/>
                </a:lnTo>
                <a:lnTo>
                  <a:pt x="188115" y="1295400"/>
                </a:lnTo>
                <a:lnTo>
                  <a:pt x="178038" y="1235075"/>
                </a:lnTo>
                <a:lnTo>
                  <a:pt x="167960" y="1182687"/>
                </a:lnTo>
                <a:lnTo>
                  <a:pt x="152844" y="1136650"/>
                </a:lnTo>
                <a:lnTo>
                  <a:pt x="134368" y="1095375"/>
                </a:lnTo>
                <a:lnTo>
                  <a:pt x="115893" y="1055687"/>
                </a:lnTo>
                <a:lnTo>
                  <a:pt x="95738" y="1017587"/>
                </a:lnTo>
                <a:lnTo>
                  <a:pt x="75583" y="981075"/>
                </a:lnTo>
                <a:lnTo>
                  <a:pt x="55427" y="942975"/>
                </a:lnTo>
                <a:lnTo>
                  <a:pt x="38632" y="901700"/>
                </a:lnTo>
                <a:lnTo>
                  <a:pt x="23515" y="854075"/>
                </a:lnTo>
                <a:lnTo>
                  <a:pt x="11758" y="801687"/>
                </a:lnTo>
                <a:lnTo>
                  <a:pt x="3359" y="744537"/>
                </a:lnTo>
                <a:lnTo>
                  <a:pt x="0" y="673100"/>
                </a:lnTo>
                <a:lnTo>
                  <a:pt x="3359" y="606425"/>
                </a:lnTo>
                <a:lnTo>
                  <a:pt x="11758" y="546100"/>
                </a:lnTo>
                <a:lnTo>
                  <a:pt x="23515" y="496887"/>
                </a:lnTo>
                <a:lnTo>
                  <a:pt x="38632" y="450850"/>
                </a:lnTo>
                <a:lnTo>
                  <a:pt x="55427" y="409575"/>
                </a:lnTo>
                <a:lnTo>
                  <a:pt x="73903" y="369887"/>
                </a:lnTo>
                <a:lnTo>
                  <a:pt x="92379" y="334962"/>
                </a:lnTo>
                <a:lnTo>
                  <a:pt x="112534" y="296862"/>
                </a:lnTo>
                <a:lnTo>
                  <a:pt x="132689" y="260350"/>
                </a:lnTo>
                <a:lnTo>
                  <a:pt x="149485" y="217487"/>
                </a:lnTo>
                <a:lnTo>
                  <a:pt x="166281" y="174625"/>
                </a:lnTo>
                <a:lnTo>
                  <a:pt x="176358" y="122237"/>
                </a:lnTo>
                <a:lnTo>
                  <a:pt x="184756" y="666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Immagine 3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7E873E0D-4D75-D620-B349-D558C07CD3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585" r="37833" b="-3"/>
          <a:stretch>
            <a:fillRect/>
          </a:stretch>
        </p:blipFill>
        <p:spPr>
          <a:xfrm>
            <a:off x="5182110" y="10"/>
            <a:ext cx="3961890" cy="6857990"/>
          </a:xfrm>
          <a:custGeom>
            <a:avLst/>
            <a:gdLst/>
            <a:ahLst/>
            <a:cxnLst/>
            <a:rect l="l" t="t" r="r" b="b"/>
            <a:pathLst>
              <a:path w="5282519" h="6858000">
                <a:moveTo>
                  <a:pt x="189795" y="0"/>
                </a:moveTo>
                <a:lnTo>
                  <a:pt x="5282519" y="0"/>
                </a:lnTo>
                <a:lnTo>
                  <a:pt x="5282519" y="6858000"/>
                </a:lnTo>
                <a:lnTo>
                  <a:pt x="189795" y="6858000"/>
                </a:lnTo>
                <a:lnTo>
                  <a:pt x="184756" y="6791325"/>
                </a:lnTo>
                <a:lnTo>
                  <a:pt x="176358" y="6735762"/>
                </a:lnTo>
                <a:lnTo>
                  <a:pt x="166281" y="6683375"/>
                </a:lnTo>
                <a:lnTo>
                  <a:pt x="149485" y="6640512"/>
                </a:lnTo>
                <a:lnTo>
                  <a:pt x="132689" y="6597650"/>
                </a:lnTo>
                <a:lnTo>
                  <a:pt x="112534" y="6561137"/>
                </a:lnTo>
                <a:lnTo>
                  <a:pt x="92379" y="6523037"/>
                </a:lnTo>
                <a:lnTo>
                  <a:pt x="73903" y="6488112"/>
                </a:lnTo>
                <a:lnTo>
                  <a:pt x="55427" y="6448425"/>
                </a:lnTo>
                <a:lnTo>
                  <a:pt x="38632" y="6407150"/>
                </a:lnTo>
                <a:lnTo>
                  <a:pt x="23515" y="6361112"/>
                </a:lnTo>
                <a:lnTo>
                  <a:pt x="11758" y="6311900"/>
                </a:lnTo>
                <a:lnTo>
                  <a:pt x="3359" y="6251575"/>
                </a:lnTo>
                <a:lnTo>
                  <a:pt x="0" y="6183312"/>
                </a:lnTo>
                <a:lnTo>
                  <a:pt x="3359" y="6113462"/>
                </a:lnTo>
                <a:lnTo>
                  <a:pt x="11758" y="6056312"/>
                </a:lnTo>
                <a:lnTo>
                  <a:pt x="23515" y="6003925"/>
                </a:lnTo>
                <a:lnTo>
                  <a:pt x="38632" y="5956300"/>
                </a:lnTo>
                <a:lnTo>
                  <a:pt x="55427" y="5915025"/>
                </a:lnTo>
                <a:lnTo>
                  <a:pt x="75583" y="5876925"/>
                </a:lnTo>
                <a:lnTo>
                  <a:pt x="95738" y="5840412"/>
                </a:lnTo>
                <a:lnTo>
                  <a:pt x="115893" y="5802312"/>
                </a:lnTo>
                <a:lnTo>
                  <a:pt x="134368" y="5762625"/>
                </a:lnTo>
                <a:lnTo>
                  <a:pt x="152844" y="5721350"/>
                </a:lnTo>
                <a:lnTo>
                  <a:pt x="167960" y="5675312"/>
                </a:lnTo>
                <a:lnTo>
                  <a:pt x="178038" y="5622925"/>
                </a:lnTo>
                <a:lnTo>
                  <a:pt x="188115" y="5562600"/>
                </a:lnTo>
                <a:lnTo>
                  <a:pt x="189795" y="5494337"/>
                </a:lnTo>
                <a:lnTo>
                  <a:pt x="188115" y="5426075"/>
                </a:lnTo>
                <a:lnTo>
                  <a:pt x="178038" y="5365750"/>
                </a:lnTo>
                <a:lnTo>
                  <a:pt x="167960" y="5313362"/>
                </a:lnTo>
                <a:lnTo>
                  <a:pt x="152844" y="5268912"/>
                </a:lnTo>
                <a:lnTo>
                  <a:pt x="134368" y="5226050"/>
                </a:lnTo>
                <a:lnTo>
                  <a:pt x="115893" y="5186362"/>
                </a:lnTo>
                <a:lnTo>
                  <a:pt x="95738" y="5149850"/>
                </a:lnTo>
                <a:lnTo>
                  <a:pt x="75583" y="5114925"/>
                </a:lnTo>
                <a:lnTo>
                  <a:pt x="55427" y="5075237"/>
                </a:lnTo>
                <a:lnTo>
                  <a:pt x="38632" y="5033962"/>
                </a:lnTo>
                <a:lnTo>
                  <a:pt x="23515" y="4987925"/>
                </a:lnTo>
                <a:lnTo>
                  <a:pt x="11758" y="4935537"/>
                </a:lnTo>
                <a:lnTo>
                  <a:pt x="3359" y="4875212"/>
                </a:lnTo>
                <a:lnTo>
                  <a:pt x="0" y="4806950"/>
                </a:lnTo>
                <a:lnTo>
                  <a:pt x="3359" y="4738687"/>
                </a:lnTo>
                <a:lnTo>
                  <a:pt x="11758" y="4678362"/>
                </a:lnTo>
                <a:lnTo>
                  <a:pt x="23515" y="4625975"/>
                </a:lnTo>
                <a:lnTo>
                  <a:pt x="38632" y="4579937"/>
                </a:lnTo>
                <a:lnTo>
                  <a:pt x="55427" y="4537075"/>
                </a:lnTo>
                <a:lnTo>
                  <a:pt x="75583" y="4498975"/>
                </a:lnTo>
                <a:lnTo>
                  <a:pt x="115893" y="4424362"/>
                </a:lnTo>
                <a:lnTo>
                  <a:pt x="134368" y="4386262"/>
                </a:lnTo>
                <a:lnTo>
                  <a:pt x="152844" y="4343400"/>
                </a:lnTo>
                <a:lnTo>
                  <a:pt x="167960" y="4297362"/>
                </a:lnTo>
                <a:lnTo>
                  <a:pt x="178038" y="4244975"/>
                </a:lnTo>
                <a:lnTo>
                  <a:pt x="188115" y="4186237"/>
                </a:lnTo>
                <a:lnTo>
                  <a:pt x="189795" y="4116387"/>
                </a:lnTo>
                <a:lnTo>
                  <a:pt x="188115" y="4048125"/>
                </a:lnTo>
                <a:lnTo>
                  <a:pt x="178038" y="3987800"/>
                </a:lnTo>
                <a:lnTo>
                  <a:pt x="167960" y="3935412"/>
                </a:lnTo>
                <a:lnTo>
                  <a:pt x="152844" y="3890962"/>
                </a:lnTo>
                <a:lnTo>
                  <a:pt x="134368" y="3848100"/>
                </a:lnTo>
                <a:lnTo>
                  <a:pt x="115893" y="3811587"/>
                </a:lnTo>
                <a:lnTo>
                  <a:pt x="75583" y="3736975"/>
                </a:lnTo>
                <a:lnTo>
                  <a:pt x="55427" y="3697287"/>
                </a:lnTo>
                <a:lnTo>
                  <a:pt x="38632" y="3656012"/>
                </a:lnTo>
                <a:lnTo>
                  <a:pt x="23515" y="3609975"/>
                </a:lnTo>
                <a:lnTo>
                  <a:pt x="11758" y="3557587"/>
                </a:lnTo>
                <a:lnTo>
                  <a:pt x="3359" y="3497262"/>
                </a:lnTo>
                <a:lnTo>
                  <a:pt x="0" y="3427412"/>
                </a:lnTo>
                <a:lnTo>
                  <a:pt x="3359" y="3360737"/>
                </a:lnTo>
                <a:lnTo>
                  <a:pt x="11758" y="3300412"/>
                </a:lnTo>
                <a:lnTo>
                  <a:pt x="23515" y="3248025"/>
                </a:lnTo>
                <a:lnTo>
                  <a:pt x="38632" y="3201987"/>
                </a:lnTo>
                <a:lnTo>
                  <a:pt x="55427" y="3160712"/>
                </a:lnTo>
                <a:lnTo>
                  <a:pt x="75583" y="3121025"/>
                </a:lnTo>
                <a:lnTo>
                  <a:pt x="95738" y="3084512"/>
                </a:lnTo>
                <a:lnTo>
                  <a:pt x="115893" y="3046412"/>
                </a:lnTo>
                <a:lnTo>
                  <a:pt x="134368" y="3009900"/>
                </a:lnTo>
                <a:lnTo>
                  <a:pt x="152844" y="2967037"/>
                </a:lnTo>
                <a:lnTo>
                  <a:pt x="167960" y="2922587"/>
                </a:lnTo>
                <a:lnTo>
                  <a:pt x="178038" y="2868612"/>
                </a:lnTo>
                <a:lnTo>
                  <a:pt x="188115" y="2809875"/>
                </a:lnTo>
                <a:lnTo>
                  <a:pt x="189795" y="2741612"/>
                </a:lnTo>
                <a:lnTo>
                  <a:pt x="188115" y="2671762"/>
                </a:lnTo>
                <a:lnTo>
                  <a:pt x="178038" y="2613025"/>
                </a:lnTo>
                <a:lnTo>
                  <a:pt x="167960" y="2560637"/>
                </a:lnTo>
                <a:lnTo>
                  <a:pt x="152844" y="2513012"/>
                </a:lnTo>
                <a:lnTo>
                  <a:pt x="134368" y="2471737"/>
                </a:lnTo>
                <a:lnTo>
                  <a:pt x="115893" y="2433637"/>
                </a:lnTo>
                <a:lnTo>
                  <a:pt x="95738" y="2395537"/>
                </a:lnTo>
                <a:lnTo>
                  <a:pt x="75583" y="2359025"/>
                </a:lnTo>
                <a:lnTo>
                  <a:pt x="55427" y="2319337"/>
                </a:lnTo>
                <a:lnTo>
                  <a:pt x="38632" y="2278062"/>
                </a:lnTo>
                <a:lnTo>
                  <a:pt x="23515" y="2232025"/>
                </a:lnTo>
                <a:lnTo>
                  <a:pt x="11758" y="2179637"/>
                </a:lnTo>
                <a:lnTo>
                  <a:pt x="3359" y="2119312"/>
                </a:lnTo>
                <a:lnTo>
                  <a:pt x="0" y="2051050"/>
                </a:lnTo>
                <a:lnTo>
                  <a:pt x="3359" y="1982787"/>
                </a:lnTo>
                <a:lnTo>
                  <a:pt x="11758" y="1922462"/>
                </a:lnTo>
                <a:lnTo>
                  <a:pt x="23515" y="1870075"/>
                </a:lnTo>
                <a:lnTo>
                  <a:pt x="38632" y="1824037"/>
                </a:lnTo>
                <a:lnTo>
                  <a:pt x="55427" y="1782762"/>
                </a:lnTo>
                <a:lnTo>
                  <a:pt x="75583" y="1743075"/>
                </a:lnTo>
                <a:lnTo>
                  <a:pt x="95738" y="1708150"/>
                </a:lnTo>
                <a:lnTo>
                  <a:pt x="115893" y="1671637"/>
                </a:lnTo>
                <a:lnTo>
                  <a:pt x="134368" y="1631950"/>
                </a:lnTo>
                <a:lnTo>
                  <a:pt x="152844" y="1589087"/>
                </a:lnTo>
                <a:lnTo>
                  <a:pt x="167960" y="1544637"/>
                </a:lnTo>
                <a:lnTo>
                  <a:pt x="178038" y="1492250"/>
                </a:lnTo>
                <a:lnTo>
                  <a:pt x="188115" y="1431925"/>
                </a:lnTo>
                <a:lnTo>
                  <a:pt x="189795" y="1363662"/>
                </a:lnTo>
                <a:lnTo>
                  <a:pt x="188115" y="1295400"/>
                </a:lnTo>
                <a:lnTo>
                  <a:pt x="178038" y="1235075"/>
                </a:lnTo>
                <a:lnTo>
                  <a:pt x="167960" y="1182687"/>
                </a:lnTo>
                <a:lnTo>
                  <a:pt x="152844" y="1136650"/>
                </a:lnTo>
                <a:lnTo>
                  <a:pt x="134368" y="1095375"/>
                </a:lnTo>
                <a:lnTo>
                  <a:pt x="115893" y="1055687"/>
                </a:lnTo>
                <a:lnTo>
                  <a:pt x="95738" y="1017587"/>
                </a:lnTo>
                <a:lnTo>
                  <a:pt x="75583" y="981075"/>
                </a:lnTo>
                <a:lnTo>
                  <a:pt x="55427" y="942975"/>
                </a:lnTo>
                <a:lnTo>
                  <a:pt x="38632" y="901700"/>
                </a:lnTo>
                <a:lnTo>
                  <a:pt x="23515" y="854075"/>
                </a:lnTo>
                <a:lnTo>
                  <a:pt x="11758" y="801687"/>
                </a:lnTo>
                <a:lnTo>
                  <a:pt x="3359" y="744537"/>
                </a:lnTo>
                <a:lnTo>
                  <a:pt x="0" y="673100"/>
                </a:lnTo>
                <a:lnTo>
                  <a:pt x="3359" y="606425"/>
                </a:lnTo>
                <a:lnTo>
                  <a:pt x="11758" y="546100"/>
                </a:lnTo>
                <a:lnTo>
                  <a:pt x="23515" y="496887"/>
                </a:lnTo>
                <a:lnTo>
                  <a:pt x="38632" y="450850"/>
                </a:lnTo>
                <a:lnTo>
                  <a:pt x="55427" y="409575"/>
                </a:lnTo>
                <a:lnTo>
                  <a:pt x="73903" y="369887"/>
                </a:lnTo>
                <a:lnTo>
                  <a:pt x="92379" y="334962"/>
                </a:lnTo>
                <a:lnTo>
                  <a:pt x="112534" y="296862"/>
                </a:lnTo>
                <a:lnTo>
                  <a:pt x="132689" y="260350"/>
                </a:lnTo>
                <a:lnTo>
                  <a:pt x="149485" y="217487"/>
                </a:lnTo>
                <a:lnTo>
                  <a:pt x="166281" y="174625"/>
                </a:lnTo>
                <a:lnTo>
                  <a:pt x="176358" y="122237"/>
                </a:lnTo>
                <a:lnTo>
                  <a:pt x="184756" y="66675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0007538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ED7A0A-9F3B-ED90-6B77-126A99359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Freeform 6">
            <a:extLst>
              <a:ext uri="{FF2B5EF4-FFF2-40B4-BE49-F238E27FC236}">
                <a16:creationId xmlns:a16="http://schemas.microsoft.com/office/drawing/2014/main" id="{B217C2AD-51B4-40CE-A71F-F5D3F846D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2667762" y="630936"/>
            <a:ext cx="3926681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it-IT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6F1BF92E-23CF-4BFE-9E1F-C359BACFA3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 useBgFill="1">
        <p:nvSpPr>
          <p:cNvPr id="97" name="Rectangle 96">
            <a:extLst>
              <a:ext uri="{FF2B5EF4-FFF2-40B4-BE49-F238E27FC236}">
                <a16:creationId xmlns:a16="http://schemas.microsoft.com/office/drawing/2014/main" id="{33DFEFC0-99B4-4D27-9168-1B2F659A34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99" name="Freeform: Shape 98">
            <a:extLst>
              <a:ext uri="{FF2B5EF4-FFF2-40B4-BE49-F238E27FC236}">
                <a16:creationId xmlns:a16="http://schemas.microsoft.com/office/drawing/2014/main" id="{A2C20081-2005-4B05-BEA4-EB8D4C90A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070708"/>
            <a:ext cx="9144000" cy="1787292"/>
          </a:xfrm>
          <a:custGeom>
            <a:avLst/>
            <a:gdLst>
              <a:gd name="connsiteX0" fmla="*/ 619389 w 12192000"/>
              <a:gd name="connsiteY0" fmla="*/ 0 h 1787292"/>
              <a:gd name="connsiteX1" fmla="*/ 687652 w 12192000"/>
              <a:gd name="connsiteY1" fmla="*/ 3175 h 1787292"/>
              <a:gd name="connsiteX2" fmla="*/ 747977 w 12192000"/>
              <a:gd name="connsiteY2" fmla="*/ 9525 h 1787292"/>
              <a:gd name="connsiteX3" fmla="*/ 800364 w 12192000"/>
              <a:gd name="connsiteY3" fmla="*/ 20637 h 1787292"/>
              <a:gd name="connsiteX4" fmla="*/ 846402 w 12192000"/>
              <a:gd name="connsiteY4" fmla="*/ 36512 h 1787292"/>
              <a:gd name="connsiteX5" fmla="*/ 887677 w 12192000"/>
              <a:gd name="connsiteY5" fmla="*/ 52387 h 1787292"/>
              <a:gd name="connsiteX6" fmla="*/ 924189 w 12192000"/>
              <a:gd name="connsiteY6" fmla="*/ 68262 h 1787292"/>
              <a:gd name="connsiteX7" fmla="*/ 962289 w 12192000"/>
              <a:gd name="connsiteY7" fmla="*/ 87312 h 1787292"/>
              <a:gd name="connsiteX8" fmla="*/ 1000389 w 12192000"/>
              <a:gd name="connsiteY8" fmla="*/ 106362 h 1787292"/>
              <a:gd name="connsiteX9" fmla="*/ 1036902 w 12192000"/>
              <a:gd name="connsiteY9" fmla="*/ 125412 h 1787292"/>
              <a:gd name="connsiteX10" fmla="*/ 1078177 w 12192000"/>
              <a:gd name="connsiteY10" fmla="*/ 141287 h 1787292"/>
              <a:gd name="connsiteX11" fmla="*/ 1124214 w 12192000"/>
              <a:gd name="connsiteY11" fmla="*/ 155575 h 1787292"/>
              <a:gd name="connsiteX12" fmla="*/ 1176602 w 12192000"/>
              <a:gd name="connsiteY12" fmla="*/ 166687 h 1787292"/>
              <a:gd name="connsiteX13" fmla="*/ 1236927 w 12192000"/>
              <a:gd name="connsiteY13" fmla="*/ 174625 h 1787292"/>
              <a:gd name="connsiteX14" fmla="*/ 1305189 w 12192000"/>
              <a:gd name="connsiteY14" fmla="*/ 176212 h 1787292"/>
              <a:gd name="connsiteX15" fmla="*/ 1373452 w 12192000"/>
              <a:gd name="connsiteY15" fmla="*/ 174625 h 1787292"/>
              <a:gd name="connsiteX16" fmla="*/ 1433777 w 12192000"/>
              <a:gd name="connsiteY16" fmla="*/ 166687 h 1787292"/>
              <a:gd name="connsiteX17" fmla="*/ 1486164 w 12192000"/>
              <a:gd name="connsiteY17" fmla="*/ 155575 h 1787292"/>
              <a:gd name="connsiteX18" fmla="*/ 1532202 w 12192000"/>
              <a:gd name="connsiteY18" fmla="*/ 141287 h 1787292"/>
              <a:gd name="connsiteX19" fmla="*/ 1573477 w 12192000"/>
              <a:gd name="connsiteY19" fmla="*/ 125412 h 1787292"/>
              <a:gd name="connsiteX20" fmla="*/ 1609989 w 12192000"/>
              <a:gd name="connsiteY20" fmla="*/ 106362 h 1787292"/>
              <a:gd name="connsiteX21" fmla="*/ 1648089 w 12192000"/>
              <a:gd name="connsiteY21" fmla="*/ 87312 h 1787292"/>
              <a:gd name="connsiteX22" fmla="*/ 1686189 w 12192000"/>
              <a:gd name="connsiteY22" fmla="*/ 68262 h 1787292"/>
              <a:gd name="connsiteX23" fmla="*/ 1722702 w 12192000"/>
              <a:gd name="connsiteY23" fmla="*/ 52387 h 1787292"/>
              <a:gd name="connsiteX24" fmla="*/ 1763977 w 12192000"/>
              <a:gd name="connsiteY24" fmla="*/ 36512 h 1787292"/>
              <a:gd name="connsiteX25" fmla="*/ 1810014 w 12192000"/>
              <a:gd name="connsiteY25" fmla="*/ 20637 h 1787292"/>
              <a:gd name="connsiteX26" fmla="*/ 1862402 w 12192000"/>
              <a:gd name="connsiteY26" fmla="*/ 9525 h 1787292"/>
              <a:gd name="connsiteX27" fmla="*/ 1922727 w 12192000"/>
              <a:gd name="connsiteY27" fmla="*/ 3175 h 1787292"/>
              <a:gd name="connsiteX28" fmla="*/ 1990989 w 12192000"/>
              <a:gd name="connsiteY28" fmla="*/ 0 h 1787292"/>
              <a:gd name="connsiteX29" fmla="*/ 2059252 w 12192000"/>
              <a:gd name="connsiteY29" fmla="*/ 3175 h 1787292"/>
              <a:gd name="connsiteX30" fmla="*/ 2119577 w 12192000"/>
              <a:gd name="connsiteY30" fmla="*/ 9525 h 1787292"/>
              <a:gd name="connsiteX31" fmla="*/ 2171964 w 12192000"/>
              <a:gd name="connsiteY31" fmla="*/ 20637 h 1787292"/>
              <a:gd name="connsiteX32" fmla="*/ 2218002 w 12192000"/>
              <a:gd name="connsiteY32" fmla="*/ 36512 h 1787292"/>
              <a:gd name="connsiteX33" fmla="*/ 2259277 w 12192000"/>
              <a:gd name="connsiteY33" fmla="*/ 52387 h 1787292"/>
              <a:gd name="connsiteX34" fmla="*/ 2295789 w 12192000"/>
              <a:gd name="connsiteY34" fmla="*/ 68262 h 1787292"/>
              <a:gd name="connsiteX35" fmla="*/ 2333889 w 12192000"/>
              <a:gd name="connsiteY35" fmla="*/ 87312 h 1787292"/>
              <a:gd name="connsiteX36" fmla="*/ 2371989 w 12192000"/>
              <a:gd name="connsiteY36" fmla="*/ 106362 h 1787292"/>
              <a:gd name="connsiteX37" fmla="*/ 2408502 w 12192000"/>
              <a:gd name="connsiteY37" fmla="*/ 125412 h 1787292"/>
              <a:gd name="connsiteX38" fmla="*/ 2449777 w 12192000"/>
              <a:gd name="connsiteY38" fmla="*/ 141287 h 1787292"/>
              <a:gd name="connsiteX39" fmla="*/ 2495814 w 12192000"/>
              <a:gd name="connsiteY39" fmla="*/ 155575 h 1787292"/>
              <a:gd name="connsiteX40" fmla="*/ 2548202 w 12192000"/>
              <a:gd name="connsiteY40" fmla="*/ 166687 h 1787292"/>
              <a:gd name="connsiteX41" fmla="*/ 2608527 w 12192000"/>
              <a:gd name="connsiteY41" fmla="*/ 174625 h 1787292"/>
              <a:gd name="connsiteX42" fmla="*/ 2676789 w 12192000"/>
              <a:gd name="connsiteY42" fmla="*/ 176212 h 1787292"/>
              <a:gd name="connsiteX43" fmla="*/ 2745052 w 12192000"/>
              <a:gd name="connsiteY43" fmla="*/ 174625 h 1787292"/>
              <a:gd name="connsiteX44" fmla="*/ 2805377 w 12192000"/>
              <a:gd name="connsiteY44" fmla="*/ 166687 h 1787292"/>
              <a:gd name="connsiteX45" fmla="*/ 2857764 w 12192000"/>
              <a:gd name="connsiteY45" fmla="*/ 155575 h 1787292"/>
              <a:gd name="connsiteX46" fmla="*/ 2903802 w 12192000"/>
              <a:gd name="connsiteY46" fmla="*/ 141287 h 1787292"/>
              <a:gd name="connsiteX47" fmla="*/ 2945077 w 12192000"/>
              <a:gd name="connsiteY47" fmla="*/ 125412 h 1787292"/>
              <a:gd name="connsiteX48" fmla="*/ 2981589 w 12192000"/>
              <a:gd name="connsiteY48" fmla="*/ 106362 h 1787292"/>
              <a:gd name="connsiteX49" fmla="*/ 3019689 w 12192000"/>
              <a:gd name="connsiteY49" fmla="*/ 87312 h 1787292"/>
              <a:gd name="connsiteX50" fmla="*/ 3057789 w 12192000"/>
              <a:gd name="connsiteY50" fmla="*/ 68262 h 1787292"/>
              <a:gd name="connsiteX51" fmla="*/ 3094302 w 12192000"/>
              <a:gd name="connsiteY51" fmla="*/ 52387 h 1787292"/>
              <a:gd name="connsiteX52" fmla="*/ 3135577 w 12192000"/>
              <a:gd name="connsiteY52" fmla="*/ 36512 h 1787292"/>
              <a:gd name="connsiteX53" fmla="*/ 3181614 w 12192000"/>
              <a:gd name="connsiteY53" fmla="*/ 20637 h 1787292"/>
              <a:gd name="connsiteX54" fmla="*/ 3234002 w 12192000"/>
              <a:gd name="connsiteY54" fmla="*/ 9525 h 1787292"/>
              <a:gd name="connsiteX55" fmla="*/ 3294327 w 12192000"/>
              <a:gd name="connsiteY55" fmla="*/ 3175 h 1787292"/>
              <a:gd name="connsiteX56" fmla="*/ 3361002 w 12192000"/>
              <a:gd name="connsiteY56" fmla="*/ 0 h 1787292"/>
              <a:gd name="connsiteX57" fmla="*/ 3430852 w 12192000"/>
              <a:gd name="connsiteY57" fmla="*/ 3175 h 1787292"/>
              <a:gd name="connsiteX58" fmla="*/ 3491177 w 12192000"/>
              <a:gd name="connsiteY58" fmla="*/ 9525 h 1787292"/>
              <a:gd name="connsiteX59" fmla="*/ 3543564 w 12192000"/>
              <a:gd name="connsiteY59" fmla="*/ 20637 h 1787292"/>
              <a:gd name="connsiteX60" fmla="*/ 3589602 w 12192000"/>
              <a:gd name="connsiteY60" fmla="*/ 36512 h 1787292"/>
              <a:gd name="connsiteX61" fmla="*/ 3630877 w 12192000"/>
              <a:gd name="connsiteY61" fmla="*/ 52387 h 1787292"/>
              <a:gd name="connsiteX62" fmla="*/ 3667389 w 12192000"/>
              <a:gd name="connsiteY62" fmla="*/ 68262 h 1787292"/>
              <a:gd name="connsiteX63" fmla="*/ 3705489 w 12192000"/>
              <a:gd name="connsiteY63" fmla="*/ 87312 h 1787292"/>
              <a:gd name="connsiteX64" fmla="*/ 3743589 w 12192000"/>
              <a:gd name="connsiteY64" fmla="*/ 106362 h 1787292"/>
              <a:gd name="connsiteX65" fmla="*/ 3780102 w 12192000"/>
              <a:gd name="connsiteY65" fmla="*/ 125412 h 1787292"/>
              <a:gd name="connsiteX66" fmla="*/ 3821377 w 12192000"/>
              <a:gd name="connsiteY66" fmla="*/ 141287 h 1787292"/>
              <a:gd name="connsiteX67" fmla="*/ 3867414 w 12192000"/>
              <a:gd name="connsiteY67" fmla="*/ 155575 h 1787292"/>
              <a:gd name="connsiteX68" fmla="*/ 3919802 w 12192000"/>
              <a:gd name="connsiteY68" fmla="*/ 166687 h 1787292"/>
              <a:gd name="connsiteX69" fmla="*/ 3980127 w 12192000"/>
              <a:gd name="connsiteY69" fmla="*/ 174625 h 1787292"/>
              <a:gd name="connsiteX70" fmla="*/ 4048389 w 12192000"/>
              <a:gd name="connsiteY70" fmla="*/ 176212 h 1787292"/>
              <a:gd name="connsiteX71" fmla="*/ 4116652 w 12192000"/>
              <a:gd name="connsiteY71" fmla="*/ 174625 h 1787292"/>
              <a:gd name="connsiteX72" fmla="*/ 4176977 w 12192000"/>
              <a:gd name="connsiteY72" fmla="*/ 166687 h 1787292"/>
              <a:gd name="connsiteX73" fmla="*/ 4229364 w 12192000"/>
              <a:gd name="connsiteY73" fmla="*/ 155575 h 1787292"/>
              <a:gd name="connsiteX74" fmla="*/ 4275402 w 12192000"/>
              <a:gd name="connsiteY74" fmla="*/ 141287 h 1787292"/>
              <a:gd name="connsiteX75" fmla="*/ 4316677 w 12192000"/>
              <a:gd name="connsiteY75" fmla="*/ 125412 h 1787292"/>
              <a:gd name="connsiteX76" fmla="*/ 4353189 w 12192000"/>
              <a:gd name="connsiteY76" fmla="*/ 106362 h 1787292"/>
              <a:gd name="connsiteX77" fmla="*/ 4429389 w 12192000"/>
              <a:gd name="connsiteY77" fmla="*/ 68262 h 1787292"/>
              <a:gd name="connsiteX78" fmla="*/ 4465902 w 12192000"/>
              <a:gd name="connsiteY78" fmla="*/ 52387 h 1787292"/>
              <a:gd name="connsiteX79" fmla="*/ 4507177 w 12192000"/>
              <a:gd name="connsiteY79" fmla="*/ 36512 h 1787292"/>
              <a:gd name="connsiteX80" fmla="*/ 4553214 w 12192000"/>
              <a:gd name="connsiteY80" fmla="*/ 20637 h 1787292"/>
              <a:gd name="connsiteX81" fmla="*/ 4605602 w 12192000"/>
              <a:gd name="connsiteY81" fmla="*/ 9525 h 1787292"/>
              <a:gd name="connsiteX82" fmla="*/ 4665928 w 12192000"/>
              <a:gd name="connsiteY82" fmla="*/ 3175 h 1787292"/>
              <a:gd name="connsiteX83" fmla="*/ 4734189 w 12192000"/>
              <a:gd name="connsiteY83" fmla="*/ 0 h 1787292"/>
              <a:gd name="connsiteX84" fmla="*/ 4802453 w 12192000"/>
              <a:gd name="connsiteY84" fmla="*/ 3175 h 1787292"/>
              <a:gd name="connsiteX85" fmla="*/ 4862777 w 12192000"/>
              <a:gd name="connsiteY85" fmla="*/ 9525 h 1787292"/>
              <a:gd name="connsiteX86" fmla="*/ 4915165 w 12192000"/>
              <a:gd name="connsiteY86" fmla="*/ 20637 h 1787292"/>
              <a:gd name="connsiteX87" fmla="*/ 4961201 w 12192000"/>
              <a:gd name="connsiteY87" fmla="*/ 36512 h 1787292"/>
              <a:gd name="connsiteX88" fmla="*/ 5002476 w 12192000"/>
              <a:gd name="connsiteY88" fmla="*/ 52387 h 1787292"/>
              <a:gd name="connsiteX89" fmla="*/ 5038989 w 12192000"/>
              <a:gd name="connsiteY89" fmla="*/ 68262 h 1787292"/>
              <a:gd name="connsiteX90" fmla="*/ 5077089 w 12192000"/>
              <a:gd name="connsiteY90" fmla="*/ 87312 h 1787292"/>
              <a:gd name="connsiteX91" fmla="*/ 5115189 w 12192000"/>
              <a:gd name="connsiteY91" fmla="*/ 106362 h 1787292"/>
              <a:gd name="connsiteX92" fmla="*/ 5151701 w 12192000"/>
              <a:gd name="connsiteY92" fmla="*/ 125412 h 1787292"/>
              <a:gd name="connsiteX93" fmla="*/ 5192976 w 12192000"/>
              <a:gd name="connsiteY93" fmla="*/ 141287 h 1787292"/>
              <a:gd name="connsiteX94" fmla="*/ 5239014 w 12192000"/>
              <a:gd name="connsiteY94" fmla="*/ 155575 h 1787292"/>
              <a:gd name="connsiteX95" fmla="*/ 5291401 w 12192000"/>
              <a:gd name="connsiteY95" fmla="*/ 166687 h 1787292"/>
              <a:gd name="connsiteX96" fmla="*/ 5351727 w 12192000"/>
              <a:gd name="connsiteY96" fmla="*/ 174625 h 1787292"/>
              <a:gd name="connsiteX97" fmla="*/ 5410199 w 12192000"/>
              <a:gd name="connsiteY97" fmla="*/ 175985 h 1787292"/>
              <a:gd name="connsiteX98" fmla="*/ 5468671 w 12192000"/>
              <a:gd name="connsiteY98" fmla="*/ 174625 h 1787292"/>
              <a:gd name="connsiteX99" fmla="*/ 5528996 w 12192000"/>
              <a:gd name="connsiteY99" fmla="*/ 166687 h 1787292"/>
              <a:gd name="connsiteX100" fmla="*/ 5581383 w 12192000"/>
              <a:gd name="connsiteY100" fmla="*/ 155575 h 1787292"/>
              <a:gd name="connsiteX101" fmla="*/ 5627421 w 12192000"/>
              <a:gd name="connsiteY101" fmla="*/ 141287 h 1787292"/>
              <a:gd name="connsiteX102" fmla="*/ 5668696 w 12192000"/>
              <a:gd name="connsiteY102" fmla="*/ 125412 h 1787292"/>
              <a:gd name="connsiteX103" fmla="*/ 5705209 w 12192000"/>
              <a:gd name="connsiteY103" fmla="*/ 106362 h 1787292"/>
              <a:gd name="connsiteX104" fmla="*/ 5743308 w 12192000"/>
              <a:gd name="connsiteY104" fmla="*/ 87312 h 1787292"/>
              <a:gd name="connsiteX105" fmla="*/ 5781408 w 12192000"/>
              <a:gd name="connsiteY105" fmla="*/ 68262 h 1787292"/>
              <a:gd name="connsiteX106" fmla="*/ 5817921 w 12192000"/>
              <a:gd name="connsiteY106" fmla="*/ 52387 h 1787292"/>
              <a:gd name="connsiteX107" fmla="*/ 5859196 w 12192000"/>
              <a:gd name="connsiteY107" fmla="*/ 36512 h 1787292"/>
              <a:gd name="connsiteX108" fmla="*/ 5905234 w 12192000"/>
              <a:gd name="connsiteY108" fmla="*/ 20637 h 1787292"/>
              <a:gd name="connsiteX109" fmla="*/ 5957621 w 12192000"/>
              <a:gd name="connsiteY109" fmla="*/ 9525 h 1787292"/>
              <a:gd name="connsiteX110" fmla="*/ 6017947 w 12192000"/>
              <a:gd name="connsiteY110" fmla="*/ 3175 h 1787292"/>
              <a:gd name="connsiteX111" fmla="*/ 6086208 w 12192000"/>
              <a:gd name="connsiteY111" fmla="*/ 0 h 1787292"/>
              <a:gd name="connsiteX112" fmla="*/ 6095999 w 12192000"/>
              <a:gd name="connsiteY112" fmla="*/ 455 h 1787292"/>
              <a:gd name="connsiteX113" fmla="*/ 6105789 w 12192000"/>
              <a:gd name="connsiteY113" fmla="*/ 0 h 1787292"/>
              <a:gd name="connsiteX114" fmla="*/ 6174052 w 12192000"/>
              <a:gd name="connsiteY114" fmla="*/ 3175 h 1787292"/>
              <a:gd name="connsiteX115" fmla="*/ 6234377 w 12192000"/>
              <a:gd name="connsiteY115" fmla="*/ 9525 h 1787292"/>
              <a:gd name="connsiteX116" fmla="*/ 6286764 w 12192000"/>
              <a:gd name="connsiteY116" fmla="*/ 20637 h 1787292"/>
              <a:gd name="connsiteX117" fmla="*/ 6332802 w 12192000"/>
              <a:gd name="connsiteY117" fmla="*/ 36512 h 1787292"/>
              <a:gd name="connsiteX118" fmla="*/ 6374077 w 12192000"/>
              <a:gd name="connsiteY118" fmla="*/ 52387 h 1787292"/>
              <a:gd name="connsiteX119" fmla="*/ 6410589 w 12192000"/>
              <a:gd name="connsiteY119" fmla="*/ 68262 h 1787292"/>
              <a:gd name="connsiteX120" fmla="*/ 6448689 w 12192000"/>
              <a:gd name="connsiteY120" fmla="*/ 87312 h 1787292"/>
              <a:gd name="connsiteX121" fmla="*/ 6486789 w 12192000"/>
              <a:gd name="connsiteY121" fmla="*/ 106362 h 1787292"/>
              <a:gd name="connsiteX122" fmla="*/ 6523302 w 12192000"/>
              <a:gd name="connsiteY122" fmla="*/ 125412 h 1787292"/>
              <a:gd name="connsiteX123" fmla="*/ 6564577 w 12192000"/>
              <a:gd name="connsiteY123" fmla="*/ 141287 h 1787292"/>
              <a:gd name="connsiteX124" fmla="*/ 6610614 w 12192000"/>
              <a:gd name="connsiteY124" fmla="*/ 155575 h 1787292"/>
              <a:gd name="connsiteX125" fmla="*/ 6663002 w 12192000"/>
              <a:gd name="connsiteY125" fmla="*/ 166687 h 1787292"/>
              <a:gd name="connsiteX126" fmla="*/ 6723327 w 12192000"/>
              <a:gd name="connsiteY126" fmla="*/ 174625 h 1787292"/>
              <a:gd name="connsiteX127" fmla="*/ 6781799 w 12192000"/>
              <a:gd name="connsiteY127" fmla="*/ 175985 h 1787292"/>
              <a:gd name="connsiteX128" fmla="*/ 6840271 w 12192000"/>
              <a:gd name="connsiteY128" fmla="*/ 174625 h 1787292"/>
              <a:gd name="connsiteX129" fmla="*/ 6900596 w 12192000"/>
              <a:gd name="connsiteY129" fmla="*/ 166687 h 1787292"/>
              <a:gd name="connsiteX130" fmla="*/ 6952983 w 12192000"/>
              <a:gd name="connsiteY130" fmla="*/ 155575 h 1787292"/>
              <a:gd name="connsiteX131" fmla="*/ 6999021 w 12192000"/>
              <a:gd name="connsiteY131" fmla="*/ 141287 h 1787292"/>
              <a:gd name="connsiteX132" fmla="*/ 7040296 w 12192000"/>
              <a:gd name="connsiteY132" fmla="*/ 125412 h 1787292"/>
              <a:gd name="connsiteX133" fmla="*/ 7076808 w 12192000"/>
              <a:gd name="connsiteY133" fmla="*/ 106362 h 1787292"/>
              <a:gd name="connsiteX134" fmla="*/ 7114908 w 12192000"/>
              <a:gd name="connsiteY134" fmla="*/ 87312 h 1787292"/>
              <a:gd name="connsiteX135" fmla="*/ 7153008 w 12192000"/>
              <a:gd name="connsiteY135" fmla="*/ 68262 h 1787292"/>
              <a:gd name="connsiteX136" fmla="*/ 7189521 w 12192000"/>
              <a:gd name="connsiteY136" fmla="*/ 52387 h 1787292"/>
              <a:gd name="connsiteX137" fmla="*/ 7230796 w 12192000"/>
              <a:gd name="connsiteY137" fmla="*/ 36512 h 1787292"/>
              <a:gd name="connsiteX138" fmla="*/ 7276833 w 12192000"/>
              <a:gd name="connsiteY138" fmla="*/ 20637 h 1787292"/>
              <a:gd name="connsiteX139" fmla="*/ 7329221 w 12192000"/>
              <a:gd name="connsiteY139" fmla="*/ 9525 h 1787292"/>
              <a:gd name="connsiteX140" fmla="*/ 7389546 w 12192000"/>
              <a:gd name="connsiteY140" fmla="*/ 3175 h 1787292"/>
              <a:gd name="connsiteX141" fmla="*/ 7457808 w 12192000"/>
              <a:gd name="connsiteY141" fmla="*/ 0 h 1787292"/>
              <a:gd name="connsiteX142" fmla="*/ 7526071 w 12192000"/>
              <a:gd name="connsiteY142" fmla="*/ 3175 h 1787292"/>
              <a:gd name="connsiteX143" fmla="*/ 7586396 w 12192000"/>
              <a:gd name="connsiteY143" fmla="*/ 9525 h 1787292"/>
              <a:gd name="connsiteX144" fmla="*/ 7638783 w 12192000"/>
              <a:gd name="connsiteY144" fmla="*/ 20637 h 1787292"/>
              <a:gd name="connsiteX145" fmla="*/ 7684821 w 12192000"/>
              <a:gd name="connsiteY145" fmla="*/ 36512 h 1787292"/>
              <a:gd name="connsiteX146" fmla="*/ 7726096 w 12192000"/>
              <a:gd name="connsiteY146" fmla="*/ 52387 h 1787292"/>
              <a:gd name="connsiteX147" fmla="*/ 7762608 w 12192000"/>
              <a:gd name="connsiteY147" fmla="*/ 68262 h 1787292"/>
              <a:gd name="connsiteX148" fmla="*/ 7800708 w 12192000"/>
              <a:gd name="connsiteY148" fmla="*/ 87312 h 1787292"/>
              <a:gd name="connsiteX149" fmla="*/ 7838808 w 12192000"/>
              <a:gd name="connsiteY149" fmla="*/ 106362 h 1787292"/>
              <a:gd name="connsiteX150" fmla="*/ 7875321 w 12192000"/>
              <a:gd name="connsiteY150" fmla="*/ 125412 h 1787292"/>
              <a:gd name="connsiteX151" fmla="*/ 7916596 w 12192000"/>
              <a:gd name="connsiteY151" fmla="*/ 141287 h 1787292"/>
              <a:gd name="connsiteX152" fmla="*/ 7962633 w 12192000"/>
              <a:gd name="connsiteY152" fmla="*/ 155575 h 1787292"/>
              <a:gd name="connsiteX153" fmla="*/ 8015021 w 12192000"/>
              <a:gd name="connsiteY153" fmla="*/ 166687 h 1787292"/>
              <a:gd name="connsiteX154" fmla="*/ 8075346 w 12192000"/>
              <a:gd name="connsiteY154" fmla="*/ 174625 h 1787292"/>
              <a:gd name="connsiteX155" fmla="*/ 8143608 w 12192000"/>
              <a:gd name="connsiteY155" fmla="*/ 176212 h 1787292"/>
              <a:gd name="connsiteX156" fmla="*/ 8211871 w 12192000"/>
              <a:gd name="connsiteY156" fmla="*/ 174625 h 1787292"/>
              <a:gd name="connsiteX157" fmla="*/ 8272196 w 12192000"/>
              <a:gd name="connsiteY157" fmla="*/ 166687 h 1787292"/>
              <a:gd name="connsiteX158" fmla="*/ 8324583 w 12192000"/>
              <a:gd name="connsiteY158" fmla="*/ 155575 h 1787292"/>
              <a:gd name="connsiteX159" fmla="*/ 8370621 w 12192000"/>
              <a:gd name="connsiteY159" fmla="*/ 141287 h 1787292"/>
              <a:gd name="connsiteX160" fmla="*/ 8411896 w 12192000"/>
              <a:gd name="connsiteY160" fmla="*/ 125412 h 1787292"/>
              <a:gd name="connsiteX161" fmla="*/ 8448408 w 12192000"/>
              <a:gd name="connsiteY161" fmla="*/ 106362 h 1787292"/>
              <a:gd name="connsiteX162" fmla="*/ 8486508 w 12192000"/>
              <a:gd name="connsiteY162" fmla="*/ 87312 h 1787292"/>
              <a:gd name="connsiteX163" fmla="*/ 8524608 w 12192000"/>
              <a:gd name="connsiteY163" fmla="*/ 68262 h 1787292"/>
              <a:gd name="connsiteX164" fmla="*/ 8561120 w 12192000"/>
              <a:gd name="connsiteY164" fmla="*/ 52387 h 1787292"/>
              <a:gd name="connsiteX165" fmla="*/ 8602396 w 12192000"/>
              <a:gd name="connsiteY165" fmla="*/ 36512 h 1787292"/>
              <a:gd name="connsiteX166" fmla="*/ 8648432 w 12192000"/>
              <a:gd name="connsiteY166" fmla="*/ 20637 h 1787292"/>
              <a:gd name="connsiteX167" fmla="*/ 8700820 w 12192000"/>
              <a:gd name="connsiteY167" fmla="*/ 9525 h 1787292"/>
              <a:gd name="connsiteX168" fmla="*/ 8761146 w 12192000"/>
              <a:gd name="connsiteY168" fmla="*/ 3175 h 1787292"/>
              <a:gd name="connsiteX169" fmla="*/ 8827820 w 12192000"/>
              <a:gd name="connsiteY169" fmla="*/ 0 h 1787292"/>
              <a:gd name="connsiteX170" fmla="*/ 8897670 w 12192000"/>
              <a:gd name="connsiteY170" fmla="*/ 3175 h 1787292"/>
              <a:gd name="connsiteX171" fmla="*/ 8957996 w 12192000"/>
              <a:gd name="connsiteY171" fmla="*/ 9525 h 1787292"/>
              <a:gd name="connsiteX172" fmla="*/ 9010382 w 12192000"/>
              <a:gd name="connsiteY172" fmla="*/ 20637 h 1787292"/>
              <a:gd name="connsiteX173" fmla="*/ 9056420 w 12192000"/>
              <a:gd name="connsiteY173" fmla="*/ 36512 h 1787292"/>
              <a:gd name="connsiteX174" fmla="*/ 9097696 w 12192000"/>
              <a:gd name="connsiteY174" fmla="*/ 52387 h 1787292"/>
              <a:gd name="connsiteX175" fmla="*/ 9134208 w 12192000"/>
              <a:gd name="connsiteY175" fmla="*/ 68262 h 1787292"/>
              <a:gd name="connsiteX176" fmla="*/ 9172308 w 12192000"/>
              <a:gd name="connsiteY176" fmla="*/ 87312 h 1787292"/>
              <a:gd name="connsiteX177" fmla="*/ 9210408 w 12192000"/>
              <a:gd name="connsiteY177" fmla="*/ 106362 h 1787292"/>
              <a:gd name="connsiteX178" fmla="*/ 9246920 w 12192000"/>
              <a:gd name="connsiteY178" fmla="*/ 125412 h 1787292"/>
              <a:gd name="connsiteX179" fmla="*/ 9288196 w 12192000"/>
              <a:gd name="connsiteY179" fmla="*/ 141287 h 1787292"/>
              <a:gd name="connsiteX180" fmla="*/ 9334232 w 12192000"/>
              <a:gd name="connsiteY180" fmla="*/ 155575 h 1787292"/>
              <a:gd name="connsiteX181" fmla="*/ 9386620 w 12192000"/>
              <a:gd name="connsiteY181" fmla="*/ 166687 h 1787292"/>
              <a:gd name="connsiteX182" fmla="*/ 9446946 w 12192000"/>
              <a:gd name="connsiteY182" fmla="*/ 174625 h 1787292"/>
              <a:gd name="connsiteX183" fmla="*/ 9515208 w 12192000"/>
              <a:gd name="connsiteY183" fmla="*/ 176212 h 1787292"/>
              <a:gd name="connsiteX184" fmla="*/ 9583470 w 12192000"/>
              <a:gd name="connsiteY184" fmla="*/ 174625 h 1787292"/>
              <a:gd name="connsiteX185" fmla="*/ 9643796 w 12192000"/>
              <a:gd name="connsiteY185" fmla="*/ 166687 h 1787292"/>
              <a:gd name="connsiteX186" fmla="*/ 9696182 w 12192000"/>
              <a:gd name="connsiteY186" fmla="*/ 155575 h 1787292"/>
              <a:gd name="connsiteX187" fmla="*/ 9742220 w 12192000"/>
              <a:gd name="connsiteY187" fmla="*/ 141287 h 1787292"/>
              <a:gd name="connsiteX188" fmla="*/ 9783496 w 12192000"/>
              <a:gd name="connsiteY188" fmla="*/ 125412 h 1787292"/>
              <a:gd name="connsiteX189" fmla="*/ 9820008 w 12192000"/>
              <a:gd name="connsiteY189" fmla="*/ 106362 h 1787292"/>
              <a:gd name="connsiteX190" fmla="*/ 9896208 w 12192000"/>
              <a:gd name="connsiteY190" fmla="*/ 68262 h 1787292"/>
              <a:gd name="connsiteX191" fmla="*/ 9932720 w 12192000"/>
              <a:gd name="connsiteY191" fmla="*/ 52387 h 1787292"/>
              <a:gd name="connsiteX192" fmla="*/ 9973996 w 12192000"/>
              <a:gd name="connsiteY192" fmla="*/ 36512 h 1787292"/>
              <a:gd name="connsiteX193" fmla="*/ 10020032 w 12192000"/>
              <a:gd name="connsiteY193" fmla="*/ 20637 h 1787292"/>
              <a:gd name="connsiteX194" fmla="*/ 10072420 w 12192000"/>
              <a:gd name="connsiteY194" fmla="*/ 9525 h 1787292"/>
              <a:gd name="connsiteX195" fmla="*/ 10132746 w 12192000"/>
              <a:gd name="connsiteY195" fmla="*/ 3175 h 1787292"/>
              <a:gd name="connsiteX196" fmla="*/ 10201008 w 12192000"/>
              <a:gd name="connsiteY196" fmla="*/ 0 h 1787292"/>
              <a:gd name="connsiteX197" fmla="*/ 10269270 w 12192000"/>
              <a:gd name="connsiteY197" fmla="*/ 3175 h 1787292"/>
              <a:gd name="connsiteX198" fmla="*/ 10329596 w 12192000"/>
              <a:gd name="connsiteY198" fmla="*/ 9525 h 1787292"/>
              <a:gd name="connsiteX199" fmla="*/ 10381982 w 12192000"/>
              <a:gd name="connsiteY199" fmla="*/ 20637 h 1787292"/>
              <a:gd name="connsiteX200" fmla="*/ 10428020 w 12192000"/>
              <a:gd name="connsiteY200" fmla="*/ 36512 h 1787292"/>
              <a:gd name="connsiteX201" fmla="*/ 10469296 w 12192000"/>
              <a:gd name="connsiteY201" fmla="*/ 52387 h 1787292"/>
              <a:gd name="connsiteX202" fmla="*/ 10505808 w 12192000"/>
              <a:gd name="connsiteY202" fmla="*/ 68262 h 1787292"/>
              <a:gd name="connsiteX203" fmla="*/ 10543908 w 12192000"/>
              <a:gd name="connsiteY203" fmla="*/ 87312 h 1787292"/>
              <a:gd name="connsiteX204" fmla="*/ 10582008 w 12192000"/>
              <a:gd name="connsiteY204" fmla="*/ 106362 h 1787292"/>
              <a:gd name="connsiteX205" fmla="*/ 10618520 w 12192000"/>
              <a:gd name="connsiteY205" fmla="*/ 125412 h 1787292"/>
              <a:gd name="connsiteX206" fmla="*/ 10659796 w 12192000"/>
              <a:gd name="connsiteY206" fmla="*/ 141287 h 1787292"/>
              <a:gd name="connsiteX207" fmla="*/ 10705832 w 12192000"/>
              <a:gd name="connsiteY207" fmla="*/ 155575 h 1787292"/>
              <a:gd name="connsiteX208" fmla="*/ 10758220 w 12192000"/>
              <a:gd name="connsiteY208" fmla="*/ 166687 h 1787292"/>
              <a:gd name="connsiteX209" fmla="*/ 10818546 w 12192000"/>
              <a:gd name="connsiteY209" fmla="*/ 174625 h 1787292"/>
              <a:gd name="connsiteX210" fmla="*/ 10886808 w 12192000"/>
              <a:gd name="connsiteY210" fmla="*/ 176212 h 1787292"/>
              <a:gd name="connsiteX211" fmla="*/ 10955070 w 12192000"/>
              <a:gd name="connsiteY211" fmla="*/ 174625 h 1787292"/>
              <a:gd name="connsiteX212" fmla="*/ 11015396 w 12192000"/>
              <a:gd name="connsiteY212" fmla="*/ 166687 h 1787292"/>
              <a:gd name="connsiteX213" fmla="*/ 11067782 w 12192000"/>
              <a:gd name="connsiteY213" fmla="*/ 155575 h 1787292"/>
              <a:gd name="connsiteX214" fmla="*/ 11113820 w 12192000"/>
              <a:gd name="connsiteY214" fmla="*/ 141287 h 1787292"/>
              <a:gd name="connsiteX215" fmla="*/ 11155096 w 12192000"/>
              <a:gd name="connsiteY215" fmla="*/ 125412 h 1787292"/>
              <a:gd name="connsiteX216" fmla="*/ 11191608 w 12192000"/>
              <a:gd name="connsiteY216" fmla="*/ 106362 h 1787292"/>
              <a:gd name="connsiteX217" fmla="*/ 11229708 w 12192000"/>
              <a:gd name="connsiteY217" fmla="*/ 87312 h 1787292"/>
              <a:gd name="connsiteX218" fmla="*/ 11267808 w 12192000"/>
              <a:gd name="connsiteY218" fmla="*/ 68262 h 1787292"/>
              <a:gd name="connsiteX219" fmla="*/ 11304320 w 12192000"/>
              <a:gd name="connsiteY219" fmla="*/ 52387 h 1787292"/>
              <a:gd name="connsiteX220" fmla="*/ 11345596 w 12192000"/>
              <a:gd name="connsiteY220" fmla="*/ 36512 h 1787292"/>
              <a:gd name="connsiteX221" fmla="*/ 11391632 w 12192000"/>
              <a:gd name="connsiteY221" fmla="*/ 20637 h 1787292"/>
              <a:gd name="connsiteX222" fmla="*/ 11444020 w 12192000"/>
              <a:gd name="connsiteY222" fmla="*/ 9525 h 1787292"/>
              <a:gd name="connsiteX223" fmla="*/ 11504346 w 12192000"/>
              <a:gd name="connsiteY223" fmla="*/ 3175 h 1787292"/>
              <a:gd name="connsiteX224" fmla="*/ 11572608 w 12192000"/>
              <a:gd name="connsiteY224" fmla="*/ 0 h 1787292"/>
              <a:gd name="connsiteX225" fmla="*/ 11640870 w 12192000"/>
              <a:gd name="connsiteY225" fmla="*/ 3175 h 1787292"/>
              <a:gd name="connsiteX226" fmla="*/ 11701196 w 12192000"/>
              <a:gd name="connsiteY226" fmla="*/ 9525 h 1787292"/>
              <a:gd name="connsiteX227" fmla="*/ 11753582 w 12192000"/>
              <a:gd name="connsiteY227" fmla="*/ 20637 h 1787292"/>
              <a:gd name="connsiteX228" fmla="*/ 11799620 w 12192000"/>
              <a:gd name="connsiteY228" fmla="*/ 36512 h 1787292"/>
              <a:gd name="connsiteX229" fmla="*/ 11840896 w 12192000"/>
              <a:gd name="connsiteY229" fmla="*/ 52387 h 1787292"/>
              <a:gd name="connsiteX230" fmla="*/ 11877408 w 12192000"/>
              <a:gd name="connsiteY230" fmla="*/ 68262 h 1787292"/>
              <a:gd name="connsiteX231" fmla="*/ 11915508 w 12192000"/>
              <a:gd name="connsiteY231" fmla="*/ 87312 h 1787292"/>
              <a:gd name="connsiteX232" fmla="*/ 11953608 w 12192000"/>
              <a:gd name="connsiteY232" fmla="*/ 106362 h 1787292"/>
              <a:gd name="connsiteX233" fmla="*/ 11990120 w 12192000"/>
              <a:gd name="connsiteY233" fmla="*/ 125412 h 1787292"/>
              <a:gd name="connsiteX234" fmla="*/ 12031396 w 12192000"/>
              <a:gd name="connsiteY234" fmla="*/ 141287 h 1787292"/>
              <a:gd name="connsiteX235" fmla="*/ 12077432 w 12192000"/>
              <a:gd name="connsiteY235" fmla="*/ 155575 h 1787292"/>
              <a:gd name="connsiteX236" fmla="*/ 12129820 w 12192000"/>
              <a:gd name="connsiteY236" fmla="*/ 166688 h 1787292"/>
              <a:gd name="connsiteX237" fmla="*/ 12190146 w 12192000"/>
              <a:gd name="connsiteY237" fmla="*/ 174625 h 1787292"/>
              <a:gd name="connsiteX238" fmla="*/ 12192000 w 12192000"/>
              <a:gd name="connsiteY238" fmla="*/ 174668 h 1787292"/>
              <a:gd name="connsiteX239" fmla="*/ 12192000 w 12192000"/>
              <a:gd name="connsiteY239" fmla="*/ 885826 h 1787292"/>
              <a:gd name="connsiteX240" fmla="*/ 12192000 w 12192000"/>
              <a:gd name="connsiteY240" fmla="*/ 1787292 h 1787292"/>
              <a:gd name="connsiteX241" fmla="*/ 0 w 12192000"/>
              <a:gd name="connsiteY241" fmla="*/ 1787292 h 1787292"/>
              <a:gd name="connsiteX242" fmla="*/ 0 w 12192000"/>
              <a:gd name="connsiteY242" fmla="*/ 885826 h 1787292"/>
              <a:gd name="connsiteX243" fmla="*/ 0 w 12192000"/>
              <a:gd name="connsiteY243" fmla="*/ 174668 h 1787292"/>
              <a:gd name="connsiteX244" fmla="*/ 1852 w 12192000"/>
              <a:gd name="connsiteY244" fmla="*/ 174625 h 1787292"/>
              <a:gd name="connsiteX245" fmla="*/ 62177 w 12192000"/>
              <a:gd name="connsiteY245" fmla="*/ 166687 h 1787292"/>
              <a:gd name="connsiteX246" fmla="*/ 114564 w 12192000"/>
              <a:gd name="connsiteY246" fmla="*/ 155575 h 1787292"/>
              <a:gd name="connsiteX247" fmla="*/ 160602 w 12192000"/>
              <a:gd name="connsiteY247" fmla="*/ 141287 h 1787292"/>
              <a:gd name="connsiteX248" fmla="*/ 201877 w 12192000"/>
              <a:gd name="connsiteY248" fmla="*/ 125412 h 1787292"/>
              <a:gd name="connsiteX249" fmla="*/ 238389 w 12192000"/>
              <a:gd name="connsiteY249" fmla="*/ 106362 h 1787292"/>
              <a:gd name="connsiteX250" fmla="*/ 276489 w 12192000"/>
              <a:gd name="connsiteY250" fmla="*/ 87312 h 1787292"/>
              <a:gd name="connsiteX251" fmla="*/ 314589 w 12192000"/>
              <a:gd name="connsiteY251" fmla="*/ 68262 h 1787292"/>
              <a:gd name="connsiteX252" fmla="*/ 351102 w 12192000"/>
              <a:gd name="connsiteY252" fmla="*/ 52387 h 1787292"/>
              <a:gd name="connsiteX253" fmla="*/ 392377 w 12192000"/>
              <a:gd name="connsiteY253" fmla="*/ 36512 h 1787292"/>
              <a:gd name="connsiteX254" fmla="*/ 438414 w 12192000"/>
              <a:gd name="connsiteY254" fmla="*/ 20637 h 1787292"/>
              <a:gd name="connsiteX255" fmla="*/ 490802 w 12192000"/>
              <a:gd name="connsiteY255" fmla="*/ 9525 h 1787292"/>
              <a:gd name="connsiteX256" fmla="*/ 551127 w 12192000"/>
              <a:gd name="connsiteY256" fmla="*/ 3175 h 1787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</a:cxnLst>
            <a:rect l="l" t="t" r="r" b="b"/>
            <a:pathLst>
              <a:path w="12192000" h="1787292">
                <a:moveTo>
                  <a:pt x="619389" y="0"/>
                </a:moveTo>
                <a:lnTo>
                  <a:pt x="687652" y="3175"/>
                </a:lnTo>
                <a:lnTo>
                  <a:pt x="747977" y="9525"/>
                </a:lnTo>
                <a:lnTo>
                  <a:pt x="800364" y="20637"/>
                </a:lnTo>
                <a:lnTo>
                  <a:pt x="846402" y="36512"/>
                </a:lnTo>
                <a:lnTo>
                  <a:pt x="887677" y="52387"/>
                </a:lnTo>
                <a:lnTo>
                  <a:pt x="924189" y="68262"/>
                </a:lnTo>
                <a:lnTo>
                  <a:pt x="962289" y="87312"/>
                </a:lnTo>
                <a:lnTo>
                  <a:pt x="1000389" y="106362"/>
                </a:lnTo>
                <a:lnTo>
                  <a:pt x="1036902" y="125412"/>
                </a:lnTo>
                <a:lnTo>
                  <a:pt x="1078177" y="141287"/>
                </a:lnTo>
                <a:lnTo>
                  <a:pt x="1124214" y="155575"/>
                </a:lnTo>
                <a:lnTo>
                  <a:pt x="1176602" y="166687"/>
                </a:lnTo>
                <a:lnTo>
                  <a:pt x="1236927" y="174625"/>
                </a:lnTo>
                <a:lnTo>
                  <a:pt x="1305189" y="176212"/>
                </a:lnTo>
                <a:lnTo>
                  <a:pt x="1373452" y="174625"/>
                </a:lnTo>
                <a:lnTo>
                  <a:pt x="1433777" y="166687"/>
                </a:lnTo>
                <a:lnTo>
                  <a:pt x="1486164" y="155575"/>
                </a:lnTo>
                <a:lnTo>
                  <a:pt x="1532202" y="141287"/>
                </a:lnTo>
                <a:lnTo>
                  <a:pt x="1573477" y="125412"/>
                </a:lnTo>
                <a:lnTo>
                  <a:pt x="1609989" y="106362"/>
                </a:lnTo>
                <a:lnTo>
                  <a:pt x="1648089" y="87312"/>
                </a:lnTo>
                <a:lnTo>
                  <a:pt x="1686189" y="68262"/>
                </a:lnTo>
                <a:lnTo>
                  <a:pt x="1722702" y="52387"/>
                </a:lnTo>
                <a:lnTo>
                  <a:pt x="1763977" y="36512"/>
                </a:lnTo>
                <a:lnTo>
                  <a:pt x="1810014" y="20637"/>
                </a:lnTo>
                <a:lnTo>
                  <a:pt x="1862402" y="9525"/>
                </a:lnTo>
                <a:lnTo>
                  <a:pt x="1922727" y="3175"/>
                </a:lnTo>
                <a:lnTo>
                  <a:pt x="1990989" y="0"/>
                </a:lnTo>
                <a:lnTo>
                  <a:pt x="2059252" y="3175"/>
                </a:lnTo>
                <a:lnTo>
                  <a:pt x="2119577" y="9525"/>
                </a:lnTo>
                <a:lnTo>
                  <a:pt x="2171964" y="20637"/>
                </a:lnTo>
                <a:lnTo>
                  <a:pt x="2218002" y="36512"/>
                </a:lnTo>
                <a:lnTo>
                  <a:pt x="2259277" y="52387"/>
                </a:lnTo>
                <a:lnTo>
                  <a:pt x="2295789" y="68262"/>
                </a:lnTo>
                <a:lnTo>
                  <a:pt x="2333889" y="87312"/>
                </a:lnTo>
                <a:lnTo>
                  <a:pt x="2371989" y="106362"/>
                </a:lnTo>
                <a:lnTo>
                  <a:pt x="2408502" y="125412"/>
                </a:lnTo>
                <a:lnTo>
                  <a:pt x="2449777" y="141287"/>
                </a:lnTo>
                <a:lnTo>
                  <a:pt x="2495814" y="155575"/>
                </a:lnTo>
                <a:lnTo>
                  <a:pt x="2548202" y="166687"/>
                </a:lnTo>
                <a:lnTo>
                  <a:pt x="2608527" y="174625"/>
                </a:lnTo>
                <a:lnTo>
                  <a:pt x="2676789" y="176212"/>
                </a:lnTo>
                <a:lnTo>
                  <a:pt x="2745052" y="174625"/>
                </a:lnTo>
                <a:lnTo>
                  <a:pt x="2805377" y="166687"/>
                </a:lnTo>
                <a:lnTo>
                  <a:pt x="2857764" y="155575"/>
                </a:lnTo>
                <a:lnTo>
                  <a:pt x="2903802" y="141287"/>
                </a:lnTo>
                <a:lnTo>
                  <a:pt x="2945077" y="125412"/>
                </a:lnTo>
                <a:lnTo>
                  <a:pt x="2981589" y="106362"/>
                </a:lnTo>
                <a:lnTo>
                  <a:pt x="3019689" y="87312"/>
                </a:lnTo>
                <a:lnTo>
                  <a:pt x="3057789" y="68262"/>
                </a:lnTo>
                <a:lnTo>
                  <a:pt x="3094302" y="52387"/>
                </a:lnTo>
                <a:lnTo>
                  <a:pt x="3135577" y="36512"/>
                </a:lnTo>
                <a:lnTo>
                  <a:pt x="3181614" y="20637"/>
                </a:lnTo>
                <a:lnTo>
                  <a:pt x="3234002" y="9525"/>
                </a:lnTo>
                <a:lnTo>
                  <a:pt x="3294327" y="3175"/>
                </a:lnTo>
                <a:lnTo>
                  <a:pt x="3361002" y="0"/>
                </a:lnTo>
                <a:lnTo>
                  <a:pt x="3430852" y="3175"/>
                </a:lnTo>
                <a:lnTo>
                  <a:pt x="3491177" y="9525"/>
                </a:lnTo>
                <a:lnTo>
                  <a:pt x="3543564" y="20637"/>
                </a:lnTo>
                <a:lnTo>
                  <a:pt x="3589602" y="36512"/>
                </a:lnTo>
                <a:lnTo>
                  <a:pt x="3630877" y="52387"/>
                </a:lnTo>
                <a:lnTo>
                  <a:pt x="3667389" y="68262"/>
                </a:lnTo>
                <a:lnTo>
                  <a:pt x="3705489" y="87312"/>
                </a:lnTo>
                <a:lnTo>
                  <a:pt x="3743589" y="106362"/>
                </a:lnTo>
                <a:lnTo>
                  <a:pt x="3780102" y="125412"/>
                </a:lnTo>
                <a:lnTo>
                  <a:pt x="3821377" y="141287"/>
                </a:lnTo>
                <a:lnTo>
                  <a:pt x="3867414" y="155575"/>
                </a:lnTo>
                <a:lnTo>
                  <a:pt x="3919802" y="166687"/>
                </a:lnTo>
                <a:lnTo>
                  <a:pt x="3980127" y="174625"/>
                </a:lnTo>
                <a:lnTo>
                  <a:pt x="4048389" y="176212"/>
                </a:lnTo>
                <a:lnTo>
                  <a:pt x="4116652" y="174625"/>
                </a:lnTo>
                <a:lnTo>
                  <a:pt x="4176977" y="166687"/>
                </a:lnTo>
                <a:lnTo>
                  <a:pt x="4229364" y="155575"/>
                </a:lnTo>
                <a:lnTo>
                  <a:pt x="4275402" y="141287"/>
                </a:lnTo>
                <a:lnTo>
                  <a:pt x="4316677" y="125412"/>
                </a:lnTo>
                <a:lnTo>
                  <a:pt x="4353189" y="106362"/>
                </a:lnTo>
                <a:lnTo>
                  <a:pt x="4429389" y="68262"/>
                </a:lnTo>
                <a:lnTo>
                  <a:pt x="4465902" y="52387"/>
                </a:lnTo>
                <a:lnTo>
                  <a:pt x="4507177" y="36512"/>
                </a:lnTo>
                <a:lnTo>
                  <a:pt x="4553214" y="20637"/>
                </a:lnTo>
                <a:lnTo>
                  <a:pt x="4605602" y="9525"/>
                </a:lnTo>
                <a:lnTo>
                  <a:pt x="4665928" y="3175"/>
                </a:lnTo>
                <a:lnTo>
                  <a:pt x="4734189" y="0"/>
                </a:lnTo>
                <a:lnTo>
                  <a:pt x="4802453" y="3175"/>
                </a:lnTo>
                <a:lnTo>
                  <a:pt x="4862777" y="9525"/>
                </a:lnTo>
                <a:lnTo>
                  <a:pt x="4915165" y="20637"/>
                </a:lnTo>
                <a:lnTo>
                  <a:pt x="4961201" y="36512"/>
                </a:lnTo>
                <a:lnTo>
                  <a:pt x="5002476" y="52387"/>
                </a:lnTo>
                <a:lnTo>
                  <a:pt x="5038989" y="68262"/>
                </a:lnTo>
                <a:lnTo>
                  <a:pt x="5077089" y="87312"/>
                </a:lnTo>
                <a:lnTo>
                  <a:pt x="5115189" y="106362"/>
                </a:lnTo>
                <a:lnTo>
                  <a:pt x="5151701" y="125412"/>
                </a:lnTo>
                <a:lnTo>
                  <a:pt x="5192976" y="141287"/>
                </a:lnTo>
                <a:lnTo>
                  <a:pt x="5239014" y="155575"/>
                </a:lnTo>
                <a:lnTo>
                  <a:pt x="5291401" y="166687"/>
                </a:lnTo>
                <a:lnTo>
                  <a:pt x="5351727" y="174625"/>
                </a:lnTo>
                <a:lnTo>
                  <a:pt x="5410199" y="175985"/>
                </a:lnTo>
                <a:lnTo>
                  <a:pt x="5468671" y="174625"/>
                </a:lnTo>
                <a:lnTo>
                  <a:pt x="5528996" y="166687"/>
                </a:lnTo>
                <a:lnTo>
                  <a:pt x="5581383" y="155575"/>
                </a:lnTo>
                <a:lnTo>
                  <a:pt x="5627421" y="141287"/>
                </a:lnTo>
                <a:lnTo>
                  <a:pt x="5668696" y="125412"/>
                </a:lnTo>
                <a:lnTo>
                  <a:pt x="5705209" y="106362"/>
                </a:lnTo>
                <a:lnTo>
                  <a:pt x="5743308" y="87312"/>
                </a:lnTo>
                <a:lnTo>
                  <a:pt x="5781408" y="68262"/>
                </a:lnTo>
                <a:lnTo>
                  <a:pt x="5817921" y="52387"/>
                </a:lnTo>
                <a:lnTo>
                  <a:pt x="5859196" y="36512"/>
                </a:lnTo>
                <a:lnTo>
                  <a:pt x="5905234" y="20637"/>
                </a:lnTo>
                <a:lnTo>
                  <a:pt x="5957621" y="9525"/>
                </a:lnTo>
                <a:lnTo>
                  <a:pt x="6017947" y="3175"/>
                </a:lnTo>
                <a:lnTo>
                  <a:pt x="6086208" y="0"/>
                </a:lnTo>
                <a:lnTo>
                  <a:pt x="6095999" y="455"/>
                </a:lnTo>
                <a:lnTo>
                  <a:pt x="6105789" y="0"/>
                </a:lnTo>
                <a:lnTo>
                  <a:pt x="6174052" y="3175"/>
                </a:lnTo>
                <a:lnTo>
                  <a:pt x="6234377" y="9525"/>
                </a:lnTo>
                <a:lnTo>
                  <a:pt x="6286764" y="20637"/>
                </a:lnTo>
                <a:lnTo>
                  <a:pt x="6332802" y="36512"/>
                </a:lnTo>
                <a:lnTo>
                  <a:pt x="6374077" y="52387"/>
                </a:lnTo>
                <a:lnTo>
                  <a:pt x="6410589" y="68262"/>
                </a:lnTo>
                <a:lnTo>
                  <a:pt x="6448689" y="87312"/>
                </a:lnTo>
                <a:lnTo>
                  <a:pt x="6486789" y="106362"/>
                </a:lnTo>
                <a:lnTo>
                  <a:pt x="6523302" y="125412"/>
                </a:lnTo>
                <a:lnTo>
                  <a:pt x="6564577" y="141287"/>
                </a:lnTo>
                <a:lnTo>
                  <a:pt x="6610614" y="155575"/>
                </a:lnTo>
                <a:lnTo>
                  <a:pt x="6663002" y="166687"/>
                </a:lnTo>
                <a:lnTo>
                  <a:pt x="6723327" y="174625"/>
                </a:lnTo>
                <a:lnTo>
                  <a:pt x="6781799" y="175985"/>
                </a:lnTo>
                <a:lnTo>
                  <a:pt x="6840271" y="174625"/>
                </a:lnTo>
                <a:lnTo>
                  <a:pt x="6900596" y="166687"/>
                </a:lnTo>
                <a:lnTo>
                  <a:pt x="6952983" y="155575"/>
                </a:lnTo>
                <a:lnTo>
                  <a:pt x="6999021" y="141287"/>
                </a:lnTo>
                <a:lnTo>
                  <a:pt x="7040296" y="125412"/>
                </a:lnTo>
                <a:lnTo>
                  <a:pt x="7076808" y="106362"/>
                </a:lnTo>
                <a:lnTo>
                  <a:pt x="7114908" y="87312"/>
                </a:lnTo>
                <a:lnTo>
                  <a:pt x="7153008" y="68262"/>
                </a:lnTo>
                <a:lnTo>
                  <a:pt x="7189521" y="52387"/>
                </a:lnTo>
                <a:lnTo>
                  <a:pt x="7230796" y="36512"/>
                </a:lnTo>
                <a:lnTo>
                  <a:pt x="7276833" y="20637"/>
                </a:lnTo>
                <a:lnTo>
                  <a:pt x="7329221" y="9525"/>
                </a:lnTo>
                <a:lnTo>
                  <a:pt x="7389546" y="3175"/>
                </a:lnTo>
                <a:lnTo>
                  <a:pt x="7457808" y="0"/>
                </a:lnTo>
                <a:lnTo>
                  <a:pt x="7526071" y="3175"/>
                </a:lnTo>
                <a:lnTo>
                  <a:pt x="7586396" y="9525"/>
                </a:lnTo>
                <a:lnTo>
                  <a:pt x="7638783" y="20637"/>
                </a:lnTo>
                <a:lnTo>
                  <a:pt x="7684821" y="36512"/>
                </a:lnTo>
                <a:lnTo>
                  <a:pt x="7726096" y="52387"/>
                </a:lnTo>
                <a:lnTo>
                  <a:pt x="7762608" y="68262"/>
                </a:lnTo>
                <a:lnTo>
                  <a:pt x="7800708" y="87312"/>
                </a:lnTo>
                <a:lnTo>
                  <a:pt x="7838808" y="106362"/>
                </a:lnTo>
                <a:lnTo>
                  <a:pt x="7875321" y="125412"/>
                </a:lnTo>
                <a:lnTo>
                  <a:pt x="7916596" y="141287"/>
                </a:lnTo>
                <a:lnTo>
                  <a:pt x="7962633" y="155575"/>
                </a:lnTo>
                <a:lnTo>
                  <a:pt x="8015021" y="166687"/>
                </a:lnTo>
                <a:lnTo>
                  <a:pt x="8075346" y="174625"/>
                </a:lnTo>
                <a:lnTo>
                  <a:pt x="8143608" y="176212"/>
                </a:lnTo>
                <a:lnTo>
                  <a:pt x="8211871" y="174625"/>
                </a:lnTo>
                <a:lnTo>
                  <a:pt x="8272196" y="166687"/>
                </a:lnTo>
                <a:lnTo>
                  <a:pt x="8324583" y="155575"/>
                </a:lnTo>
                <a:lnTo>
                  <a:pt x="8370621" y="141287"/>
                </a:lnTo>
                <a:lnTo>
                  <a:pt x="8411896" y="125412"/>
                </a:lnTo>
                <a:lnTo>
                  <a:pt x="8448408" y="106362"/>
                </a:lnTo>
                <a:lnTo>
                  <a:pt x="8486508" y="87312"/>
                </a:lnTo>
                <a:lnTo>
                  <a:pt x="8524608" y="68262"/>
                </a:lnTo>
                <a:lnTo>
                  <a:pt x="8561120" y="52387"/>
                </a:lnTo>
                <a:lnTo>
                  <a:pt x="8602396" y="36512"/>
                </a:lnTo>
                <a:lnTo>
                  <a:pt x="8648432" y="20637"/>
                </a:lnTo>
                <a:lnTo>
                  <a:pt x="8700820" y="9525"/>
                </a:lnTo>
                <a:lnTo>
                  <a:pt x="8761146" y="3175"/>
                </a:lnTo>
                <a:lnTo>
                  <a:pt x="8827820" y="0"/>
                </a:lnTo>
                <a:lnTo>
                  <a:pt x="8897670" y="3175"/>
                </a:lnTo>
                <a:lnTo>
                  <a:pt x="8957996" y="9525"/>
                </a:lnTo>
                <a:lnTo>
                  <a:pt x="9010382" y="20637"/>
                </a:lnTo>
                <a:lnTo>
                  <a:pt x="9056420" y="36512"/>
                </a:lnTo>
                <a:lnTo>
                  <a:pt x="9097696" y="52387"/>
                </a:lnTo>
                <a:lnTo>
                  <a:pt x="9134208" y="68262"/>
                </a:lnTo>
                <a:lnTo>
                  <a:pt x="9172308" y="87312"/>
                </a:lnTo>
                <a:lnTo>
                  <a:pt x="9210408" y="106362"/>
                </a:lnTo>
                <a:lnTo>
                  <a:pt x="9246920" y="125412"/>
                </a:lnTo>
                <a:lnTo>
                  <a:pt x="9288196" y="141287"/>
                </a:lnTo>
                <a:lnTo>
                  <a:pt x="9334232" y="155575"/>
                </a:lnTo>
                <a:lnTo>
                  <a:pt x="9386620" y="166687"/>
                </a:lnTo>
                <a:lnTo>
                  <a:pt x="9446946" y="174625"/>
                </a:lnTo>
                <a:lnTo>
                  <a:pt x="9515208" y="176212"/>
                </a:lnTo>
                <a:lnTo>
                  <a:pt x="9583470" y="174625"/>
                </a:lnTo>
                <a:lnTo>
                  <a:pt x="9643796" y="166687"/>
                </a:lnTo>
                <a:lnTo>
                  <a:pt x="9696182" y="155575"/>
                </a:lnTo>
                <a:lnTo>
                  <a:pt x="9742220" y="141287"/>
                </a:lnTo>
                <a:lnTo>
                  <a:pt x="9783496" y="125412"/>
                </a:lnTo>
                <a:lnTo>
                  <a:pt x="9820008" y="106362"/>
                </a:lnTo>
                <a:lnTo>
                  <a:pt x="9896208" y="68262"/>
                </a:lnTo>
                <a:lnTo>
                  <a:pt x="9932720" y="52387"/>
                </a:lnTo>
                <a:lnTo>
                  <a:pt x="9973996" y="36512"/>
                </a:lnTo>
                <a:lnTo>
                  <a:pt x="10020032" y="20637"/>
                </a:lnTo>
                <a:lnTo>
                  <a:pt x="10072420" y="9525"/>
                </a:lnTo>
                <a:lnTo>
                  <a:pt x="10132746" y="3175"/>
                </a:lnTo>
                <a:lnTo>
                  <a:pt x="10201008" y="0"/>
                </a:lnTo>
                <a:lnTo>
                  <a:pt x="10269270" y="3175"/>
                </a:lnTo>
                <a:lnTo>
                  <a:pt x="10329596" y="9525"/>
                </a:lnTo>
                <a:lnTo>
                  <a:pt x="10381982" y="20637"/>
                </a:lnTo>
                <a:lnTo>
                  <a:pt x="10428020" y="36512"/>
                </a:lnTo>
                <a:lnTo>
                  <a:pt x="10469296" y="52387"/>
                </a:lnTo>
                <a:lnTo>
                  <a:pt x="10505808" y="68262"/>
                </a:lnTo>
                <a:lnTo>
                  <a:pt x="10543908" y="87312"/>
                </a:lnTo>
                <a:lnTo>
                  <a:pt x="10582008" y="106362"/>
                </a:lnTo>
                <a:lnTo>
                  <a:pt x="10618520" y="125412"/>
                </a:lnTo>
                <a:lnTo>
                  <a:pt x="10659796" y="141287"/>
                </a:lnTo>
                <a:lnTo>
                  <a:pt x="10705832" y="155575"/>
                </a:lnTo>
                <a:lnTo>
                  <a:pt x="10758220" y="166687"/>
                </a:lnTo>
                <a:lnTo>
                  <a:pt x="10818546" y="174625"/>
                </a:lnTo>
                <a:lnTo>
                  <a:pt x="10886808" y="176212"/>
                </a:lnTo>
                <a:lnTo>
                  <a:pt x="10955070" y="174625"/>
                </a:lnTo>
                <a:lnTo>
                  <a:pt x="11015396" y="166687"/>
                </a:lnTo>
                <a:lnTo>
                  <a:pt x="11067782" y="155575"/>
                </a:lnTo>
                <a:lnTo>
                  <a:pt x="11113820" y="141287"/>
                </a:lnTo>
                <a:lnTo>
                  <a:pt x="11155096" y="125412"/>
                </a:lnTo>
                <a:lnTo>
                  <a:pt x="11191608" y="106362"/>
                </a:lnTo>
                <a:lnTo>
                  <a:pt x="11229708" y="87312"/>
                </a:lnTo>
                <a:lnTo>
                  <a:pt x="11267808" y="68262"/>
                </a:lnTo>
                <a:lnTo>
                  <a:pt x="11304320" y="52387"/>
                </a:lnTo>
                <a:lnTo>
                  <a:pt x="11345596" y="36512"/>
                </a:lnTo>
                <a:lnTo>
                  <a:pt x="11391632" y="20637"/>
                </a:lnTo>
                <a:lnTo>
                  <a:pt x="11444020" y="9525"/>
                </a:lnTo>
                <a:lnTo>
                  <a:pt x="11504346" y="3175"/>
                </a:lnTo>
                <a:lnTo>
                  <a:pt x="11572608" y="0"/>
                </a:lnTo>
                <a:lnTo>
                  <a:pt x="11640870" y="3175"/>
                </a:lnTo>
                <a:lnTo>
                  <a:pt x="11701196" y="9525"/>
                </a:lnTo>
                <a:lnTo>
                  <a:pt x="11753582" y="20637"/>
                </a:lnTo>
                <a:lnTo>
                  <a:pt x="11799620" y="36512"/>
                </a:lnTo>
                <a:lnTo>
                  <a:pt x="11840896" y="52387"/>
                </a:lnTo>
                <a:lnTo>
                  <a:pt x="11877408" y="68262"/>
                </a:lnTo>
                <a:lnTo>
                  <a:pt x="11915508" y="87312"/>
                </a:lnTo>
                <a:lnTo>
                  <a:pt x="11953608" y="106362"/>
                </a:lnTo>
                <a:lnTo>
                  <a:pt x="11990120" y="125412"/>
                </a:lnTo>
                <a:lnTo>
                  <a:pt x="12031396" y="141287"/>
                </a:lnTo>
                <a:lnTo>
                  <a:pt x="12077432" y="155575"/>
                </a:lnTo>
                <a:lnTo>
                  <a:pt x="12129820" y="166688"/>
                </a:lnTo>
                <a:lnTo>
                  <a:pt x="12190146" y="174625"/>
                </a:lnTo>
                <a:lnTo>
                  <a:pt x="12192000" y="174668"/>
                </a:lnTo>
                <a:lnTo>
                  <a:pt x="12192000" y="885826"/>
                </a:lnTo>
                <a:lnTo>
                  <a:pt x="12192000" y="1787292"/>
                </a:lnTo>
                <a:lnTo>
                  <a:pt x="0" y="1787292"/>
                </a:lnTo>
                <a:lnTo>
                  <a:pt x="0" y="885826"/>
                </a:lnTo>
                <a:lnTo>
                  <a:pt x="0" y="174668"/>
                </a:lnTo>
                <a:lnTo>
                  <a:pt x="1852" y="174625"/>
                </a:lnTo>
                <a:lnTo>
                  <a:pt x="62177" y="166687"/>
                </a:lnTo>
                <a:lnTo>
                  <a:pt x="114564" y="155575"/>
                </a:lnTo>
                <a:lnTo>
                  <a:pt x="160602" y="141287"/>
                </a:lnTo>
                <a:lnTo>
                  <a:pt x="201877" y="125412"/>
                </a:lnTo>
                <a:lnTo>
                  <a:pt x="238389" y="106362"/>
                </a:lnTo>
                <a:lnTo>
                  <a:pt x="276489" y="87312"/>
                </a:lnTo>
                <a:lnTo>
                  <a:pt x="314589" y="68262"/>
                </a:lnTo>
                <a:lnTo>
                  <a:pt x="351102" y="52387"/>
                </a:lnTo>
                <a:lnTo>
                  <a:pt x="392377" y="36512"/>
                </a:lnTo>
                <a:lnTo>
                  <a:pt x="438414" y="20637"/>
                </a:lnTo>
                <a:lnTo>
                  <a:pt x="490802" y="9525"/>
                </a:lnTo>
                <a:lnTo>
                  <a:pt x="551127" y="317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216CCF-C40D-4FBB-BE02-00999F8BD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892" y="5449151"/>
            <a:ext cx="7738813" cy="523811"/>
          </a:xfrm>
        </p:spPr>
        <p:txBody>
          <a:bodyPr vert="horz" lIns="91440" tIns="45720" rIns="91440" bIns="45720" rtlCol="0" anchor="b">
            <a:normAutofit/>
          </a:bodyPr>
          <a:lstStyle/>
          <a:p>
            <a:pPr lvl="0" algn="ctr" defTabSz="914400"/>
            <a:r>
              <a:rPr lang="en-US" sz="2100" spc="800">
                <a:solidFill>
                  <a:srgbClr val="2A1A00"/>
                </a:solidFill>
              </a:rPr>
              <a:t>Orientamento a oggetti</a:t>
            </a:r>
          </a:p>
        </p:txBody>
      </p:sp>
      <p:pic>
        <p:nvPicPr>
          <p:cNvPr id="4" name="Immagine 3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9B8D0C40-C4F4-748F-01FD-E886370FA81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l="5056" t="5" r="20191" b="43416"/>
          <a:stretch>
            <a:fillRect/>
          </a:stretch>
        </p:blipFill>
        <p:spPr>
          <a:xfrm>
            <a:off x="106299" y="462886"/>
            <a:ext cx="4807461" cy="312290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Immagine 2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690CB2FF-7E70-4804-5336-48D0F000BAF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l="6474" t="54942" r="18773" b="-8"/>
          <a:stretch>
            <a:fillRect/>
          </a:stretch>
        </p:blipFill>
        <p:spPr>
          <a:xfrm>
            <a:off x="4158587" y="2491217"/>
            <a:ext cx="4985413" cy="257949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D2B1EA9E-3B07-59CA-9024-976E8E78418F}"/>
              </a:ext>
            </a:extLst>
          </p:cNvPr>
          <p:cNvSpPr/>
          <p:nvPr/>
        </p:nvSpPr>
        <p:spPr>
          <a:xfrm>
            <a:off x="4241667" y="3968549"/>
            <a:ext cx="4031020" cy="1221030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465879F9-06CB-5E17-A795-3ACD2B0438D4}"/>
              </a:ext>
            </a:extLst>
          </p:cNvPr>
          <p:cNvSpPr/>
          <p:nvPr/>
        </p:nvSpPr>
        <p:spPr>
          <a:xfrm>
            <a:off x="4422293" y="2894238"/>
            <a:ext cx="4031020" cy="485691"/>
          </a:xfrm>
          <a:prstGeom prst="round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Rettangolo con angoli arrotondati 9">
            <a:extLst>
              <a:ext uri="{FF2B5EF4-FFF2-40B4-BE49-F238E27FC236}">
                <a16:creationId xmlns:a16="http://schemas.microsoft.com/office/drawing/2014/main" id="{9FE06398-90F7-4669-6D72-9C9A4D5D17E4}"/>
              </a:ext>
            </a:extLst>
          </p:cNvPr>
          <p:cNvSpPr/>
          <p:nvPr/>
        </p:nvSpPr>
        <p:spPr>
          <a:xfrm>
            <a:off x="312208" y="1116377"/>
            <a:ext cx="4601552" cy="775565"/>
          </a:xfrm>
          <a:prstGeom prst="round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507AEF6A-A318-C593-8E2C-3EEBD01845E8}"/>
              </a:ext>
            </a:extLst>
          </p:cNvPr>
          <p:cNvSpPr/>
          <p:nvPr/>
        </p:nvSpPr>
        <p:spPr>
          <a:xfrm>
            <a:off x="312208" y="1891942"/>
            <a:ext cx="4031020" cy="1002296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607109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6221BC-39BD-1302-4947-B64DD9E56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Freeform 6">
            <a:extLst>
              <a:ext uri="{FF2B5EF4-FFF2-40B4-BE49-F238E27FC236}">
                <a16:creationId xmlns:a16="http://schemas.microsoft.com/office/drawing/2014/main" id="{454F2C25-E7C1-9D25-1540-3408CEC047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2667762" y="630936"/>
            <a:ext cx="3926681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it-IT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52CE481E-F9C5-7360-F7CE-F65B9076D8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 useBgFill="1">
        <p:nvSpPr>
          <p:cNvPr id="97" name="Rectangle 96">
            <a:extLst>
              <a:ext uri="{FF2B5EF4-FFF2-40B4-BE49-F238E27FC236}">
                <a16:creationId xmlns:a16="http://schemas.microsoft.com/office/drawing/2014/main" id="{525EE475-3CB5-5F52-4CC9-C5FD8AEED7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99" name="Freeform: Shape 98">
            <a:extLst>
              <a:ext uri="{FF2B5EF4-FFF2-40B4-BE49-F238E27FC236}">
                <a16:creationId xmlns:a16="http://schemas.microsoft.com/office/drawing/2014/main" id="{EF8B95AA-8971-06D5-C935-5B71FF4E37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070708"/>
            <a:ext cx="9144000" cy="1787292"/>
          </a:xfrm>
          <a:custGeom>
            <a:avLst/>
            <a:gdLst>
              <a:gd name="connsiteX0" fmla="*/ 619389 w 12192000"/>
              <a:gd name="connsiteY0" fmla="*/ 0 h 1787292"/>
              <a:gd name="connsiteX1" fmla="*/ 687652 w 12192000"/>
              <a:gd name="connsiteY1" fmla="*/ 3175 h 1787292"/>
              <a:gd name="connsiteX2" fmla="*/ 747977 w 12192000"/>
              <a:gd name="connsiteY2" fmla="*/ 9525 h 1787292"/>
              <a:gd name="connsiteX3" fmla="*/ 800364 w 12192000"/>
              <a:gd name="connsiteY3" fmla="*/ 20637 h 1787292"/>
              <a:gd name="connsiteX4" fmla="*/ 846402 w 12192000"/>
              <a:gd name="connsiteY4" fmla="*/ 36512 h 1787292"/>
              <a:gd name="connsiteX5" fmla="*/ 887677 w 12192000"/>
              <a:gd name="connsiteY5" fmla="*/ 52387 h 1787292"/>
              <a:gd name="connsiteX6" fmla="*/ 924189 w 12192000"/>
              <a:gd name="connsiteY6" fmla="*/ 68262 h 1787292"/>
              <a:gd name="connsiteX7" fmla="*/ 962289 w 12192000"/>
              <a:gd name="connsiteY7" fmla="*/ 87312 h 1787292"/>
              <a:gd name="connsiteX8" fmla="*/ 1000389 w 12192000"/>
              <a:gd name="connsiteY8" fmla="*/ 106362 h 1787292"/>
              <a:gd name="connsiteX9" fmla="*/ 1036902 w 12192000"/>
              <a:gd name="connsiteY9" fmla="*/ 125412 h 1787292"/>
              <a:gd name="connsiteX10" fmla="*/ 1078177 w 12192000"/>
              <a:gd name="connsiteY10" fmla="*/ 141287 h 1787292"/>
              <a:gd name="connsiteX11" fmla="*/ 1124214 w 12192000"/>
              <a:gd name="connsiteY11" fmla="*/ 155575 h 1787292"/>
              <a:gd name="connsiteX12" fmla="*/ 1176602 w 12192000"/>
              <a:gd name="connsiteY12" fmla="*/ 166687 h 1787292"/>
              <a:gd name="connsiteX13" fmla="*/ 1236927 w 12192000"/>
              <a:gd name="connsiteY13" fmla="*/ 174625 h 1787292"/>
              <a:gd name="connsiteX14" fmla="*/ 1305189 w 12192000"/>
              <a:gd name="connsiteY14" fmla="*/ 176212 h 1787292"/>
              <a:gd name="connsiteX15" fmla="*/ 1373452 w 12192000"/>
              <a:gd name="connsiteY15" fmla="*/ 174625 h 1787292"/>
              <a:gd name="connsiteX16" fmla="*/ 1433777 w 12192000"/>
              <a:gd name="connsiteY16" fmla="*/ 166687 h 1787292"/>
              <a:gd name="connsiteX17" fmla="*/ 1486164 w 12192000"/>
              <a:gd name="connsiteY17" fmla="*/ 155575 h 1787292"/>
              <a:gd name="connsiteX18" fmla="*/ 1532202 w 12192000"/>
              <a:gd name="connsiteY18" fmla="*/ 141287 h 1787292"/>
              <a:gd name="connsiteX19" fmla="*/ 1573477 w 12192000"/>
              <a:gd name="connsiteY19" fmla="*/ 125412 h 1787292"/>
              <a:gd name="connsiteX20" fmla="*/ 1609989 w 12192000"/>
              <a:gd name="connsiteY20" fmla="*/ 106362 h 1787292"/>
              <a:gd name="connsiteX21" fmla="*/ 1648089 w 12192000"/>
              <a:gd name="connsiteY21" fmla="*/ 87312 h 1787292"/>
              <a:gd name="connsiteX22" fmla="*/ 1686189 w 12192000"/>
              <a:gd name="connsiteY22" fmla="*/ 68262 h 1787292"/>
              <a:gd name="connsiteX23" fmla="*/ 1722702 w 12192000"/>
              <a:gd name="connsiteY23" fmla="*/ 52387 h 1787292"/>
              <a:gd name="connsiteX24" fmla="*/ 1763977 w 12192000"/>
              <a:gd name="connsiteY24" fmla="*/ 36512 h 1787292"/>
              <a:gd name="connsiteX25" fmla="*/ 1810014 w 12192000"/>
              <a:gd name="connsiteY25" fmla="*/ 20637 h 1787292"/>
              <a:gd name="connsiteX26" fmla="*/ 1862402 w 12192000"/>
              <a:gd name="connsiteY26" fmla="*/ 9525 h 1787292"/>
              <a:gd name="connsiteX27" fmla="*/ 1922727 w 12192000"/>
              <a:gd name="connsiteY27" fmla="*/ 3175 h 1787292"/>
              <a:gd name="connsiteX28" fmla="*/ 1990989 w 12192000"/>
              <a:gd name="connsiteY28" fmla="*/ 0 h 1787292"/>
              <a:gd name="connsiteX29" fmla="*/ 2059252 w 12192000"/>
              <a:gd name="connsiteY29" fmla="*/ 3175 h 1787292"/>
              <a:gd name="connsiteX30" fmla="*/ 2119577 w 12192000"/>
              <a:gd name="connsiteY30" fmla="*/ 9525 h 1787292"/>
              <a:gd name="connsiteX31" fmla="*/ 2171964 w 12192000"/>
              <a:gd name="connsiteY31" fmla="*/ 20637 h 1787292"/>
              <a:gd name="connsiteX32" fmla="*/ 2218002 w 12192000"/>
              <a:gd name="connsiteY32" fmla="*/ 36512 h 1787292"/>
              <a:gd name="connsiteX33" fmla="*/ 2259277 w 12192000"/>
              <a:gd name="connsiteY33" fmla="*/ 52387 h 1787292"/>
              <a:gd name="connsiteX34" fmla="*/ 2295789 w 12192000"/>
              <a:gd name="connsiteY34" fmla="*/ 68262 h 1787292"/>
              <a:gd name="connsiteX35" fmla="*/ 2333889 w 12192000"/>
              <a:gd name="connsiteY35" fmla="*/ 87312 h 1787292"/>
              <a:gd name="connsiteX36" fmla="*/ 2371989 w 12192000"/>
              <a:gd name="connsiteY36" fmla="*/ 106362 h 1787292"/>
              <a:gd name="connsiteX37" fmla="*/ 2408502 w 12192000"/>
              <a:gd name="connsiteY37" fmla="*/ 125412 h 1787292"/>
              <a:gd name="connsiteX38" fmla="*/ 2449777 w 12192000"/>
              <a:gd name="connsiteY38" fmla="*/ 141287 h 1787292"/>
              <a:gd name="connsiteX39" fmla="*/ 2495814 w 12192000"/>
              <a:gd name="connsiteY39" fmla="*/ 155575 h 1787292"/>
              <a:gd name="connsiteX40" fmla="*/ 2548202 w 12192000"/>
              <a:gd name="connsiteY40" fmla="*/ 166687 h 1787292"/>
              <a:gd name="connsiteX41" fmla="*/ 2608527 w 12192000"/>
              <a:gd name="connsiteY41" fmla="*/ 174625 h 1787292"/>
              <a:gd name="connsiteX42" fmla="*/ 2676789 w 12192000"/>
              <a:gd name="connsiteY42" fmla="*/ 176212 h 1787292"/>
              <a:gd name="connsiteX43" fmla="*/ 2745052 w 12192000"/>
              <a:gd name="connsiteY43" fmla="*/ 174625 h 1787292"/>
              <a:gd name="connsiteX44" fmla="*/ 2805377 w 12192000"/>
              <a:gd name="connsiteY44" fmla="*/ 166687 h 1787292"/>
              <a:gd name="connsiteX45" fmla="*/ 2857764 w 12192000"/>
              <a:gd name="connsiteY45" fmla="*/ 155575 h 1787292"/>
              <a:gd name="connsiteX46" fmla="*/ 2903802 w 12192000"/>
              <a:gd name="connsiteY46" fmla="*/ 141287 h 1787292"/>
              <a:gd name="connsiteX47" fmla="*/ 2945077 w 12192000"/>
              <a:gd name="connsiteY47" fmla="*/ 125412 h 1787292"/>
              <a:gd name="connsiteX48" fmla="*/ 2981589 w 12192000"/>
              <a:gd name="connsiteY48" fmla="*/ 106362 h 1787292"/>
              <a:gd name="connsiteX49" fmla="*/ 3019689 w 12192000"/>
              <a:gd name="connsiteY49" fmla="*/ 87312 h 1787292"/>
              <a:gd name="connsiteX50" fmla="*/ 3057789 w 12192000"/>
              <a:gd name="connsiteY50" fmla="*/ 68262 h 1787292"/>
              <a:gd name="connsiteX51" fmla="*/ 3094302 w 12192000"/>
              <a:gd name="connsiteY51" fmla="*/ 52387 h 1787292"/>
              <a:gd name="connsiteX52" fmla="*/ 3135577 w 12192000"/>
              <a:gd name="connsiteY52" fmla="*/ 36512 h 1787292"/>
              <a:gd name="connsiteX53" fmla="*/ 3181614 w 12192000"/>
              <a:gd name="connsiteY53" fmla="*/ 20637 h 1787292"/>
              <a:gd name="connsiteX54" fmla="*/ 3234002 w 12192000"/>
              <a:gd name="connsiteY54" fmla="*/ 9525 h 1787292"/>
              <a:gd name="connsiteX55" fmla="*/ 3294327 w 12192000"/>
              <a:gd name="connsiteY55" fmla="*/ 3175 h 1787292"/>
              <a:gd name="connsiteX56" fmla="*/ 3361002 w 12192000"/>
              <a:gd name="connsiteY56" fmla="*/ 0 h 1787292"/>
              <a:gd name="connsiteX57" fmla="*/ 3430852 w 12192000"/>
              <a:gd name="connsiteY57" fmla="*/ 3175 h 1787292"/>
              <a:gd name="connsiteX58" fmla="*/ 3491177 w 12192000"/>
              <a:gd name="connsiteY58" fmla="*/ 9525 h 1787292"/>
              <a:gd name="connsiteX59" fmla="*/ 3543564 w 12192000"/>
              <a:gd name="connsiteY59" fmla="*/ 20637 h 1787292"/>
              <a:gd name="connsiteX60" fmla="*/ 3589602 w 12192000"/>
              <a:gd name="connsiteY60" fmla="*/ 36512 h 1787292"/>
              <a:gd name="connsiteX61" fmla="*/ 3630877 w 12192000"/>
              <a:gd name="connsiteY61" fmla="*/ 52387 h 1787292"/>
              <a:gd name="connsiteX62" fmla="*/ 3667389 w 12192000"/>
              <a:gd name="connsiteY62" fmla="*/ 68262 h 1787292"/>
              <a:gd name="connsiteX63" fmla="*/ 3705489 w 12192000"/>
              <a:gd name="connsiteY63" fmla="*/ 87312 h 1787292"/>
              <a:gd name="connsiteX64" fmla="*/ 3743589 w 12192000"/>
              <a:gd name="connsiteY64" fmla="*/ 106362 h 1787292"/>
              <a:gd name="connsiteX65" fmla="*/ 3780102 w 12192000"/>
              <a:gd name="connsiteY65" fmla="*/ 125412 h 1787292"/>
              <a:gd name="connsiteX66" fmla="*/ 3821377 w 12192000"/>
              <a:gd name="connsiteY66" fmla="*/ 141287 h 1787292"/>
              <a:gd name="connsiteX67" fmla="*/ 3867414 w 12192000"/>
              <a:gd name="connsiteY67" fmla="*/ 155575 h 1787292"/>
              <a:gd name="connsiteX68" fmla="*/ 3919802 w 12192000"/>
              <a:gd name="connsiteY68" fmla="*/ 166687 h 1787292"/>
              <a:gd name="connsiteX69" fmla="*/ 3980127 w 12192000"/>
              <a:gd name="connsiteY69" fmla="*/ 174625 h 1787292"/>
              <a:gd name="connsiteX70" fmla="*/ 4048389 w 12192000"/>
              <a:gd name="connsiteY70" fmla="*/ 176212 h 1787292"/>
              <a:gd name="connsiteX71" fmla="*/ 4116652 w 12192000"/>
              <a:gd name="connsiteY71" fmla="*/ 174625 h 1787292"/>
              <a:gd name="connsiteX72" fmla="*/ 4176977 w 12192000"/>
              <a:gd name="connsiteY72" fmla="*/ 166687 h 1787292"/>
              <a:gd name="connsiteX73" fmla="*/ 4229364 w 12192000"/>
              <a:gd name="connsiteY73" fmla="*/ 155575 h 1787292"/>
              <a:gd name="connsiteX74" fmla="*/ 4275402 w 12192000"/>
              <a:gd name="connsiteY74" fmla="*/ 141287 h 1787292"/>
              <a:gd name="connsiteX75" fmla="*/ 4316677 w 12192000"/>
              <a:gd name="connsiteY75" fmla="*/ 125412 h 1787292"/>
              <a:gd name="connsiteX76" fmla="*/ 4353189 w 12192000"/>
              <a:gd name="connsiteY76" fmla="*/ 106362 h 1787292"/>
              <a:gd name="connsiteX77" fmla="*/ 4429389 w 12192000"/>
              <a:gd name="connsiteY77" fmla="*/ 68262 h 1787292"/>
              <a:gd name="connsiteX78" fmla="*/ 4465902 w 12192000"/>
              <a:gd name="connsiteY78" fmla="*/ 52387 h 1787292"/>
              <a:gd name="connsiteX79" fmla="*/ 4507177 w 12192000"/>
              <a:gd name="connsiteY79" fmla="*/ 36512 h 1787292"/>
              <a:gd name="connsiteX80" fmla="*/ 4553214 w 12192000"/>
              <a:gd name="connsiteY80" fmla="*/ 20637 h 1787292"/>
              <a:gd name="connsiteX81" fmla="*/ 4605602 w 12192000"/>
              <a:gd name="connsiteY81" fmla="*/ 9525 h 1787292"/>
              <a:gd name="connsiteX82" fmla="*/ 4665928 w 12192000"/>
              <a:gd name="connsiteY82" fmla="*/ 3175 h 1787292"/>
              <a:gd name="connsiteX83" fmla="*/ 4734189 w 12192000"/>
              <a:gd name="connsiteY83" fmla="*/ 0 h 1787292"/>
              <a:gd name="connsiteX84" fmla="*/ 4802453 w 12192000"/>
              <a:gd name="connsiteY84" fmla="*/ 3175 h 1787292"/>
              <a:gd name="connsiteX85" fmla="*/ 4862777 w 12192000"/>
              <a:gd name="connsiteY85" fmla="*/ 9525 h 1787292"/>
              <a:gd name="connsiteX86" fmla="*/ 4915165 w 12192000"/>
              <a:gd name="connsiteY86" fmla="*/ 20637 h 1787292"/>
              <a:gd name="connsiteX87" fmla="*/ 4961201 w 12192000"/>
              <a:gd name="connsiteY87" fmla="*/ 36512 h 1787292"/>
              <a:gd name="connsiteX88" fmla="*/ 5002476 w 12192000"/>
              <a:gd name="connsiteY88" fmla="*/ 52387 h 1787292"/>
              <a:gd name="connsiteX89" fmla="*/ 5038989 w 12192000"/>
              <a:gd name="connsiteY89" fmla="*/ 68262 h 1787292"/>
              <a:gd name="connsiteX90" fmla="*/ 5077089 w 12192000"/>
              <a:gd name="connsiteY90" fmla="*/ 87312 h 1787292"/>
              <a:gd name="connsiteX91" fmla="*/ 5115189 w 12192000"/>
              <a:gd name="connsiteY91" fmla="*/ 106362 h 1787292"/>
              <a:gd name="connsiteX92" fmla="*/ 5151701 w 12192000"/>
              <a:gd name="connsiteY92" fmla="*/ 125412 h 1787292"/>
              <a:gd name="connsiteX93" fmla="*/ 5192976 w 12192000"/>
              <a:gd name="connsiteY93" fmla="*/ 141287 h 1787292"/>
              <a:gd name="connsiteX94" fmla="*/ 5239014 w 12192000"/>
              <a:gd name="connsiteY94" fmla="*/ 155575 h 1787292"/>
              <a:gd name="connsiteX95" fmla="*/ 5291401 w 12192000"/>
              <a:gd name="connsiteY95" fmla="*/ 166687 h 1787292"/>
              <a:gd name="connsiteX96" fmla="*/ 5351727 w 12192000"/>
              <a:gd name="connsiteY96" fmla="*/ 174625 h 1787292"/>
              <a:gd name="connsiteX97" fmla="*/ 5410199 w 12192000"/>
              <a:gd name="connsiteY97" fmla="*/ 175985 h 1787292"/>
              <a:gd name="connsiteX98" fmla="*/ 5468671 w 12192000"/>
              <a:gd name="connsiteY98" fmla="*/ 174625 h 1787292"/>
              <a:gd name="connsiteX99" fmla="*/ 5528996 w 12192000"/>
              <a:gd name="connsiteY99" fmla="*/ 166687 h 1787292"/>
              <a:gd name="connsiteX100" fmla="*/ 5581383 w 12192000"/>
              <a:gd name="connsiteY100" fmla="*/ 155575 h 1787292"/>
              <a:gd name="connsiteX101" fmla="*/ 5627421 w 12192000"/>
              <a:gd name="connsiteY101" fmla="*/ 141287 h 1787292"/>
              <a:gd name="connsiteX102" fmla="*/ 5668696 w 12192000"/>
              <a:gd name="connsiteY102" fmla="*/ 125412 h 1787292"/>
              <a:gd name="connsiteX103" fmla="*/ 5705209 w 12192000"/>
              <a:gd name="connsiteY103" fmla="*/ 106362 h 1787292"/>
              <a:gd name="connsiteX104" fmla="*/ 5743308 w 12192000"/>
              <a:gd name="connsiteY104" fmla="*/ 87312 h 1787292"/>
              <a:gd name="connsiteX105" fmla="*/ 5781408 w 12192000"/>
              <a:gd name="connsiteY105" fmla="*/ 68262 h 1787292"/>
              <a:gd name="connsiteX106" fmla="*/ 5817921 w 12192000"/>
              <a:gd name="connsiteY106" fmla="*/ 52387 h 1787292"/>
              <a:gd name="connsiteX107" fmla="*/ 5859196 w 12192000"/>
              <a:gd name="connsiteY107" fmla="*/ 36512 h 1787292"/>
              <a:gd name="connsiteX108" fmla="*/ 5905234 w 12192000"/>
              <a:gd name="connsiteY108" fmla="*/ 20637 h 1787292"/>
              <a:gd name="connsiteX109" fmla="*/ 5957621 w 12192000"/>
              <a:gd name="connsiteY109" fmla="*/ 9525 h 1787292"/>
              <a:gd name="connsiteX110" fmla="*/ 6017947 w 12192000"/>
              <a:gd name="connsiteY110" fmla="*/ 3175 h 1787292"/>
              <a:gd name="connsiteX111" fmla="*/ 6086208 w 12192000"/>
              <a:gd name="connsiteY111" fmla="*/ 0 h 1787292"/>
              <a:gd name="connsiteX112" fmla="*/ 6095999 w 12192000"/>
              <a:gd name="connsiteY112" fmla="*/ 455 h 1787292"/>
              <a:gd name="connsiteX113" fmla="*/ 6105789 w 12192000"/>
              <a:gd name="connsiteY113" fmla="*/ 0 h 1787292"/>
              <a:gd name="connsiteX114" fmla="*/ 6174052 w 12192000"/>
              <a:gd name="connsiteY114" fmla="*/ 3175 h 1787292"/>
              <a:gd name="connsiteX115" fmla="*/ 6234377 w 12192000"/>
              <a:gd name="connsiteY115" fmla="*/ 9525 h 1787292"/>
              <a:gd name="connsiteX116" fmla="*/ 6286764 w 12192000"/>
              <a:gd name="connsiteY116" fmla="*/ 20637 h 1787292"/>
              <a:gd name="connsiteX117" fmla="*/ 6332802 w 12192000"/>
              <a:gd name="connsiteY117" fmla="*/ 36512 h 1787292"/>
              <a:gd name="connsiteX118" fmla="*/ 6374077 w 12192000"/>
              <a:gd name="connsiteY118" fmla="*/ 52387 h 1787292"/>
              <a:gd name="connsiteX119" fmla="*/ 6410589 w 12192000"/>
              <a:gd name="connsiteY119" fmla="*/ 68262 h 1787292"/>
              <a:gd name="connsiteX120" fmla="*/ 6448689 w 12192000"/>
              <a:gd name="connsiteY120" fmla="*/ 87312 h 1787292"/>
              <a:gd name="connsiteX121" fmla="*/ 6486789 w 12192000"/>
              <a:gd name="connsiteY121" fmla="*/ 106362 h 1787292"/>
              <a:gd name="connsiteX122" fmla="*/ 6523302 w 12192000"/>
              <a:gd name="connsiteY122" fmla="*/ 125412 h 1787292"/>
              <a:gd name="connsiteX123" fmla="*/ 6564577 w 12192000"/>
              <a:gd name="connsiteY123" fmla="*/ 141287 h 1787292"/>
              <a:gd name="connsiteX124" fmla="*/ 6610614 w 12192000"/>
              <a:gd name="connsiteY124" fmla="*/ 155575 h 1787292"/>
              <a:gd name="connsiteX125" fmla="*/ 6663002 w 12192000"/>
              <a:gd name="connsiteY125" fmla="*/ 166687 h 1787292"/>
              <a:gd name="connsiteX126" fmla="*/ 6723327 w 12192000"/>
              <a:gd name="connsiteY126" fmla="*/ 174625 h 1787292"/>
              <a:gd name="connsiteX127" fmla="*/ 6781799 w 12192000"/>
              <a:gd name="connsiteY127" fmla="*/ 175985 h 1787292"/>
              <a:gd name="connsiteX128" fmla="*/ 6840271 w 12192000"/>
              <a:gd name="connsiteY128" fmla="*/ 174625 h 1787292"/>
              <a:gd name="connsiteX129" fmla="*/ 6900596 w 12192000"/>
              <a:gd name="connsiteY129" fmla="*/ 166687 h 1787292"/>
              <a:gd name="connsiteX130" fmla="*/ 6952983 w 12192000"/>
              <a:gd name="connsiteY130" fmla="*/ 155575 h 1787292"/>
              <a:gd name="connsiteX131" fmla="*/ 6999021 w 12192000"/>
              <a:gd name="connsiteY131" fmla="*/ 141287 h 1787292"/>
              <a:gd name="connsiteX132" fmla="*/ 7040296 w 12192000"/>
              <a:gd name="connsiteY132" fmla="*/ 125412 h 1787292"/>
              <a:gd name="connsiteX133" fmla="*/ 7076808 w 12192000"/>
              <a:gd name="connsiteY133" fmla="*/ 106362 h 1787292"/>
              <a:gd name="connsiteX134" fmla="*/ 7114908 w 12192000"/>
              <a:gd name="connsiteY134" fmla="*/ 87312 h 1787292"/>
              <a:gd name="connsiteX135" fmla="*/ 7153008 w 12192000"/>
              <a:gd name="connsiteY135" fmla="*/ 68262 h 1787292"/>
              <a:gd name="connsiteX136" fmla="*/ 7189521 w 12192000"/>
              <a:gd name="connsiteY136" fmla="*/ 52387 h 1787292"/>
              <a:gd name="connsiteX137" fmla="*/ 7230796 w 12192000"/>
              <a:gd name="connsiteY137" fmla="*/ 36512 h 1787292"/>
              <a:gd name="connsiteX138" fmla="*/ 7276833 w 12192000"/>
              <a:gd name="connsiteY138" fmla="*/ 20637 h 1787292"/>
              <a:gd name="connsiteX139" fmla="*/ 7329221 w 12192000"/>
              <a:gd name="connsiteY139" fmla="*/ 9525 h 1787292"/>
              <a:gd name="connsiteX140" fmla="*/ 7389546 w 12192000"/>
              <a:gd name="connsiteY140" fmla="*/ 3175 h 1787292"/>
              <a:gd name="connsiteX141" fmla="*/ 7457808 w 12192000"/>
              <a:gd name="connsiteY141" fmla="*/ 0 h 1787292"/>
              <a:gd name="connsiteX142" fmla="*/ 7526071 w 12192000"/>
              <a:gd name="connsiteY142" fmla="*/ 3175 h 1787292"/>
              <a:gd name="connsiteX143" fmla="*/ 7586396 w 12192000"/>
              <a:gd name="connsiteY143" fmla="*/ 9525 h 1787292"/>
              <a:gd name="connsiteX144" fmla="*/ 7638783 w 12192000"/>
              <a:gd name="connsiteY144" fmla="*/ 20637 h 1787292"/>
              <a:gd name="connsiteX145" fmla="*/ 7684821 w 12192000"/>
              <a:gd name="connsiteY145" fmla="*/ 36512 h 1787292"/>
              <a:gd name="connsiteX146" fmla="*/ 7726096 w 12192000"/>
              <a:gd name="connsiteY146" fmla="*/ 52387 h 1787292"/>
              <a:gd name="connsiteX147" fmla="*/ 7762608 w 12192000"/>
              <a:gd name="connsiteY147" fmla="*/ 68262 h 1787292"/>
              <a:gd name="connsiteX148" fmla="*/ 7800708 w 12192000"/>
              <a:gd name="connsiteY148" fmla="*/ 87312 h 1787292"/>
              <a:gd name="connsiteX149" fmla="*/ 7838808 w 12192000"/>
              <a:gd name="connsiteY149" fmla="*/ 106362 h 1787292"/>
              <a:gd name="connsiteX150" fmla="*/ 7875321 w 12192000"/>
              <a:gd name="connsiteY150" fmla="*/ 125412 h 1787292"/>
              <a:gd name="connsiteX151" fmla="*/ 7916596 w 12192000"/>
              <a:gd name="connsiteY151" fmla="*/ 141287 h 1787292"/>
              <a:gd name="connsiteX152" fmla="*/ 7962633 w 12192000"/>
              <a:gd name="connsiteY152" fmla="*/ 155575 h 1787292"/>
              <a:gd name="connsiteX153" fmla="*/ 8015021 w 12192000"/>
              <a:gd name="connsiteY153" fmla="*/ 166687 h 1787292"/>
              <a:gd name="connsiteX154" fmla="*/ 8075346 w 12192000"/>
              <a:gd name="connsiteY154" fmla="*/ 174625 h 1787292"/>
              <a:gd name="connsiteX155" fmla="*/ 8143608 w 12192000"/>
              <a:gd name="connsiteY155" fmla="*/ 176212 h 1787292"/>
              <a:gd name="connsiteX156" fmla="*/ 8211871 w 12192000"/>
              <a:gd name="connsiteY156" fmla="*/ 174625 h 1787292"/>
              <a:gd name="connsiteX157" fmla="*/ 8272196 w 12192000"/>
              <a:gd name="connsiteY157" fmla="*/ 166687 h 1787292"/>
              <a:gd name="connsiteX158" fmla="*/ 8324583 w 12192000"/>
              <a:gd name="connsiteY158" fmla="*/ 155575 h 1787292"/>
              <a:gd name="connsiteX159" fmla="*/ 8370621 w 12192000"/>
              <a:gd name="connsiteY159" fmla="*/ 141287 h 1787292"/>
              <a:gd name="connsiteX160" fmla="*/ 8411896 w 12192000"/>
              <a:gd name="connsiteY160" fmla="*/ 125412 h 1787292"/>
              <a:gd name="connsiteX161" fmla="*/ 8448408 w 12192000"/>
              <a:gd name="connsiteY161" fmla="*/ 106362 h 1787292"/>
              <a:gd name="connsiteX162" fmla="*/ 8486508 w 12192000"/>
              <a:gd name="connsiteY162" fmla="*/ 87312 h 1787292"/>
              <a:gd name="connsiteX163" fmla="*/ 8524608 w 12192000"/>
              <a:gd name="connsiteY163" fmla="*/ 68262 h 1787292"/>
              <a:gd name="connsiteX164" fmla="*/ 8561120 w 12192000"/>
              <a:gd name="connsiteY164" fmla="*/ 52387 h 1787292"/>
              <a:gd name="connsiteX165" fmla="*/ 8602396 w 12192000"/>
              <a:gd name="connsiteY165" fmla="*/ 36512 h 1787292"/>
              <a:gd name="connsiteX166" fmla="*/ 8648432 w 12192000"/>
              <a:gd name="connsiteY166" fmla="*/ 20637 h 1787292"/>
              <a:gd name="connsiteX167" fmla="*/ 8700820 w 12192000"/>
              <a:gd name="connsiteY167" fmla="*/ 9525 h 1787292"/>
              <a:gd name="connsiteX168" fmla="*/ 8761146 w 12192000"/>
              <a:gd name="connsiteY168" fmla="*/ 3175 h 1787292"/>
              <a:gd name="connsiteX169" fmla="*/ 8827820 w 12192000"/>
              <a:gd name="connsiteY169" fmla="*/ 0 h 1787292"/>
              <a:gd name="connsiteX170" fmla="*/ 8897670 w 12192000"/>
              <a:gd name="connsiteY170" fmla="*/ 3175 h 1787292"/>
              <a:gd name="connsiteX171" fmla="*/ 8957996 w 12192000"/>
              <a:gd name="connsiteY171" fmla="*/ 9525 h 1787292"/>
              <a:gd name="connsiteX172" fmla="*/ 9010382 w 12192000"/>
              <a:gd name="connsiteY172" fmla="*/ 20637 h 1787292"/>
              <a:gd name="connsiteX173" fmla="*/ 9056420 w 12192000"/>
              <a:gd name="connsiteY173" fmla="*/ 36512 h 1787292"/>
              <a:gd name="connsiteX174" fmla="*/ 9097696 w 12192000"/>
              <a:gd name="connsiteY174" fmla="*/ 52387 h 1787292"/>
              <a:gd name="connsiteX175" fmla="*/ 9134208 w 12192000"/>
              <a:gd name="connsiteY175" fmla="*/ 68262 h 1787292"/>
              <a:gd name="connsiteX176" fmla="*/ 9172308 w 12192000"/>
              <a:gd name="connsiteY176" fmla="*/ 87312 h 1787292"/>
              <a:gd name="connsiteX177" fmla="*/ 9210408 w 12192000"/>
              <a:gd name="connsiteY177" fmla="*/ 106362 h 1787292"/>
              <a:gd name="connsiteX178" fmla="*/ 9246920 w 12192000"/>
              <a:gd name="connsiteY178" fmla="*/ 125412 h 1787292"/>
              <a:gd name="connsiteX179" fmla="*/ 9288196 w 12192000"/>
              <a:gd name="connsiteY179" fmla="*/ 141287 h 1787292"/>
              <a:gd name="connsiteX180" fmla="*/ 9334232 w 12192000"/>
              <a:gd name="connsiteY180" fmla="*/ 155575 h 1787292"/>
              <a:gd name="connsiteX181" fmla="*/ 9386620 w 12192000"/>
              <a:gd name="connsiteY181" fmla="*/ 166687 h 1787292"/>
              <a:gd name="connsiteX182" fmla="*/ 9446946 w 12192000"/>
              <a:gd name="connsiteY182" fmla="*/ 174625 h 1787292"/>
              <a:gd name="connsiteX183" fmla="*/ 9515208 w 12192000"/>
              <a:gd name="connsiteY183" fmla="*/ 176212 h 1787292"/>
              <a:gd name="connsiteX184" fmla="*/ 9583470 w 12192000"/>
              <a:gd name="connsiteY184" fmla="*/ 174625 h 1787292"/>
              <a:gd name="connsiteX185" fmla="*/ 9643796 w 12192000"/>
              <a:gd name="connsiteY185" fmla="*/ 166687 h 1787292"/>
              <a:gd name="connsiteX186" fmla="*/ 9696182 w 12192000"/>
              <a:gd name="connsiteY186" fmla="*/ 155575 h 1787292"/>
              <a:gd name="connsiteX187" fmla="*/ 9742220 w 12192000"/>
              <a:gd name="connsiteY187" fmla="*/ 141287 h 1787292"/>
              <a:gd name="connsiteX188" fmla="*/ 9783496 w 12192000"/>
              <a:gd name="connsiteY188" fmla="*/ 125412 h 1787292"/>
              <a:gd name="connsiteX189" fmla="*/ 9820008 w 12192000"/>
              <a:gd name="connsiteY189" fmla="*/ 106362 h 1787292"/>
              <a:gd name="connsiteX190" fmla="*/ 9896208 w 12192000"/>
              <a:gd name="connsiteY190" fmla="*/ 68262 h 1787292"/>
              <a:gd name="connsiteX191" fmla="*/ 9932720 w 12192000"/>
              <a:gd name="connsiteY191" fmla="*/ 52387 h 1787292"/>
              <a:gd name="connsiteX192" fmla="*/ 9973996 w 12192000"/>
              <a:gd name="connsiteY192" fmla="*/ 36512 h 1787292"/>
              <a:gd name="connsiteX193" fmla="*/ 10020032 w 12192000"/>
              <a:gd name="connsiteY193" fmla="*/ 20637 h 1787292"/>
              <a:gd name="connsiteX194" fmla="*/ 10072420 w 12192000"/>
              <a:gd name="connsiteY194" fmla="*/ 9525 h 1787292"/>
              <a:gd name="connsiteX195" fmla="*/ 10132746 w 12192000"/>
              <a:gd name="connsiteY195" fmla="*/ 3175 h 1787292"/>
              <a:gd name="connsiteX196" fmla="*/ 10201008 w 12192000"/>
              <a:gd name="connsiteY196" fmla="*/ 0 h 1787292"/>
              <a:gd name="connsiteX197" fmla="*/ 10269270 w 12192000"/>
              <a:gd name="connsiteY197" fmla="*/ 3175 h 1787292"/>
              <a:gd name="connsiteX198" fmla="*/ 10329596 w 12192000"/>
              <a:gd name="connsiteY198" fmla="*/ 9525 h 1787292"/>
              <a:gd name="connsiteX199" fmla="*/ 10381982 w 12192000"/>
              <a:gd name="connsiteY199" fmla="*/ 20637 h 1787292"/>
              <a:gd name="connsiteX200" fmla="*/ 10428020 w 12192000"/>
              <a:gd name="connsiteY200" fmla="*/ 36512 h 1787292"/>
              <a:gd name="connsiteX201" fmla="*/ 10469296 w 12192000"/>
              <a:gd name="connsiteY201" fmla="*/ 52387 h 1787292"/>
              <a:gd name="connsiteX202" fmla="*/ 10505808 w 12192000"/>
              <a:gd name="connsiteY202" fmla="*/ 68262 h 1787292"/>
              <a:gd name="connsiteX203" fmla="*/ 10543908 w 12192000"/>
              <a:gd name="connsiteY203" fmla="*/ 87312 h 1787292"/>
              <a:gd name="connsiteX204" fmla="*/ 10582008 w 12192000"/>
              <a:gd name="connsiteY204" fmla="*/ 106362 h 1787292"/>
              <a:gd name="connsiteX205" fmla="*/ 10618520 w 12192000"/>
              <a:gd name="connsiteY205" fmla="*/ 125412 h 1787292"/>
              <a:gd name="connsiteX206" fmla="*/ 10659796 w 12192000"/>
              <a:gd name="connsiteY206" fmla="*/ 141287 h 1787292"/>
              <a:gd name="connsiteX207" fmla="*/ 10705832 w 12192000"/>
              <a:gd name="connsiteY207" fmla="*/ 155575 h 1787292"/>
              <a:gd name="connsiteX208" fmla="*/ 10758220 w 12192000"/>
              <a:gd name="connsiteY208" fmla="*/ 166687 h 1787292"/>
              <a:gd name="connsiteX209" fmla="*/ 10818546 w 12192000"/>
              <a:gd name="connsiteY209" fmla="*/ 174625 h 1787292"/>
              <a:gd name="connsiteX210" fmla="*/ 10886808 w 12192000"/>
              <a:gd name="connsiteY210" fmla="*/ 176212 h 1787292"/>
              <a:gd name="connsiteX211" fmla="*/ 10955070 w 12192000"/>
              <a:gd name="connsiteY211" fmla="*/ 174625 h 1787292"/>
              <a:gd name="connsiteX212" fmla="*/ 11015396 w 12192000"/>
              <a:gd name="connsiteY212" fmla="*/ 166687 h 1787292"/>
              <a:gd name="connsiteX213" fmla="*/ 11067782 w 12192000"/>
              <a:gd name="connsiteY213" fmla="*/ 155575 h 1787292"/>
              <a:gd name="connsiteX214" fmla="*/ 11113820 w 12192000"/>
              <a:gd name="connsiteY214" fmla="*/ 141287 h 1787292"/>
              <a:gd name="connsiteX215" fmla="*/ 11155096 w 12192000"/>
              <a:gd name="connsiteY215" fmla="*/ 125412 h 1787292"/>
              <a:gd name="connsiteX216" fmla="*/ 11191608 w 12192000"/>
              <a:gd name="connsiteY216" fmla="*/ 106362 h 1787292"/>
              <a:gd name="connsiteX217" fmla="*/ 11229708 w 12192000"/>
              <a:gd name="connsiteY217" fmla="*/ 87312 h 1787292"/>
              <a:gd name="connsiteX218" fmla="*/ 11267808 w 12192000"/>
              <a:gd name="connsiteY218" fmla="*/ 68262 h 1787292"/>
              <a:gd name="connsiteX219" fmla="*/ 11304320 w 12192000"/>
              <a:gd name="connsiteY219" fmla="*/ 52387 h 1787292"/>
              <a:gd name="connsiteX220" fmla="*/ 11345596 w 12192000"/>
              <a:gd name="connsiteY220" fmla="*/ 36512 h 1787292"/>
              <a:gd name="connsiteX221" fmla="*/ 11391632 w 12192000"/>
              <a:gd name="connsiteY221" fmla="*/ 20637 h 1787292"/>
              <a:gd name="connsiteX222" fmla="*/ 11444020 w 12192000"/>
              <a:gd name="connsiteY222" fmla="*/ 9525 h 1787292"/>
              <a:gd name="connsiteX223" fmla="*/ 11504346 w 12192000"/>
              <a:gd name="connsiteY223" fmla="*/ 3175 h 1787292"/>
              <a:gd name="connsiteX224" fmla="*/ 11572608 w 12192000"/>
              <a:gd name="connsiteY224" fmla="*/ 0 h 1787292"/>
              <a:gd name="connsiteX225" fmla="*/ 11640870 w 12192000"/>
              <a:gd name="connsiteY225" fmla="*/ 3175 h 1787292"/>
              <a:gd name="connsiteX226" fmla="*/ 11701196 w 12192000"/>
              <a:gd name="connsiteY226" fmla="*/ 9525 h 1787292"/>
              <a:gd name="connsiteX227" fmla="*/ 11753582 w 12192000"/>
              <a:gd name="connsiteY227" fmla="*/ 20637 h 1787292"/>
              <a:gd name="connsiteX228" fmla="*/ 11799620 w 12192000"/>
              <a:gd name="connsiteY228" fmla="*/ 36512 h 1787292"/>
              <a:gd name="connsiteX229" fmla="*/ 11840896 w 12192000"/>
              <a:gd name="connsiteY229" fmla="*/ 52387 h 1787292"/>
              <a:gd name="connsiteX230" fmla="*/ 11877408 w 12192000"/>
              <a:gd name="connsiteY230" fmla="*/ 68262 h 1787292"/>
              <a:gd name="connsiteX231" fmla="*/ 11915508 w 12192000"/>
              <a:gd name="connsiteY231" fmla="*/ 87312 h 1787292"/>
              <a:gd name="connsiteX232" fmla="*/ 11953608 w 12192000"/>
              <a:gd name="connsiteY232" fmla="*/ 106362 h 1787292"/>
              <a:gd name="connsiteX233" fmla="*/ 11990120 w 12192000"/>
              <a:gd name="connsiteY233" fmla="*/ 125412 h 1787292"/>
              <a:gd name="connsiteX234" fmla="*/ 12031396 w 12192000"/>
              <a:gd name="connsiteY234" fmla="*/ 141287 h 1787292"/>
              <a:gd name="connsiteX235" fmla="*/ 12077432 w 12192000"/>
              <a:gd name="connsiteY235" fmla="*/ 155575 h 1787292"/>
              <a:gd name="connsiteX236" fmla="*/ 12129820 w 12192000"/>
              <a:gd name="connsiteY236" fmla="*/ 166688 h 1787292"/>
              <a:gd name="connsiteX237" fmla="*/ 12190146 w 12192000"/>
              <a:gd name="connsiteY237" fmla="*/ 174625 h 1787292"/>
              <a:gd name="connsiteX238" fmla="*/ 12192000 w 12192000"/>
              <a:gd name="connsiteY238" fmla="*/ 174668 h 1787292"/>
              <a:gd name="connsiteX239" fmla="*/ 12192000 w 12192000"/>
              <a:gd name="connsiteY239" fmla="*/ 885826 h 1787292"/>
              <a:gd name="connsiteX240" fmla="*/ 12192000 w 12192000"/>
              <a:gd name="connsiteY240" fmla="*/ 1787292 h 1787292"/>
              <a:gd name="connsiteX241" fmla="*/ 0 w 12192000"/>
              <a:gd name="connsiteY241" fmla="*/ 1787292 h 1787292"/>
              <a:gd name="connsiteX242" fmla="*/ 0 w 12192000"/>
              <a:gd name="connsiteY242" fmla="*/ 885826 h 1787292"/>
              <a:gd name="connsiteX243" fmla="*/ 0 w 12192000"/>
              <a:gd name="connsiteY243" fmla="*/ 174668 h 1787292"/>
              <a:gd name="connsiteX244" fmla="*/ 1852 w 12192000"/>
              <a:gd name="connsiteY244" fmla="*/ 174625 h 1787292"/>
              <a:gd name="connsiteX245" fmla="*/ 62177 w 12192000"/>
              <a:gd name="connsiteY245" fmla="*/ 166687 h 1787292"/>
              <a:gd name="connsiteX246" fmla="*/ 114564 w 12192000"/>
              <a:gd name="connsiteY246" fmla="*/ 155575 h 1787292"/>
              <a:gd name="connsiteX247" fmla="*/ 160602 w 12192000"/>
              <a:gd name="connsiteY247" fmla="*/ 141287 h 1787292"/>
              <a:gd name="connsiteX248" fmla="*/ 201877 w 12192000"/>
              <a:gd name="connsiteY248" fmla="*/ 125412 h 1787292"/>
              <a:gd name="connsiteX249" fmla="*/ 238389 w 12192000"/>
              <a:gd name="connsiteY249" fmla="*/ 106362 h 1787292"/>
              <a:gd name="connsiteX250" fmla="*/ 276489 w 12192000"/>
              <a:gd name="connsiteY250" fmla="*/ 87312 h 1787292"/>
              <a:gd name="connsiteX251" fmla="*/ 314589 w 12192000"/>
              <a:gd name="connsiteY251" fmla="*/ 68262 h 1787292"/>
              <a:gd name="connsiteX252" fmla="*/ 351102 w 12192000"/>
              <a:gd name="connsiteY252" fmla="*/ 52387 h 1787292"/>
              <a:gd name="connsiteX253" fmla="*/ 392377 w 12192000"/>
              <a:gd name="connsiteY253" fmla="*/ 36512 h 1787292"/>
              <a:gd name="connsiteX254" fmla="*/ 438414 w 12192000"/>
              <a:gd name="connsiteY254" fmla="*/ 20637 h 1787292"/>
              <a:gd name="connsiteX255" fmla="*/ 490802 w 12192000"/>
              <a:gd name="connsiteY255" fmla="*/ 9525 h 1787292"/>
              <a:gd name="connsiteX256" fmla="*/ 551127 w 12192000"/>
              <a:gd name="connsiteY256" fmla="*/ 3175 h 1787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</a:cxnLst>
            <a:rect l="l" t="t" r="r" b="b"/>
            <a:pathLst>
              <a:path w="12192000" h="1787292">
                <a:moveTo>
                  <a:pt x="619389" y="0"/>
                </a:moveTo>
                <a:lnTo>
                  <a:pt x="687652" y="3175"/>
                </a:lnTo>
                <a:lnTo>
                  <a:pt x="747977" y="9525"/>
                </a:lnTo>
                <a:lnTo>
                  <a:pt x="800364" y="20637"/>
                </a:lnTo>
                <a:lnTo>
                  <a:pt x="846402" y="36512"/>
                </a:lnTo>
                <a:lnTo>
                  <a:pt x="887677" y="52387"/>
                </a:lnTo>
                <a:lnTo>
                  <a:pt x="924189" y="68262"/>
                </a:lnTo>
                <a:lnTo>
                  <a:pt x="962289" y="87312"/>
                </a:lnTo>
                <a:lnTo>
                  <a:pt x="1000389" y="106362"/>
                </a:lnTo>
                <a:lnTo>
                  <a:pt x="1036902" y="125412"/>
                </a:lnTo>
                <a:lnTo>
                  <a:pt x="1078177" y="141287"/>
                </a:lnTo>
                <a:lnTo>
                  <a:pt x="1124214" y="155575"/>
                </a:lnTo>
                <a:lnTo>
                  <a:pt x="1176602" y="166687"/>
                </a:lnTo>
                <a:lnTo>
                  <a:pt x="1236927" y="174625"/>
                </a:lnTo>
                <a:lnTo>
                  <a:pt x="1305189" y="176212"/>
                </a:lnTo>
                <a:lnTo>
                  <a:pt x="1373452" y="174625"/>
                </a:lnTo>
                <a:lnTo>
                  <a:pt x="1433777" y="166687"/>
                </a:lnTo>
                <a:lnTo>
                  <a:pt x="1486164" y="155575"/>
                </a:lnTo>
                <a:lnTo>
                  <a:pt x="1532202" y="141287"/>
                </a:lnTo>
                <a:lnTo>
                  <a:pt x="1573477" y="125412"/>
                </a:lnTo>
                <a:lnTo>
                  <a:pt x="1609989" y="106362"/>
                </a:lnTo>
                <a:lnTo>
                  <a:pt x="1648089" y="87312"/>
                </a:lnTo>
                <a:lnTo>
                  <a:pt x="1686189" y="68262"/>
                </a:lnTo>
                <a:lnTo>
                  <a:pt x="1722702" y="52387"/>
                </a:lnTo>
                <a:lnTo>
                  <a:pt x="1763977" y="36512"/>
                </a:lnTo>
                <a:lnTo>
                  <a:pt x="1810014" y="20637"/>
                </a:lnTo>
                <a:lnTo>
                  <a:pt x="1862402" y="9525"/>
                </a:lnTo>
                <a:lnTo>
                  <a:pt x="1922727" y="3175"/>
                </a:lnTo>
                <a:lnTo>
                  <a:pt x="1990989" y="0"/>
                </a:lnTo>
                <a:lnTo>
                  <a:pt x="2059252" y="3175"/>
                </a:lnTo>
                <a:lnTo>
                  <a:pt x="2119577" y="9525"/>
                </a:lnTo>
                <a:lnTo>
                  <a:pt x="2171964" y="20637"/>
                </a:lnTo>
                <a:lnTo>
                  <a:pt x="2218002" y="36512"/>
                </a:lnTo>
                <a:lnTo>
                  <a:pt x="2259277" y="52387"/>
                </a:lnTo>
                <a:lnTo>
                  <a:pt x="2295789" y="68262"/>
                </a:lnTo>
                <a:lnTo>
                  <a:pt x="2333889" y="87312"/>
                </a:lnTo>
                <a:lnTo>
                  <a:pt x="2371989" y="106362"/>
                </a:lnTo>
                <a:lnTo>
                  <a:pt x="2408502" y="125412"/>
                </a:lnTo>
                <a:lnTo>
                  <a:pt x="2449777" y="141287"/>
                </a:lnTo>
                <a:lnTo>
                  <a:pt x="2495814" y="155575"/>
                </a:lnTo>
                <a:lnTo>
                  <a:pt x="2548202" y="166687"/>
                </a:lnTo>
                <a:lnTo>
                  <a:pt x="2608527" y="174625"/>
                </a:lnTo>
                <a:lnTo>
                  <a:pt x="2676789" y="176212"/>
                </a:lnTo>
                <a:lnTo>
                  <a:pt x="2745052" y="174625"/>
                </a:lnTo>
                <a:lnTo>
                  <a:pt x="2805377" y="166687"/>
                </a:lnTo>
                <a:lnTo>
                  <a:pt x="2857764" y="155575"/>
                </a:lnTo>
                <a:lnTo>
                  <a:pt x="2903802" y="141287"/>
                </a:lnTo>
                <a:lnTo>
                  <a:pt x="2945077" y="125412"/>
                </a:lnTo>
                <a:lnTo>
                  <a:pt x="2981589" y="106362"/>
                </a:lnTo>
                <a:lnTo>
                  <a:pt x="3019689" y="87312"/>
                </a:lnTo>
                <a:lnTo>
                  <a:pt x="3057789" y="68262"/>
                </a:lnTo>
                <a:lnTo>
                  <a:pt x="3094302" y="52387"/>
                </a:lnTo>
                <a:lnTo>
                  <a:pt x="3135577" y="36512"/>
                </a:lnTo>
                <a:lnTo>
                  <a:pt x="3181614" y="20637"/>
                </a:lnTo>
                <a:lnTo>
                  <a:pt x="3234002" y="9525"/>
                </a:lnTo>
                <a:lnTo>
                  <a:pt x="3294327" y="3175"/>
                </a:lnTo>
                <a:lnTo>
                  <a:pt x="3361002" y="0"/>
                </a:lnTo>
                <a:lnTo>
                  <a:pt x="3430852" y="3175"/>
                </a:lnTo>
                <a:lnTo>
                  <a:pt x="3491177" y="9525"/>
                </a:lnTo>
                <a:lnTo>
                  <a:pt x="3543564" y="20637"/>
                </a:lnTo>
                <a:lnTo>
                  <a:pt x="3589602" y="36512"/>
                </a:lnTo>
                <a:lnTo>
                  <a:pt x="3630877" y="52387"/>
                </a:lnTo>
                <a:lnTo>
                  <a:pt x="3667389" y="68262"/>
                </a:lnTo>
                <a:lnTo>
                  <a:pt x="3705489" y="87312"/>
                </a:lnTo>
                <a:lnTo>
                  <a:pt x="3743589" y="106362"/>
                </a:lnTo>
                <a:lnTo>
                  <a:pt x="3780102" y="125412"/>
                </a:lnTo>
                <a:lnTo>
                  <a:pt x="3821377" y="141287"/>
                </a:lnTo>
                <a:lnTo>
                  <a:pt x="3867414" y="155575"/>
                </a:lnTo>
                <a:lnTo>
                  <a:pt x="3919802" y="166687"/>
                </a:lnTo>
                <a:lnTo>
                  <a:pt x="3980127" y="174625"/>
                </a:lnTo>
                <a:lnTo>
                  <a:pt x="4048389" y="176212"/>
                </a:lnTo>
                <a:lnTo>
                  <a:pt x="4116652" y="174625"/>
                </a:lnTo>
                <a:lnTo>
                  <a:pt x="4176977" y="166687"/>
                </a:lnTo>
                <a:lnTo>
                  <a:pt x="4229364" y="155575"/>
                </a:lnTo>
                <a:lnTo>
                  <a:pt x="4275402" y="141287"/>
                </a:lnTo>
                <a:lnTo>
                  <a:pt x="4316677" y="125412"/>
                </a:lnTo>
                <a:lnTo>
                  <a:pt x="4353189" y="106362"/>
                </a:lnTo>
                <a:lnTo>
                  <a:pt x="4429389" y="68262"/>
                </a:lnTo>
                <a:lnTo>
                  <a:pt x="4465902" y="52387"/>
                </a:lnTo>
                <a:lnTo>
                  <a:pt x="4507177" y="36512"/>
                </a:lnTo>
                <a:lnTo>
                  <a:pt x="4553214" y="20637"/>
                </a:lnTo>
                <a:lnTo>
                  <a:pt x="4605602" y="9525"/>
                </a:lnTo>
                <a:lnTo>
                  <a:pt x="4665928" y="3175"/>
                </a:lnTo>
                <a:lnTo>
                  <a:pt x="4734189" y="0"/>
                </a:lnTo>
                <a:lnTo>
                  <a:pt x="4802453" y="3175"/>
                </a:lnTo>
                <a:lnTo>
                  <a:pt x="4862777" y="9525"/>
                </a:lnTo>
                <a:lnTo>
                  <a:pt x="4915165" y="20637"/>
                </a:lnTo>
                <a:lnTo>
                  <a:pt x="4961201" y="36512"/>
                </a:lnTo>
                <a:lnTo>
                  <a:pt x="5002476" y="52387"/>
                </a:lnTo>
                <a:lnTo>
                  <a:pt x="5038989" y="68262"/>
                </a:lnTo>
                <a:lnTo>
                  <a:pt x="5077089" y="87312"/>
                </a:lnTo>
                <a:lnTo>
                  <a:pt x="5115189" y="106362"/>
                </a:lnTo>
                <a:lnTo>
                  <a:pt x="5151701" y="125412"/>
                </a:lnTo>
                <a:lnTo>
                  <a:pt x="5192976" y="141287"/>
                </a:lnTo>
                <a:lnTo>
                  <a:pt x="5239014" y="155575"/>
                </a:lnTo>
                <a:lnTo>
                  <a:pt x="5291401" y="166687"/>
                </a:lnTo>
                <a:lnTo>
                  <a:pt x="5351727" y="174625"/>
                </a:lnTo>
                <a:lnTo>
                  <a:pt x="5410199" y="175985"/>
                </a:lnTo>
                <a:lnTo>
                  <a:pt x="5468671" y="174625"/>
                </a:lnTo>
                <a:lnTo>
                  <a:pt x="5528996" y="166687"/>
                </a:lnTo>
                <a:lnTo>
                  <a:pt x="5581383" y="155575"/>
                </a:lnTo>
                <a:lnTo>
                  <a:pt x="5627421" y="141287"/>
                </a:lnTo>
                <a:lnTo>
                  <a:pt x="5668696" y="125412"/>
                </a:lnTo>
                <a:lnTo>
                  <a:pt x="5705209" y="106362"/>
                </a:lnTo>
                <a:lnTo>
                  <a:pt x="5743308" y="87312"/>
                </a:lnTo>
                <a:lnTo>
                  <a:pt x="5781408" y="68262"/>
                </a:lnTo>
                <a:lnTo>
                  <a:pt x="5817921" y="52387"/>
                </a:lnTo>
                <a:lnTo>
                  <a:pt x="5859196" y="36512"/>
                </a:lnTo>
                <a:lnTo>
                  <a:pt x="5905234" y="20637"/>
                </a:lnTo>
                <a:lnTo>
                  <a:pt x="5957621" y="9525"/>
                </a:lnTo>
                <a:lnTo>
                  <a:pt x="6017947" y="3175"/>
                </a:lnTo>
                <a:lnTo>
                  <a:pt x="6086208" y="0"/>
                </a:lnTo>
                <a:lnTo>
                  <a:pt x="6095999" y="455"/>
                </a:lnTo>
                <a:lnTo>
                  <a:pt x="6105789" y="0"/>
                </a:lnTo>
                <a:lnTo>
                  <a:pt x="6174052" y="3175"/>
                </a:lnTo>
                <a:lnTo>
                  <a:pt x="6234377" y="9525"/>
                </a:lnTo>
                <a:lnTo>
                  <a:pt x="6286764" y="20637"/>
                </a:lnTo>
                <a:lnTo>
                  <a:pt x="6332802" y="36512"/>
                </a:lnTo>
                <a:lnTo>
                  <a:pt x="6374077" y="52387"/>
                </a:lnTo>
                <a:lnTo>
                  <a:pt x="6410589" y="68262"/>
                </a:lnTo>
                <a:lnTo>
                  <a:pt x="6448689" y="87312"/>
                </a:lnTo>
                <a:lnTo>
                  <a:pt x="6486789" y="106362"/>
                </a:lnTo>
                <a:lnTo>
                  <a:pt x="6523302" y="125412"/>
                </a:lnTo>
                <a:lnTo>
                  <a:pt x="6564577" y="141287"/>
                </a:lnTo>
                <a:lnTo>
                  <a:pt x="6610614" y="155575"/>
                </a:lnTo>
                <a:lnTo>
                  <a:pt x="6663002" y="166687"/>
                </a:lnTo>
                <a:lnTo>
                  <a:pt x="6723327" y="174625"/>
                </a:lnTo>
                <a:lnTo>
                  <a:pt x="6781799" y="175985"/>
                </a:lnTo>
                <a:lnTo>
                  <a:pt x="6840271" y="174625"/>
                </a:lnTo>
                <a:lnTo>
                  <a:pt x="6900596" y="166687"/>
                </a:lnTo>
                <a:lnTo>
                  <a:pt x="6952983" y="155575"/>
                </a:lnTo>
                <a:lnTo>
                  <a:pt x="6999021" y="141287"/>
                </a:lnTo>
                <a:lnTo>
                  <a:pt x="7040296" y="125412"/>
                </a:lnTo>
                <a:lnTo>
                  <a:pt x="7076808" y="106362"/>
                </a:lnTo>
                <a:lnTo>
                  <a:pt x="7114908" y="87312"/>
                </a:lnTo>
                <a:lnTo>
                  <a:pt x="7153008" y="68262"/>
                </a:lnTo>
                <a:lnTo>
                  <a:pt x="7189521" y="52387"/>
                </a:lnTo>
                <a:lnTo>
                  <a:pt x="7230796" y="36512"/>
                </a:lnTo>
                <a:lnTo>
                  <a:pt x="7276833" y="20637"/>
                </a:lnTo>
                <a:lnTo>
                  <a:pt x="7329221" y="9525"/>
                </a:lnTo>
                <a:lnTo>
                  <a:pt x="7389546" y="3175"/>
                </a:lnTo>
                <a:lnTo>
                  <a:pt x="7457808" y="0"/>
                </a:lnTo>
                <a:lnTo>
                  <a:pt x="7526071" y="3175"/>
                </a:lnTo>
                <a:lnTo>
                  <a:pt x="7586396" y="9525"/>
                </a:lnTo>
                <a:lnTo>
                  <a:pt x="7638783" y="20637"/>
                </a:lnTo>
                <a:lnTo>
                  <a:pt x="7684821" y="36512"/>
                </a:lnTo>
                <a:lnTo>
                  <a:pt x="7726096" y="52387"/>
                </a:lnTo>
                <a:lnTo>
                  <a:pt x="7762608" y="68262"/>
                </a:lnTo>
                <a:lnTo>
                  <a:pt x="7800708" y="87312"/>
                </a:lnTo>
                <a:lnTo>
                  <a:pt x="7838808" y="106362"/>
                </a:lnTo>
                <a:lnTo>
                  <a:pt x="7875321" y="125412"/>
                </a:lnTo>
                <a:lnTo>
                  <a:pt x="7916596" y="141287"/>
                </a:lnTo>
                <a:lnTo>
                  <a:pt x="7962633" y="155575"/>
                </a:lnTo>
                <a:lnTo>
                  <a:pt x="8015021" y="166687"/>
                </a:lnTo>
                <a:lnTo>
                  <a:pt x="8075346" y="174625"/>
                </a:lnTo>
                <a:lnTo>
                  <a:pt x="8143608" y="176212"/>
                </a:lnTo>
                <a:lnTo>
                  <a:pt x="8211871" y="174625"/>
                </a:lnTo>
                <a:lnTo>
                  <a:pt x="8272196" y="166687"/>
                </a:lnTo>
                <a:lnTo>
                  <a:pt x="8324583" y="155575"/>
                </a:lnTo>
                <a:lnTo>
                  <a:pt x="8370621" y="141287"/>
                </a:lnTo>
                <a:lnTo>
                  <a:pt x="8411896" y="125412"/>
                </a:lnTo>
                <a:lnTo>
                  <a:pt x="8448408" y="106362"/>
                </a:lnTo>
                <a:lnTo>
                  <a:pt x="8486508" y="87312"/>
                </a:lnTo>
                <a:lnTo>
                  <a:pt x="8524608" y="68262"/>
                </a:lnTo>
                <a:lnTo>
                  <a:pt x="8561120" y="52387"/>
                </a:lnTo>
                <a:lnTo>
                  <a:pt x="8602396" y="36512"/>
                </a:lnTo>
                <a:lnTo>
                  <a:pt x="8648432" y="20637"/>
                </a:lnTo>
                <a:lnTo>
                  <a:pt x="8700820" y="9525"/>
                </a:lnTo>
                <a:lnTo>
                  <a:pt x="8761146" y="3175"/>
                </a:lnTo>
                <a:lnTo>
                  <a:pt x="8827820" y="0"/>
                </a:lnTo>
                <a:lnTo>
                  <a:pt x="8897670" y="3175"/>
                </a:lnTo>
                <a:lnTo>
                  <a:pt x="8957996" y="9525"/>
                </a:lnTo>
                <a:lnTo>
                  <a:pt x="9010382" y="20637"/>
                </a:lnTo>
                <a:lnTo>
                  <a:pt x="9056420" y="36512"/>
                </a:lnTo>
                <a:lnTo>
                  <a:pt x="9097696" y="52387"/>
                </a:lnTo>
                <a:lnTo>
                  <a:pt x="9134208" y="68262"/>
                </a:lnTo>
                <a:lnTo>
                  <a:pt x="9172308" y="87312"/>
                </a:lnTo>
                <a:lnTo>
                  <a:pt x="9210408" y="106362"/>
                </a:lnTo>
                <a:lnTo>
                  <a:pt x="9246920" y="125412"/>
                </a:lnTo>
                <a:lnTo>
                  <a:pt x="9288196" y="141287"/>
                </a:lnTo>
                <a:lnTo>
                  <a:pt x="9334232" y="155575"/>
                </a:lnTo>
                <a:lnTo>
                  <a:pt x="9386620" y="166687"/>
                </a:lnTo>
                <a:lnTo>
                  <a:pt x="9446946" y="174625"/>
                </a:lnTo>
                <a:lnTo>
                  <a:pt x="9515208" y="176212"/>
                </a:lnTo>
                <a:lnTo>
                  <a:pt x="9583470" y="174625"/>
                </a:lnTo>
                <a:lnTo>
                  <a:pt x="9643796" y="166687"/>
                </a:lnTo>
                <a:lnTo>
                  <a:pt x="9696182" y="155575"/>
                </a:lnTo>
                <a:lnTo>
                  <a:pt x="9742220" y="141287"/>
                </a:lnTo>
                <a:lnTo>
                  <a:pt x="9783496" y="125412"/>
                </a:lnTo>
                <a:lnTo>
                  <a:pt x="9820008" y="106362"/>
                </a:lnTo>
                <a:lnTo>
                  <a:pt x="9896208" y="68262"/>
                </a:lnTo>
                <a:lnTo>
                  <a:pt x="9932720" y="52387"/>
                </a:lnTo>
                <a:lnTo>
                  <a:pt x="9973996" y="36512"/>
                </a:lnTo>
                <a:lnTo>
                  <a:pt x="10020032" y="20637"/>
                </a:lnTo>
                <a:lnTo>
                  <a:pt x="10072420" y="9525"/>
                </a:lnTo>
                <a:lnTo>
                  <a:pt x="10132746" y="3175"/>
                </a:lnTo>
                <a:lnTo>
                  <a:pt x="10201008" y="0"/>
                </a:lnTo>
                <a:lnTo>
                  <a:pt x="10269270" y="3175"/>
                </a:lnTo>
                <a:lnTo>
                  <a:pt x="10329596" y="9525"/>
                </a:lnTo>
                <a:lnTo>
                  <a:pt x="10381982" y="20637"/>
                </a:lnTo>
                <a:lnTo>
                  <a:pt x="10428020" y="36512"/>
                </a:lnTo>
                <a:lnTo>
                  <a:pt x="10469296" y="52387"/>
                </a:lnTo>
                <a:lnTo>
                  <a:pt x="10505808" y="68262"/>
                </a:lnTo>
                <a:lnTo>
                  <a:pt x="10543908" y="87312"/>
                </a:lnTo>
                <a:lnTo>
                  <a:pt x="10582008" y="106362"/>
                </a:lnTo>
                <a:lnTo>
                  <a:pt x="10618520" y="125412"/>
                </a:lnTo>
                <a:lnTo>
                  <a:pt x="10659796" y="141287"/>
                </a:lnTo>
                <a:lnTo>
                  <a:pt x="10705832" y="155575"/>
                </a:lnTo>
                <a:lnTo>
                  <a:pt x="10758220" y="166687"/>
                </a:lnTo>
                <a:lnTo>
                  <a:pt x="10818546" y="174625"/>
                </a:lnTo>
                <a:lnTo>
                  <a:pt x="10886808" y="176212"/>
                </a:lnTo>
                <a:lnTo>
                  <a:pt x="10955070" y="174625"/>
                </a:lnTo>
                <a:lnTo>
                  <a:pt x="11015396" y="166687"/>
                </a:lnTo>
                <a:lnTo>
                  <a:pt x="11067782" y="155575"/>
                </a:lnTo>
                <a:lnTo>
                  <a:pt x="11113820" y="141287"/>
                </a:lnTo>
                <a:lnTo>
                  <a:pt x="11155096" y="125412"/>
                </a:lnTo>
                <a:lnTo>
                  <a:pt x="11191608" y="106362"/>
                </a:lnTo>
                <a:lnTo>
                  <a:pt x="11229708" y="87312"/>
                </a:lnTo>
                <a:lnTo>
                  <a:pt x="11267808" y="68262"/>
                </a:lnTo>
                <a:lnTo>
                  <a:pt x="11304320" y="52387"/>
                </a:lnTo>
                <a:lnTo>
                  <a:pt x="11345596" y="36512"/>
                </a:lnTo>
                <a:lnTo>
                  <a:pt x="11391632" y="20637"/>
                </a:lnTo>
                <a:lnTo>
                  <a:pt x="11444020" y="9525"/>
                </a:lnTo>
                <a:lnTo>
                  <a:pt x="11504346" y="3175"/>
                </a:lnTo>
                <a:lnTo>
                  <a:pt x="11572608" y="0"/>
                </a:lnTo>
                <a:lnTo>
                  <a:pt x="11640870" y="3175"/>
                </a:lnTo>
                <a:lnTo>
                  <a:pt x="11701196" y="9525"/>
                </a:lnTo>
                <a:lnTo>
                  <a:pt x="11753582" y="20637"/>
                </a:lnTo>
                <a:lnTo>
                  <a:pt x="11799620" y="36512"/>
                </a:lnTo>
                <a:lnTo>
                  <a:pt x="11840896" y="52387"/>
                </a:lnTo>
                <a:lnTo>
                  <a:pt x="11877408" y="68262"/>
                </a:lnTo>
                <a:lnTo>
                  <a:pt x="11915508" y="87312"/>
                </a:lnTo>
                <a:lnTo>
                  <a:pt x="11953608" y="106362"/>
                </a:lnTo>
                <a:lnTo>
                  <a:pt x="11990120" y="125412"/>
                </a:lnTo>
                <a:lnTo>
                  <a:pt x="12031396" y="141287"/>
                </a:lnTo>
                <a:lnTo>
                  <a:pt x="12077432" y="155575"/>
                </a:lnTo>
                <a:lnTo>
                  <a:pt x="12129820" y="166688"/>
                </a:lnTo>
                <a:lnTo>
                  <a:pt x="12190146" y="174625"/>
                </a:lnTo>
                <a:lnTo>
                  <a:pt x="12192000" y="174668"/>
                </a:lnTo>
                <a:lnTo>
                  <a:pt x="12192000" y="885826"/>
                </a:lnTo>
                <a:lnTo>
                  <a:pt x="12192000" y="1787292"/>
                </a:lnTo>
                <a:lnTo>
                  <a:pt x="0" y="1787292"/>
                </a:lnTo>
                <a:lnTo>
                  <a:pt x="0" y="885826"/>
                </a:lnTo>
                <a:lnTo>
                  <a:pt x="0" y="174668"/>
                </a:lnTo>
                <a:lnTo>
                  <a:pt x="1852" y="174625"/>
                </a:lnTo>
                <a:lnTo>
                  <a:pt x="62177" y="166687"/>
                </a:lnTo>
                <a:lnTo>
                  <a:pt x="114564" y="155575"/>
                </a:lnTo>
                <a:lnTo>
                  <a:pt x="160602" y="141287"/>
                </a:lnTo>
                <a:lnTo>
                  <a:pt x="201877" y="125412"/>
                </a:lnTo>
                <a:lnTo>
                  <a:pt x="238389" y="106362"/>
                </a:lnTo>
                <a:lnTo>
                  <a:pt x="276489" y="87312"/>
                </a:lnTo>
                <a:lnTo>
                  <a:pt x="314589" y="68262"/>
                </a:lnTo>
                <a:lnTo>
                  <a:pt x="351102" y="52387"/>
                </a:lnTo>
                <a:lnTo>
                  <a:pt x="392377" y="36512"/>
                </a:lnTo>
                <a:lnTo>
                  <a:pt x="438414" y="20637"/>
                </a:lnTo>
                <a:lnTo>
                  <a:pt x="490802" y="9525"/>
                </a:lnTo>
                <a:lnTo>
                  <a:pt x="551127" y="317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DF3630-D452-3E6F-A84F-E2344F2C0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892" y="5449151"/>
            <a:ext cx="7738813" cy="523811"/>
          </a:xfrm>
        </p:spPr>
        <p:txBody>
          <a:bodyPr vert="horz" lIns="91440" tIns="45720" rIns="91440" bIns="45720" rtlCol="0" anchor="b">
            <a:normAutofit/>
          </a:bodyPr>
          <a:lstStyle/>
          <a:p>
            <a:pPr lvl="0" algn="ctr" defTabSz="914400"/>
            <a:r>
              <a:rPr lang="en-US" sz="2100" spc="800">
                <a:solidFill>
                  <a:srgbClr val="2A1A00"/>
                </a:solidFill>
              </a:rPr>
              <a:t>Orientamento a oggetti</a:t>
            </a:r>
          </a:p>
        </p:txBody>
      </p:sp>
      <p:pic>
        <p:nvPicPr>
          <p:cNvPr id="4" name="Immagine 3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0932E764-0E9B-4A8C-F6AD-1F41859459F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l="5056" t="5" r="20191" b="43416"/>
          <a:stretch>
            <a:fillRect/>
          </a:stretch>
        </p:blipFill>
        <p:spPr>
          <a:xfrm>
            <a:off x="106299" y="462886"/>
            <a:ext cx="4807461" cy="3122901"/>
          </a:xfrm>
          <a:prstGeom prst="rect">
            <a:avLst/>
          </a:prstGeom>
        </p:spPr>
      </p:pic>
      <p:pic>
        <p:nvPicPr>
          <p:cNvPr id="3" name="Immagine 2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A58C9648-50F4-4605-2A04-3FFC3DEDD59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l="6474" t="54942" r="18773" b="-8"/>
          <a:stretch>
            <a:fillRect/>
          </a:stretch>
        </p:blipFill>
        <p:spPr>
          <a:xfrm>
            <a:off x="4158587" y="2491217"/>
            <a:ext cx="4985413" cy="2579491"/>
          </a:xfrm>
          <a:prstGeom prst="rect">
            <a:avLst/>
          </a:prstGeom>
        </p:spPr>
      </p:pic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4F4209B0-78DE-C09A-E8B7-D760628B325F}"/>
              </a:ext>
            </a:extLst>
          </p:cNvPr>
          <p:cNvSpPr/>
          <p:nvPr/>
        </p:nvSpPr>
        <p:spPr>
          <a:xfrm>
            <a:off x="312208" y="1891942"/>
            <a:ext cx="4031020" cy="1002296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F3D51278-254E-87AD-D6F6-FD9ADEB08238}"/>
              </a:ext>
            </a:extLst>
          </p:cNvPr>
          <p:cNvSpPr/>
          <p:nvPr/>
        </p:nvSpPr>
        <p:spPr>
          <a:xfrm>
            <a:off x="4241667" y="3968549"/>
            <a:ext cx="4031020" cy="1221030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26323C5E-D116-E6C4-EEF7-24D5ED99C37F}"/>
              </a:ext>
            </a:extLst>
          </p:cNvPr>
          <p:cNvSpPr/>
          <p:nvPr/>
        </p:nvSpPr>
        <p:spPr>
          <a:xfrm>
            <a:off x="4422293" y="2894238"/>
            <a:ext cx="4031020" cy="485691"/>
          </a:xfrm>
          <a:prstGeom prst="round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Rettangolo con angoli arrotondati 9">
            <a:extLst>
              <a:ext uri="{FF2B5EF4-FFF2-40B4-BE49-F238E27FC236}">
                <a16:creationId xmlns:a16="http://schemas.microsoft.com/office/drawing/2014/main" id="{234E6A80-05E1-07C6-27FA-B01B606A449E}"/>
              </a:ext>
            </a:extLst>
          </p:cNvPr>
          <p:cNvSpPr/>
          <p:nvPr/>
        </p:nvSpPr>
        <p:spPr>
          <a:xfrm>
            <a:off x="312208" y="1116377"/>
            <a:ext cx="4601552" cy="775565"/>
          </a:xfrm>
          <a:prstGeom prst="round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9" name="Immagine 8" descr="Immagine che contiene testo, schermata, documento, Carattere&#10;&#10;Il contenuto generato dall'IA potrebbe non essere corretto.">
            <a:extLst>
              <a:ext uri="{FF2B5EF4-FFF2-40B4-BE49-F238E27FC236}">
                <a16:creationId xmlns:a16="http://schemas.microsoft.com/office/drawing/2014/main" id="{E9F6E40A-63F4-CAFE-C079-1A29373A827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384" r="24102" b="75645"/>
          <a:stretch>
            <a:fillRect/>
          </a:stretch>
        </p:blipFill>
        <p:spPr>
          <a:xfrm>
            <a:off x="67565" y="222385"/>
            <a:ext cx="7033533" cy="2947500"/>
          </a:xfrm>
          <a:prstGeom prst="rect">
            <a:avLst/>
          </a:prstGeom>
          <a:ln w="38100">
            <a:solidFill>
              <a:srgbClr val="FFC000"/>
            </a:solidFill>
          </a:ln>
        </p:spPr>
      </p:pic>
      <p:pic>
        <p:nvPicPr>
          <p:cNvPr id="11" name="Immagine 10" descr="Immagine che contiene testo, schermata, documento, Carattere&#10;&#10;Il contenuto generato dall'IA potrebbe non essere corretto.">
            <a:extLst>
              <a:ext uri="{FF2B5EF4-FFF2-40B4-BE49-F238E27FC236}">
                <a16:creationId xmlns:a16="http://schemas.microsoft.com/office/drawing/2014/main" id="{A062773A-EE54-CC78-EB63-E34CF923BFB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1745" r="37304" b="10198"/>
          <a:stretch>
            <a:fillRect/>
          </a:stretch>
        </p:blipFill>
        <p:spPr>
          <a:xfrm>
            <a:off x="835593" y="3410386"/>
            <a:ext cx="8308406" cy="2430704"/>
          </a:xfrm>
          <a:prstGeom prst="rect">
            <a:avLst/>
          </a:prstGeom>
          <a:ln w="38100">
            <a:solidFill>
              <a:srgbClr val="FFC000"/>
            </a:solidFill>
          </a:ln>
        </p:spPr>
      </p:pic>
    </p:spTree>
    <p:extLst>
      <p:ext uri="{BB962C8B-B14F-4D97-AF65-F5344CB8AC3E}">
        <p14:creationId xmlns:p14="http://schemas.microsoft.com/office/powerpoint/2010/main" val="485185476"/>
      </p:ext>
    </p:extLst>
  </p:cSld>
  <p:clrMapOvr>
    <a:masterClrMapping/>
  </p:clrMapOvr>
  <p:transition spd="slow">
    <p:randomBar dir="vert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B7041B-EAF4-9539-3D03-36EF08C96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Freeform 6">
            <a:extLst>
              <a:ext uri="{FF2B5EF4-FFF2-40B4-BE49-F238E27FC236}">
                <a16:creationId xmlns:a16="http://schemas.microsoft.com/office/drawing/2014/main" id="{7DB5CCAB-24A7-CE2C-15E9-68395A0ED5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2667762" y="630936"/>
            <a:ext cx="3926681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it-IT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565F84A6-8403-4EAC-269B-9C92C8638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 useBgFill="1">
        <p:nvSpPr>
          <p:cNvPr id="97" name="Rectangle 96">
            <a:extLst>
              <a:ext uri="{FF2B5EF4-FFF2-40B4-BE49-F238E27FC236}">
                <a16:creationId xmlns:a16="http://schemas.microsoft.com/office/drawing/2014/main" id="{89D6333A-8C2F-DBAC-2005-3276AB8767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99" name="Freeform: Shape 98">
            <a:extLst>
              <a:ext uri="{FF2B5EF4-FFF2-40B4-BE49-F238E27FC236}">
                <a16:creationId xmlns:a16="http://schemas.microsoft.com/office/drawing/2014/main" id="{13F8FA3D-C11E-643C-D91C-5C826AA28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070708"/>
            <a:ext cx="9144000" cy="1787292"/>
          </a:xfrm>
          <a:custGeom>
            <a:avLst/>
            <a:gdLst>
              <a:gd name="connsiteX0" fmla="*/ 619389 w 12192000"/>
              <a:gd name="connsiteY0" fmla="*/ 0 h 1787292"/>
              <a:gd name="connsiteX1" fmla="*/ 687652 w 12192000"/>
              <a:gd name="connsiteY1" fmla="*/ 3175 h 1787292"/>
              <a:gd name="connsiteX2" fmla="*/ 747977 w 12192000"/>
              <a:gd name="connsiteY2" fmla="*/ 9525 h 1787292"/>
              <a:gd name="connsiteX3" fmla="*/ 800364 w 12192000"/>
              <a:gd name="connsiteY3" fmla="*/ 20637 h 1787292"/>
              <a:gd name="connsiteX4" fmla="*/ 846402 w 12192000"/>
              <a:gd name="connsiteY4" fmla="*/ 36512 h 1787292"/>
              <a:gd name="connsiteX5" fmla="*/ 887677 w 12192000"/>
              <a:gd name="connsiteY5" fmla="*/ 52387 h 1787292"/>
              <a:gd name="connsiteX6" fmla="*/ 924189 w 12192000"/>
              <a:gd name="connsiteY6" fmla="*/ 68262 h 1787292"/>
              <a:gd name="connsiteX7" fmla="*/ 962289 w 12192000"/>
              <a:gd name="connsiteY7" fmla="*/ 87312 h 1787292"/>
              <a:gd name="connsiteX8" fmla="*/ 1000389 w 12192000"/>
              <a:gd name="connsiteY8" fmla="*/ 106362 h 1787292"/>
              <a:gd name="connsiteX9" fmla="*/ 1036902 w 12192000"/>
              <a:gd name="connsiteY9" fmla="*/ 125412 h 1787292"/>
              <a:gd name="connsiteX10" fmla="*/ 1078177 w 12192000"/>
              <a:gd name="connsiteY10" fmla="*/ 141287 h 1787292"/>
              <a:gd name="connsiteX11" fmla="*/ 1124214 w 12192000"/>
              <a:gd name="connsiteY11" fmla="*/ 155575 h 1787292"/>
              <a:gd name="connsiteX12" fmla="*/ 1176602 w 12192000"/>
              <a:gd name="connsiteY12" fmla="*/ 166687 h 1787292"/>
              <a:gd name="connsiteX13" fmla="*/ 1236927 w 12192000"/>
              <a:gd name="connsiteY13" fmla="*/ 174625 h 1787292"/>
              <a:gd name="connsiteX14" fmla="*/ 1305189 w 12192000"/>
              <a:gd name="connsiteY14" fmla="*/ 176212 h 1787292"/>
              <a:gd name="connsiteX15" fmla="*/ 1373452 w 12192000"/>
              <a:gd name="connsiteY15" fmla="*/ 174625 h 1787292"/>
              <a:gd name="connsiteX16" fmla="*/ 1433777 w 12192000"/>
              <a:gd name="connsiteY16" fmla="*/ 166687 h 1787292"/>
              <a:gd name="connsiteX17" fmla="*/ 1486164 w 12192000"/>
              <a:gd name="connsiteY17" fmla="*/ 155575 h 1787292"/>
              <a:gd name="connsiteX18" fmla="*/ 1532202 w 12192000"/>
              <a:gd name="connsiteY18" fmla="*/ 141287 h 1787292"/>
              <a:gd name="connsiteX19" fmla="*/ 1573477 w 12192000"/>
              <a:gd name="connsiteY19" fmla="*/ 125412 h 1787292"/>
              <a:gd name="connsiteX20" fmla="*/ 1609989 w 12192000"/>
              <a:gd name="connsiteY20" fmla="*/ 106362 h 1787292"/>
              <a:gd name="connsiteX21" fmla="*/ 1648089 w 12192000"/>
              <a:gd name="connsiteY21" fmla="*/ 87312 h 1787292"/>
              <a:gd name="connsiteX22" fmla="*/ 1686189 w 12192000"/>
              <a:gd name="connsiteY22" fmla="*/ 68262 h 1787292"/>
              <a:gd name="connsiteX23" fmla="*/ 1722702 w 12192000"/>
              <a:gd name="connsiteY23" fmla="*/ 52387 h 1787292"/>
              <a:gd name="connsiteX24" fmla="*/ 1763977 w 12192000"/>
              <a:gd name="connsiteY24" fmla="*/ 36512 h 1787292"/>
              <a:gd name="connsiteX25" fmla="*/ 1810014 w 12192000"/>
              <a:gd name="connsiteY25" fmla="*/ 20637 h 1787292"/>
              <a:gd name="connsiteX26" fmla="*/ 1862402 w 12192000"/>
              <a:gd name="connsiteY26" fmla="*/ 9525 h 1787292"/>
              <a:gd name="connsiteX27" fmla="*/ 1922727 w 12192000"/>
              <a:gd name="connsiteY27" fmla="*/ 3175 h 1787292"/>
              <a:gd name="connsiteX28" fmla="*/ 1990989 w 12192000"/>
              <a:gd name="connsiteY28" fmla="*/ 0 h 1787292"/>
              <a:gd name="connsiteX29" fmla="*/ 2059252 w 12192000"/>
              <a:gd name="connsiteY29" fmla="*/ 3175 h 1787292"/>
              <a:gd name="connsiteX30" fmla="*/ 2119577 w 12192000"/>
              <a:gd name="connsiteY30" fmla="*/ 9525 h 1787292"/>
              <a:gd name="connsiteX31" fmla="*/ 2171964 w 12192000"/>
              <a:gd name="connsiteY31" fmla="*/ 20637 h 1787292"/>
              <a:gd name="connsiteX32" fmla="*/ 2218002 w 12192000"/>
              <a:gd name="connsiteY32" fmla="*/ 36512 h 1787292"/>
              <a:gd name="connsiteX33" fmla="*/ 2259277 w 12192000"/>
              <a:gd name="connsiteY33" fmla="*/ 52387 h 1787292"/>
              <a:gd name="connsiteX34" fmla="*/ 2295789 w 12192000"/>
              <a:gd name="connsiteY34" fmla="*/ 68262 h 1787292"/>
              <a:gd name="connsiteX35" fmla="*/ 2333889 w 12192000"/>
              <a:gd name="connsiteY35" fmla="*/ 87312 h 1787292"/>
              <a:gd name="connsiteX36" fmla="*/ 2371989 w 12192000"/>
              <a:gd name="connsiteY36" fmla="*/ 106362 h 1787292"/>
              <a:gd name="connsiteX37" fmla="*/ 2408502 w 12192000"/>
              <a:gd name="connsiteY37" fmla="*/ 125412 h 1787292"/>
              <a:gd name="connsiteX38" fmla="*/ 2449777 w 12192000"/>
              <a:gd name="connsiteY38" fmla="*/ 141287 h 1787292"/>
              <a:gd name="connsiteX39" fmla="*/ 2495814 w 12192000"/>
              <a:gd name="connsiteY39" fmla="*/ 155575 h 1787292"/>
              <a:gd name="connsiteX40" fmla="*/ 2548202 w 12192000"/>
              <a:gd name="connsiteY40" fmla="*/ 166687 h 1787292"/>
              <a:gd name="connsiteX41" fmla="*/ 2608527 w 12192000"/>
              <a:gd name="connsiteY41" fmla="*/ 174625 h 1787292"/>
              <a:gd name="connsiteX42" fmla="*/ 2676789 w 12192000"/>
              <a:gd name="connsiteY42" fmla="*/ 176212 h 1787292"/>
              <a:gd name="connsiteX43" fmla="*/ 2745052 w 12192000"/>
              <a:gd name="connsiteY43" fmla="*/ 174625 h 1787292"/>
              <a:gd name="connsiteX44" fmla="*/ 2805377 w 12192000"/>
              <a:gd name="connsiteY44" fmla="*/ 166687 h 1787292"/>
              <a:gd name="connsiteX45" fmla="*/ 2857764 w 12192000"/>
              <a:gd name="connsiteY45" fmla="*/ 155575 h 1787292"/>
              <a:gd name="connsiteX46" fmla="*/ 2903802 w 12192000"/>
              <a:gd name="connsiteY46" fmla="*/ 141287 h 1787292"/>
              <a:gd name="connsiteX47" fmla="*/ 2945077 w 12192000"/>
              <a:gd name="connsiteY47" fmla="*/ 125412 h 1787292"/>
              <a:gd name="connsiteX48" fmla="*/ 2981589 w 12192000"/>
              <a:gd name="connsiteY48" fmla="*/ 106362 h 1787292"/>
              <a:gd name="connsiteX49" fmla="*/ 3019689 w 12192000"/>
              <a:gd name="connsiteY49" fmla="*/ 87312 h 1787292"/>
              <a:gd name="connsiteX50" fmla="*/ 3057789 w 12192000"/>
              <a:gd name="connsiteY50" fmla="*/ 68262 h 1787292"/>
              <a:gd name="connsiteX51" fmla="*/ 3094302 w 12192000"/>
              <a:gd name="connsiteY51" fmla="*/ 52387 h 1787292"/>
              <a:gd name="connsiteX52" fmla="*/ 3135577 w 12192000"/>
              <a:gd name="connsiteY52" fmla="*/ 36512 h 1787292"/>
              <a:gd name="connsiteX53" fmla="*/ 3181614 w 12192000"/>
              <a:gd name="connsiteY53" fmla="*/ 20637 h 1787292"/>
              <a:gd name="connsiteX54" fmla="*/ 3234002 w 12192000"/>
              <a:gd name="connsiteY54" fmla="*/ 9525 h 1787292"/>
              <a:gd name="connsiteX55" fmla="*/ 3294327 w 12192000"/>
              <a:gd name="connsiteY55" fmla="*/ 3175 h 1787292"/>
              <a:gd name="connsiteX56" fmla="*/ 3361002 w 12192000"/>
              <a:gd name="connsiteY56" fmla="*/ 0 h 1787292"/>
              <a:gd name="connsiteX57" fmla="*/ 3430852 w 12192000"/>
              <a:gd name="connsiteY57" fmla="*/ 3175 h 1787292"/>
              <a:gd name="connsiteX58" fmla="*/ 3491177 w 12192000"/>
              <a:gd name="connsiteY58" fmla="*/ 9525 h 1787292"/>
              <a:gd name="connsiteX59" fmla="*/ 3543564 w 12192000"/>
              <a:gd name="connsiteY59" fmla="*/ 20637 h 1787292"/>
              <a:gd name="connsiteX60" fmla="*/ 3589602 w 12192000"/>
              <a:gd name="connsiteY60" fmla="*/ 36512 h 1787292"/>
              <a:gd name="connsiteX61" fmla="*/ 3630877 w 12192000"/>
              <a:gd name="connsiteY61" fmla="*/ 52387 h 1787292"/>
              <a:gd name="connsiteX62" fmla="*/ 3667389 w 12192000"/>
              <a:gd name="connsiteY62" fmla="*/ 68262 h 1787292"/>
              <a:gd name="connsiteX63" fmla="*/ 3705489 w 12192000"/>
              <a:gd name="connsiteY63" fmla="*/ 87312 h 1787292"/>
              <a:gd name="connsiteX64" fmla="*/ 3743589 w 12192000"/>
              <a:gd name="connsiteY64" fmla="*/ 106362 h 1787292"/>
              <a:gd name="connsiteX65" fmla="*/ 3780102 w 12192000"/>
              <a:gd name="connsiteY65" fmla="*/ 125412 h 1787292"/>
              <a:gd name="connsiteX66" fmla="*/ 3821377 w 12192000"/>
              <a:gd name="connsiteY66" fmla="*/ 141287 h 1787292"/>
              <a:gd name="connsiteX67" fmla="*/ 3867414 w 12192000"/>
              <a:gd name="connsiteY67" fmla="*/ 155575 h 1787292"/>
              <a:gd name="connsiteX68" fmla="*/ 3919802 w 12192000"/>
              <a:gd name="connsiteY68" fmla="*/ 166687 h 1787292"/>
              <a:gd name="connsiteX69" fmla="*/ 3980127 w 12192000"/>
              <a:gd name="connsiteY69" fmla="*/ 174625 h 1787292"/>
              <a:gd name="connsiteX70" fmla="*/ 4048389 w 12192000"/>
              <a:gd name="connsiteY70" fmla="*/ 176212 h 1787292"/>
              <a:gd name="connsiteX71" fmla="*/ 4116652 w 12192000"/>
              <a:gd name="connsiteY71" fmla="*/ 174625 h 1787292"/>
              <a:gd name="connsiteX72" fmla="*/ 4176977 w 12192000"/>
              <a:gd name="connsiteY72" fmla="*/ 166687 h 1787292"/>
              <a:gd name="connsiteX73" fmla="*/ 4229364 w 12192000"/>
              <a:gd name="connsiteY73" fmla="*/ 155575 h 1787292"/>
              <a:gd name="connsiteX74" fmla="*/ 4275402 w 12192000"/>
              <a:gd name="connsiteY74" fmla="*/ 141287 h 1787292"/>
              <a:gd name="connsiteX75" fmla="*/ 4316677 w 12192000"/>
              <a:gd name="connsiteY75" fmla="*/ 125412 h 1787292"/>
              <a:gd name="connsiteX76" fmla="*/ 4353189 w 12192000"/>
              <a:gd name="connsiteY76" fmla="*/ 106362 h 1787292"/>
              <a:gd name="connsiteX77" fmla="*/ 4429389 w 12192000"/>
              <a:gd name="connsiteY77" fmla="*/ 68262 h 1787292"/>
              <a:gd name="connsiteX78" fmla="*/ 4465902 w 12192000"/>
              <a:gd name="connsiteY78" fmla="*/ 52387 h 1787292"/>
              <a:gd name="connsiteX79" fmla="*/ 4507177 w 12192000"/>
              <a:gd name="connsiteY79" fmla="*/ 36512 h 1787292"/>
              <a:gd name="connsiteX80" fmla="*/ 4553214 w 12192000"/>
              <a:gd name="connsiteY80" fmla="*/ 20637 h 1787292"/>
              <a:gd name="connsiteX81" fmla="*/ 4605602 w 12192000"/>
              <a:gd name="connsiteY81" fmla="*/ 9525 h 1787292"/>
              <a:gd name="connsiteX82" fmla="*/ 4665928 w 12192000"/>
              <a:gd name="connsiteY82" fmla="*/ 3175 h 1787292"/>
              <a:gd name="connsiteX83" fmla="*/ 4734189 w 12192000"/>
              <a:gd name="connsiteY83" fmla="*/ 0 h 1787292"/>
              <a:gd name="connsiteX84" fmla="*/ 4802453 w 12192000"/>
              <a:gd name="connsiteY84" fmla="*/ 3175 h 1787292"/>
              <a:gd name="connsiteX85" fmla="*/ 4862777 w 12192000"/>
              <a:gd name="connsiteY85" fmla="*/ 9525 h 1787292"/>
              <a:gd name="connsiteX86" fmla="*/ 4915165 w 12192000"/>
              <a:gd name="connsiteY86" fmla="*/ 20637 h 1787292"/>
              <a:gd name="connsiteX87" fmla="*/ 4961201 w 12192000"/>
              <a:gd name="connsiteY87" fmla="*/ 36512 h 1787292"/>
              <a:gd name="connsiteX88" fmla="*/ 5002476 w 12192000"/>
              <a:gd name="connsiteY88" fmla="*/ 52387 h 1787292"/>
              <a:gd name="connsiteX89" fmla="*/ 5038989 w 12192000"/>
              <a:gd name="connsiteY89" fmla="*/ 68262 h 1787292"/>
              <a:gd name="connsiteX90" fmla="*/ 5077089 w 12192000"/>
              <a:gd name="connsiteY90" fmla="*/ 87312 h 1787292"/>
              <a:gd name="connsiteX91" fmla="*/ 5115189 w 12192000"/>
              <a:gd name="connsiteY91" fmla="*/ 106362 h 1787292"/>
              <a:gd name="connsiteX92" fmla="*/ 5151701 w 12192000"/>
              <a:gd name="connsiteY92" fmla="*/ 125412 h 1787292"/>
              <a:gd name="connsiteX93" fmla="*/ 5192976 w 12192000"/>
              <a:gd name="connsiteY93" fmla="*/ 141287 h 1787292"/>
              <a:gd name="connsiteX94" fmla="*/ 5239014 w 12192000"/>
              <a:gd name="connsiteY94" fmla="*/ 155575 h 1787292"/>
              <a:gd name="connsiteX95" fmla="*/ 5291401 w 12192000"/>
              <a:gd name="connsiteY95" fmla="*/ 166687 h 1787292"/>
              <a:gd name="connsiteX96" fmla="*/ 5351727 w 12192000"/>
              <a:gd name="connsiteY96" fmla="*/ 174625 h 1787292"/>
              <a:gd name="connsiteX97" fmla="*/ 5410199 w 12192000"/>
              <a:gd name="connsiteY97" fmla="*/ 175985 h 1787292"/>
              <a:gd name="connsiteX98" fmla="*/ 5468671 w 12192000"/>
              <a:gd name="connsiteY98" fmla="*/ 174625 h 1787292"/>
              <a:gd name="connsiteX99" fmla="*/ 5528996 w 12192000"/>
              <a:gd name="connsiteY99" fmla="*/ 166687 h 1787292"/>
              <a:gd name="connsiteX100" fmla="*/ 5581383 w 12192000"/>
              <a:gd name="connsiteY100" fmla="*/ 155575 h 1787292"/>
              <a:gd name="connsiteX101" fmla="*/ 5627421 w 12192000"/>
              <a:gd name="connsiteY101" fmla="*/ 141287 h 1787292"/>
              <a:gd name="connsiteX102" fmla="*/ 5668696 w 12192000"/>
              <a:gd name="connsiteY102" fmla="*/ 125412 h 1787292"/>
              <a:gd name="connsiteX103" fmla="*/ 5705209 w 12192000"/>
              <a:gd name="connsiteY103" fmla="*/ 106362 h 1787292"/>
              <a:gd name="connsiteX104" fmla="*/ 5743308 w 12192000"/>
              <a:gd name="connsiteY104" fmla="*/ 87312 h 1787292"/>
              <a:gd name="connsiteX105" fmla="*/ 5781408 w 12192000"/>
              <a:gd name="connsiteY105" fmla="*/ 68262 h 1787292"/>
              <a:gd name="connsiteX106" fmla="*/ 5817921 w 12192000"/>
              <a:gd name="connsiteY106" fmla="*/ 52387 h 1787292"/>
              <a:gd name="connsiteX107" fmla="*/ 5859196 w 12192000"/>
              <a:gd name="connsiteY107" fmla="*/ 36512 h 1787292"/>
              <a:gd name="connsiteX108" fmla="*/ 5905234 w 12192000"/>
              <a:gd name="connsiteY108" fmla="*/ 20637 h 1787292"/>
              <a:gd name="connsiteX109" fmla="*/ 5957621 w 12192000"/>
              <a:gd name="connsiteY109" fmla="*/ 9525 h 1787292"/>
              <a:gd name="connsiteX110" fmla="*/ 6017947 w 12192000"/>
              <a:gd name="connsiteY110" fmla="*/ 3175 h 1787292"/>
              <a:gd name="connsiteX111" fmla="*/ 6086208 w 12192000"/>
              <a:gd name="connsiteY111" fmla="*/ 0 h 1787292"/>
              <a:gd name="connsiteX112" fmla="*/ 6095999 w 12192000"/>
              <a:gd name="connsiteY112" fmla="*/ 455 h 1787292"/>
              <a:gd name="connsiteX113" fmla="*/ 6105789 w 12192000"/>
              <a:gd name="connsiteY113" fmla="*/ 0 h 1787292"/>
              <a:gd name="connsiteX114" fmla="*/ 6174052 w 12192000"/>
              <a:gd name="connsiteY114" fmla="*/ 3175 h 1787292"/>
              <a:gd name="connsiteX115" fmla="*/ 6234377 w 12192000"/>
              <a:gd name="connsiteY115" fmla="*/ 9525 h 1787292"/>
              <a:gd name="connsiteX116" fmla="*/ 6286764 w 12192000"/>
              <a:gd name="connsiteY116" fmla="*/ 20637 h 1787292"/>
              <a:gd name="connsiteX117" fmla="*/ 6332802 w 12192000"/>
              <a:gd name="connsiteY117" fmla="*/ 36512 h 1787292"/>
              <a:gd name="connsiteX118" fmla="*/ 6374077 w 12192000"/>
              <a:gd name="connsiteY118" fmla="*/ 52387 h 1787292"/>
              <a:gd name="connsiteX119" fmla="*/ 6410589 w 12192000"/>
              <a:gd name="connsiteY119" fmla="*/ 68262 h 1787292"/>
              <a:gd name="connsiteX120" fmla="*/ 6448689 w 12192000"/>
              <a:gd name="connsiteY120" fmla="*/ 87312 h 1787292"/>
              <a:gd name="connsiteX121" fmla="*/ 6486789 w 12192000"/>
              <a:gd name="connsiteY121" fmla="*/ 106362 h 1787292"/>
              <a:gd name="connsiteX122" fmla="*/ 6523302 w 12192000"/>
              <a:gd name="connsiteY122" fmla="*/ 125412 h 1787292"/>
              <a:gd name="connsiteX123" fmla="*/ 6564577 w 12192000"/>
              <a:gd name="connsiteY123" fmla="*/ 141287 h 1787292"/>
              <a:gd name="connsiteX124" fmla="*/ 6610614 w 12192000"/>
              <a:gd name="connsiteY124" fmla="*/ 155575 h 1787292"/>
              <a:gd name="connsiteX125" fmla="*/ 6663002 w 12192000"/>
              <a:gd name="connsiteY125" fmla="*/ 166687 h 1787292"/>
              <a:gd name="connsiteX126" fmla="*/ 6723327 w 12192000"/>
              <a:gd name="connsiteY126" fmla="*/ 174625 h 1787292"/>
              <a:gd name="connsiteX127" fmla="*/ 6781799 w 12192000"/>
              <a:gd name="connsiteY127" fmla="*/ 175985 h 1787292"/>
              <a:gd name="connsiteX128" fmla="*/ 6840271 w 12192000"/>
              <a:gd name="connsiteY128" fmla="*/ 174625 h 1787292"/>
              <a:gd name="connsiteX129" fmla="*/ 6900596 w 12192000"/>
              <a:gd name="connsiteY129" fmla="*/ 166687 h 1787292"/>
              <a:gd name="connsiteX130" fmla="*/ 6952983 w 12192000"/>
              <a:gd name="connsiteY130" fmla="*/ 155575 h 1787292"/>
              <a:gd name="connsiteX131" fmla="*/ 6999021 w 12192000"/>
              <a:gd name="connsiteY131" fmla="*/ 141287 h 1787292"/>
              <a:gd name="connsiteX132" fmla="*/ 7040296 w 12192000"/>
              <a:gd name="connsiteY132" fmla="*/ 125412 h 1787292"/>
              <a:gd name="connsiteX133" fmla="*/ 7076808 w 12192000"/>
              <a:gd name="connsiteY133" fmla="*/ 106362 h 1787292"/>
              <a:gd name="connsiteX134" fmla="*/ 7114908 w 12192000"/>
              <a:gd name="connsiteY134" fmla="*/ 87312 h 1787292"/>
              <a:gd name="connsiteX135" fmla="*/ 7153008 w 12192000"/>
              <a:gd name="connsiteY135" fmla="*/ 68262 h 1787292"/>
              <a:gd name="connsiteX136" fmla="*/ 7189521 w 12192000"/>
              <a:gd name="connsiteY136" fmla="*/ 52387 h 1787292"/>
              <a:gd name="connsiteX137" fmla="*/ 7230796 w 12192000"/>
              <a:gd name="connsiteY137" fmla="*/ 36512 h 1787292"/>
              <a:gd name="connsiteX138" fmla="*/ 7276833 w 12192000"/>
              <a:gd name="connsiteY138" fmla="*/ 20637 h 1787292"/>
              <a:gd name="connsiteX139" fmla="*/ 7329221 w 12192000"/>
              <a:gd name="connsiteY139" fmla="*/ 9525 h 1787292"/>
              <a:gd name="connsiteX140" fmla="*/ 7389546 w 12192000"/>
              <a:gd name="connsiteY140" fmla="*/ 3175 h 1787292"/>
              <a:gd name="connsiteX141" fmla="*/ 7457808 w 12192000"/>
              <a:gd name="connsiteY141" fmla="*/ 0 h 1787292"/>
              <a:gd name="connsiteX142" fmla="*/ 7526071 w 12192000"/>
              <a:gd name="connsiteY142" fmla="*/ 3175 h 1787292"/>
              <a:gd name="connsiteX143" fmla="*/ 7586396 w 12192000"/>
              <a:gd name="connsiteY143" fmla="*/ 9525 h 1787292"/>
              <a:gd name="connsiteX144" fmla="*/ 7638783 w 12192000"/>
              <a:gd name="connsiteY144" fmla="*/ 20637 h 1787292"/>
              <a:gd name="connsiteX145" fmla="*/ 7684821 w 12192000"/>
              <a:gd name="connsiteY145" fmla="*/ 36512 h 1787292"/>
              <a:gd name="connsiteX146" fmla="*/ 7726096 w 12192000"/>
              <a:gd name="connsiteY146" fmla="*/ 52387 h 1787292"/>
              <a:gd name="connsiteX147" fmla="*/ 7762608 w 12192000"/>
              <a:gd name="connsiteY147" fmla="*/ 68262 h 1787292"/>
              <a:gd name="connsiteX148" fmla="*/ 7800708 w 12192000"/>
              <a:gd name="connsiteY148" fmla="*/ 87312 h 1787292"/>
              <a:gd name="connsiteX149" fmla="*/ 7838808 w 12192000"/>
              <a:gd name="connsiteY149" fmla="*/ 106362 h 1787292"/>
              <a:gd name="connsiteX150" fmla="*/ 7875321 w 12192000"/>
              <a:gd name="connsiteY150" fmla="*/ 125412 h 1787292"/>
              <a:gd name="connsiteX151" fmla="*/ 7916596 w 12192000"/>
              <a:gd name="connsiteY151" fmla="*/ 141287 h 1787292"/>
              <a:gd name="connsiteX152" fmla="*/ 7962633 w 12192000"/>
              <a:gd name="connsiteY152" fmla="*/ 155575 h 1787292"/>
              <a:gd name="connsiteX153" fmla="*/ 8015021 w 12192000"/>
              <a:gd name="connsiteY153" fmla="*/ 166687 h 1787292"/>
              <a:gd name="connsiteX154" fmla="*/ 8075346 w 12192000"/>
              <a:gd name="connsiteY154" fmla="*/ 174625 h 1787292"/>
              <a:gd name="connsiteX155" fmla="*/ 8143608 w 12192000"/>
              <a:gd name="connsiteY155" fmla="*/ 176212 h 1787292"/>
              <a:gd name="connsiteX156" fmla="*/ 8211871 w 12192000"/>
              <a:gd name="connsiteY156" fmla="*/ 174625 h 1787292"/>
              <a:gd name="connsiteX157" fmla="*/ 8272196 w 12192000"/>
              <a:gd name="connsiteY157" fmla="*/ 166687 h 1787292"/>
              <a:gd name="connsiteX158" fmla="*/ 8324583 w 12192000"/>
              <a:gd name="connsiteY158" fmla="*/ 155575 h 1787292"/>
              <a:gd name="connsiteX159" fmla="*/ 8370621 w 12192000"/>
              <a:gd name="connsiteY159" fmla="*/ 141287 h 1787292"/>
              <a:gd name="connsiteX160" fmla="*/ 8411896 w 12192000"/>
              <a:gd name="connsiteY160" fmla="*/ 125412 h 1787292"/>
              <a:gd name="connsiteX161" fmla="*/ 8448408 w 12192000"/>
              <a:gd name="connsiteY161" fmla="*/ 106362 h 1787292"/>
              <a:gd name="connsiteX162" fmla="*/ 8486508 w 12192000"/>
              <a:gd name="connsiteY162" fmla="*/ 87312 h 1787292"/>
              <a:gd name="connsiteX163" fmla="*/ 8524608 w 12192000"/>
              <a:gd name="connsiteY163" fmla="*/ 68262 h 1787292"/>
              <a:gd name="connsiteX164" fmla="*/ 8561120 w 12192000"/>
              <a:gd name="connsiteY164" fmla="*/ 52387 h 1787292"/>
              <a:gd name="connsiteX165" fmla="*/ 8602396 w 12192000"/>
              <a:gd name="connsiteY165" fmla="*/ 36512 h 1787292"/>
              <a:gd name="connsiteX166" fmla="*/ 8648432 w 12192000"/>
              <a:gd name="connsiteY166" fmla="*/ 20637 h 1787292"/>
              <a:gd name="connsiteX167" fmla="*/ 8700820 w 12192000"/>
              <a:gd name="connsiteY167" fmla="*/ 9525 h 1787292"/>
              <a:gd name="connsiteX168" fmla="*/ 8761146 w 12192000"/>
              <a:gd name="connsiteY168" fmla="*/ 3175 h 1787292"/>
              <a:gd name="connsiteX169" fmla="*/ 8827820 w 12192000"/>
              <a:gd name="connsiteY169" fmla="*/ 0 h 1787292"/>
              <a:gd name="connsiteX170" fmla="*/ 8897670 w 12192000"/>
              <a:gd name="connsiteY170" fmla="*/ 3175 h 1787292"/>
              <a:gd name="connsiteX171" fmla="*/ 8957996 w 12192000"/>
              <a:gd name="connsiteY171" fmla="*/ 9525 h 1787292"/>
              <a:gd name="connsiteX172" fmla="*/ 9010382 w 12192000"/>
              <a:gd name="connsiteY172" fmla="*/ 20637 h 1787292"/>
              <a:gd name="connsiteX173" fmla="*/ 9056420 w 12192000"/>
              <a:gd name="connsiteY173" fmla="*/ 36512 h 1787292"/>
              <a:gd name="connsiteX174" fmla="*/ 9097696 w 12192000"/>
              <a:gd name="connsiteY174" fmla="*/ 52387 h 1787292"/>
              <a:gd name="connsiteX175" fmla="*/ 9134208 w 12192000"/>
              <a:gd name="connsiteY175" fmla="*/ 68262 h 1787292"/>
              <a:gd name="connsiteX176" fmla="*/ 9172308 w 12192000"/>
              <a:gd name="connsiteY176" fmla="*/ 87312 h 1787292"/>
              <a:gd name="connsiteX177" fmla="*/ 9210408 w 12192000"/>
              <a:gd name="connsiteY177" fmla="*/ 106362 h 1787292"/>
              <a:gd name="connsiteX178" fmla="*/ 9246920 w 12192000"/>
              <a:gd name="connsiteY178" fmla="*/ 125412 h 1787292"/>
              <a:gd name="connsiteX179" fmla="*/ 9288196 w 12192000"/>
              <a:gd name="connsiteY179" fmla="*/ 141287 h 1787292"/>
              <a:gd name="connsiteX180" fmla="*/ 9334232 w 12192000"/>
              <a:gd name="connsiteY180" fmla="*/ 155575 h 1787292"/>
              <a:gd name="connsiteX181" fmla="*/ 9386620 w 12192000"/>
              <a:gd name="connsiteY181" fmla="*/ 166687 h 1787292"/>
              <a:gd name="connsiteX182" fmla="*/ 9446946 w 12192000"/>
              <a:gd name="connsiteY182" fmla="*/ 174625 h 1787292"/>
              <a:gd name="connsiteX183" fmla="*/ 9515208 w 12192000"/>
              <a:gd name="connsiteY183" fmla="*/ 176212 h 1787292"/>
              <a:gd name="connsiteX184" fmla="*/ 9583470 w 12192000"/>
              <a:gd name="connsiteY184" fmla="*/ 174625 h 1787292"/>
              <a:gd name="connsiteX185" fmla="*/ 9643796 w 12192000"/>
              <a:gd name="connsiteY185" fmla="*/ 166687 h 1787292"/>
              <a:gd name="connsiteX186" fmla="*/ 9696182 w 12192000"/>
              <a:gd name="connsiteY186" fmla="*/ 155575 h 1787292"/>
              <a:gd name="connsiteX187" fmla="*/ 9742220 w 12192000"/>
              <a:gd name="connsiteY187" fmla="*/ 141287 h 1787292"/>
              <a:gd name="connsiteX188" fmla="*/ 9783496 w 12192000"/>
              <a:gd name="connsiteY188" fmla="*/ 125412 h 1787292"/>
              <a:gd name="connsiteX189" fmla="*/ 9820008 w 12192000"/>
              <a:gd name="connsiteY189" fmla="*/ 106362 h 1787292"/>
              <a:gd name="connsiteX190" fmla="*/ 9896208 w 12192000"/>
              <a:gd name="connsiteY190" fmla="*/ 68262 h 1787292"/>
              <a:gd name="connsiteX191" fmla="*/ 9932720 w 12192000"/>
              <a:gd name="connsiteY191" fmla="*/ 52387 h 1787292"/>
              <a:gd name="connsiteX192" fmla="*/ 9973996 w 12192000"/>
              <a:gd name="connsiteY192" fmla="*/ 36512 h 1787292"/>
              <a:gd name="connsiteX193" fmla="*/ 10020032 w 12192000"/>
              <a:gd name="connsiteY193" fmla="*/ 20637 h 1787292"/>
              <a:gd name="connsiteX194" fmla="*/ 10072420 w 12192000"/>
              <a:gd name="connsiteY194" fmla="*/ 9525 h 1787292"/>
              <a:gd name="connsiteX195" fmla="*/ 10132746 w 12192000"/>
              <a:gd name="connsiteY195" fmla="*/ 3175 h 1787292"/>
              <a:gd name="connsiteX196" fmla="*/ 10201008 w 12192000"/>
              <a:gd name="connsiteY196" fmla="*/ 0 h 1787292"/>
              <a:gd name="connsiteX197" fmla="*/ 10269270 w 12192000"/>
              <a:gd name="connsiteY197" fmla="*/ 3175 h 1787292"/>
              <a:gd name="connsiteX198" fmla="*/ 10329596 w 12192000"/>
              <a:gd name="connsiteY198" fmla="*/ 9525 h 1787292"/>
              <a:gd name="connsiteX199" fmla="*/ 10381982 w 12192000"/>
              <a:gd name="connsiteY199" fmla="*/ 20637 h 1787292"/>
              <a:gd name="connsiteX200" fmla="*/ 10428020 w 12192000"/>
              <a:gd name="connsiteY200" fmla="*/ 36512 h 1787292"/>
              <a:gd name="connsiteX201" fmla="*/ 10469296 w 12192000"/>
              <a:gd name="connsiteY201" fmla="*/ 52387 h 1787292"/>
              <a:gd name="connsiteX202" fmla="*/ 10505808 w 12192000"/>
              <a:gd name="connsiteY202" fmla="*/ 68262 h 1787292"/>
              <a:gd name="connsiteX203" fmla="*/ 10543908 w 12192000"/>
              <a:gd name="connsiteY203" fmla="*/ 87312 h 1787292"/>
              <a:gd name="connsiteX204" fmla="*/ 10582008 w 12192000"/>
              <a:gd name="connsiteY204" fmla="*/ 106362 h 1787292"/>
              <a:gd name="connsiteX205" fmla="*/ 10618520 w 12192000"/>
              <a:gd name="connsiteY205" fmla="*/ 125412 h 1787292"/>
              <a:gd name="connsiteX206" fmla="*/ 10659796 w 12192000"/>
              <a:gd name="connsiteY206" fmla="*/ 141287 h 1787292"/>
              <a:gd name="connsiteX207" fmla="*/ 10705832 w 12192000"/>
              <a:gd name="connsiteY207" fmla="*/ 155575 h 1787292"/>
              <a:gd name="connsiteX208" fmla="*/ 10758220 w 12192000"/>
              <a:gd name="connsiteY208" fmla="*/ 166687 h 1787292"/>
              <a:gd name="connsiteX209" fmla="*/ 10818546 w 12192000"/>
              <a:gd name="connsiteY209" fmla="*/ 174625 h 1787292"/>
              <a:gd name="connsiteX210" fmla="*/ 10886808 w 12192000"/>
              <a:gd name="connsiteY210" fmla="*/ 176212 h 1787292"/>
              <a:gd name="connsiteX211" fmla="*/ 10955070 w 12192000"/>
              <a:gd name="connsiteY211" fmla="*/ 174625 h 1787292"/>
              <a:gd name="connsiteX212" fmla="*/ 11015396 w 12192000"/>
              <a:gd name="connsiteY212" fmla="*/ 166687 h 1787292"/>
              <a:gd name="connsiteX213" fmla="*/ 11067782 w 12192000"/>
              <a:gd name="connsiteY213" fmla="*/ 155575 h 1787292"/>
              <a:gd name="connsiteX214" fmla="*/ 11113820 w 12192000"/>
              <a:gd name="connsiteY214" fmla="*/ 141287 h 1787292"/>
              <a:gd name="connsiteX215" fmla="*/ 11155096 w 12192000"/>
              <a:gd name="connsiteY215" fmla="*/ 125412 h 1787292"/>
              <a:gd name="connsiteX216" fmla="*/ 11191608 w 12192000"/>
              <a:gd name="connsiteY216" fmla="*/ 106362 h 1787292"/>
              <a:gd name="connsiteX217" fmla="*/ 11229708 w 12192000"/>
              <a:gd name="connsiteY217" fmla="*/ 87312 h 1787292"/>
              <a:gd name="connsiteX218" fmla="*/ 11267808 w 12192000"/>
              <a:gd name="connsiteY218" fmla="*/ 68262 h 1787292"/>
              <a:gd name="connsiteX219" fmla="*/ 11304320 w 12192000"/>
              <a:gd name="connsiteY219" fmla="*/ 52387 h 1787292"/>
              <a:gd name="connsiteX220" fmla="*/ 11345596 w 12192000"/>
              <a:gd name="connsiteY220" fmla="*/ 36512 h 1787292"/>
              <a:gd name="connsiteX221" fmla="*/ 11391632 w 12192000"/>
              <a:gd name="connsiteY221" fmla="*/ 20637 h 1787292"/>
              <a:gd name="connsiteX222" fmla="*/ 11444020 w 12192000"/>
              <a:gd name="connsiteY222" fmla="*/ 9525 h 1787292"/>
              <a:gd name="connsiteX223" fmla="*/ 11504346 w 12192000"/>
              <a:gd name="connsiteY223" fmla="*/ 3175 h 1787292"/>
              <a:gd name="connsiteX224" fmla="*/ 11572608 w 12192000"/>
              <a:gd name="connsiteY224" fmla="*/ 0 h 1787292"/>
              <a:gd name="connsiteX225" fmla="*/ 11640870 w 12192000"/>
              <a:gd name="connsiteY225" fmla="*/ 3175 h 1787292"/>
              <a:gd name="connsiteX226" fmla="*/ 11701196 w 12192000"/>
              <a:gd name="connsiteY226" fmla="*/ 9525 h 1787292"/>
              <a:gd name="connsiteX227" fmla="*/ 11753582 w 12192000"/>
              <a:gd name="connsiteY227" fmla="*/ 20637 h 1787292"/>
              <a:gd name="connsiteX228" fmla="*/ 11799620 w 12192000"/>
              <a:gd name="connsiteY228" fmla="*/ 36512 h 1787292"/>
              <a:gd name="connsiteX229" fmla="*/ 11840896 w 12192000"/>
              <a:gd name="connsiteY229" fmla="*/ 52387 h 1787292"/>
              <a:gd name="connsiteX230" fmla="*/ 11877408 w 12192000"/>
              <a:gd name="connsiteY230" fmla="*/ 68262 h 1787292"/>
              <a:gd name="connsiteX231" fmla="*/ 11915508 w 12192000"/>
              <a:gd name="connsiteY231" fmla="*/ 87312 h 1787292"/>
              <a:gd name="connsiteX232" fmla="*/ 11953608 w 12192000"/>
              <a:gd name="connsiteY232" fmla="*/ 106362 h 1787292"/>
              <a:gd name="connsiteX233" fmla="*/ 11990120 w 12192000"/>
              <a:gd name="connsiteY233" fmla="*/ 125412 h 1787292"/>
              <a:gd name="connsiteX234" fmla="*/ 12031396 w 12192000"/>
              <a:gd name="connsiteY234" fmla="*/ 141287 h 1787292"/>
              <a:gd name="connsiteX235" fmla="*/ 12077432 w 12192000"/>
              <a:gd name="connsiteY235" fmla="*/ 155575 h 1787292"/>
              <a:gd name="connsiteX236" fmla="*/ 12129820 w 12192000"/>
              <a:gd name="connsiteY236" fmla="*/ 166688 h 1787292"/>
              <a:gd name="connsiteX237" fmla="*/ 12190146 w 12192000"/>
              <a:gd name="connsiteY237" fmla="*/ 174625 h 1787292"/>
              <a:gd name="connsiteX238" fmla="*/ 12192000 w 12192000"/>
              <a:gd name="connsiteY238" fmla="*/ 174668 h 1787292"/>
              <a:gd name="connsiteX239" fmla="*/ 12192000 w 12192000"/>
              <a:gd name="connsiteY239" fmla="*/ 885826 h 1787292"/>
              <a:gd name="connsiteX240" fmla="*/ 12192000 w 12192000"/>
              <a:gd name="connsiteY240" fmla="*/ 1787292 h 1787292"/>
              <a:gd name="connsiteX241" fmla="*/ 0 w 12192000"/>
              <a:gd name="connsiteY241" fmla="*/ 1787292 h 1787292"/>
              <a:gd name="connsiteX242" fmla="*/ 0 w 12192000"/>
              <a:gd name="connsiteY242" fmla="*/ 885826 h 1787292"/>
              <a:gd name="connsiteX243" fmla="*/ 0 w 12192000"/>
              <a:gd name="connsiteY243" fmla="*/ 174668 h 1787292"/>
              <a:gd name="connsiteX244" fmla="*/ 1852 w 12192000"/>
              <a:gd name="connsiteY244" fmla="*/ 174625 h 1787292"/>
              <a:gd name="connsiteX245" fmla="*/ 62177 w 12192000"/>
              <a:gd name="connsiteY245" fmla="*/ 166687 h 1787292"/>
              <a:gd name="connsiteX246" fmla="*/ 114564 w 12192000"/>
              <a:gd name="connsiteY246" fmla="*/ 155575 h 1787292"/>
              <a:gd name="connsiteX247" fmla="*/ 160602 w 12192000"/>
              <a:gd name="connsiteY247" fmla="*/ 141287 h 1787292"/>
              <a:gd name="connsiteX248" fmla="*/ 201877 w 12192000"/>
              <a:gd name="connsiteY248" fmla="*/ 125412 h 1787292"/>
              <a:gd name="connsiteX249" fmla="*/ 238389 w 12192000"/>
              <a:gd name="connsiteY249" fmla="*/ 106362 h 1787292"/>
              <a:gd name="connsiteX250" fmla="*/ 276489 w 12192000"/>
              <a:gd name="connsiteY250" fmla="*/ 87312 h 1787292"/>
              <a:gd name="connsiteX251" fmla="*/ 314589 w 12192000"/>
              <a:gd name="connsiteY251" fmla="*/ 68262 h 1787292"/>
              <a:gd name="connsiteX252" fmla="*/ 351102 w 12192000"/>
              <a:gd name="connsiteY252" fmla="*/ 52387 h 1787292"/>
              <a:gd name="connsiteX253" fmla="*/ 392377 w 12192000"/>
              <a:gd name="connsiteY253" fmla="*/ 36512 h 1787292"/>
              <a:gd name="connsiteX254" fmla="*/ 438414 w 12192000"/>
              <a:gd name="connsiteY254" fmla="*/ 20637 h 1787292"/>
              <a:gd name="connsiteX255" fmla="*/ 490802 w 12192000"/>
              <a:gd name="connsiteY255" fmla="*/ 9525 h 1787292"/>
              <a:gd name="connsiteX256" fmla="*/ 551127 w 12192000"/>
              <a:gd name="connsiteY256" fmla="*/ 3175 h 1787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</a:cxnLst>
            <a:rect l="l" t="t" r="r" b="b"/>
            <a:pathLst>
              <a:path w="12192000" h="1787292">
                <a:moveTo>
                  <a:pt x="619389" y="0"/>
                </a:moveTo>
                <a:lnTo>
                  <a:pt x="687652" y="3175"/>
                </a:lnTo>
                <a:lnTo>
                  <a:pt x="747977" y="9525"/>
                </a:lnTo>
                <a:lnTo>
                  <a:pt x="800364" y="20637"/>
                </a:lnTo>
                <a:lnTo>
                  <a:pt x="846402" y="36512"/>
                </a:lnTo>
                <a:lnTo>
                  <a:pt x="887677" y="52387"/>
                </a:lnTo>
                <a:lnTo>
                  <a:pt x="924189" y="68262"/>
                </a:lnTo>
                <a:lnTo>
                  <a:pt x="962289" y="87312"/>
                </a:lnTo>
                <a:lnTo>
                  <a:pt x="1000389" y="106362"/>
                </a:lnTo>
                <a:lnTo>
                  <a:pt x="1036902" y="125412"/>
                </a:lnTo>
                <a:lnTo>
                  <a:pt x="1078177" y="141287"/>
                </a:lnTo>
                <a:lnTo>
                  <a:pt x="1124214" y="155575"/>
                </a:lnTo>
                <a:lnTo>
                  <a:pt x="1176602" y="166687"/>
                </a:lnTo>
                <a:lnTo>
                  <a:pt x="1236927" y="174625"/>
                </a:lnTo>
                <a:lnTo>
                  <a:pt x="1305189" y="176212"/>
                </a:lnTo>
                <a:lnTo>
                  <a:pt x="1373452" y="174625"/>
                </a:lnTo>
                <a:lnTo>
                  <a:pt x="1433777" y="166687"/>
                </a:lnTo>
                <a:lnTo>
                  <a:pt x="1486164" y="155575"/>
                </a:lnTo>
                <a:lnTo>
                  <a:pt x="1532202" y="141287"/>
                </a:lnTo>
                <a:lnTo>
                  <a:pt x="1573477" y="125412"/>
                </a:lnTo>
                <a:lnTo>
                  <a:pt x="1609989" y="106362"/>
                </a:lnTo>
                <a:lnTo>
                  <a:pt x="1648089" y="87312"/>
                </a:lnTo>
                <a:lnTo>
                  <a:pt x="1686189" y="68262"/>
                </a:lnTo>
                <a:lnTo>
                  <a:pt x="1722702" y="52387"/>
                </a:lnTo>
                <a:lnTo>
                  <a:pt x="1763977" y="36512"/>
                </a:lnTo>
                <a:lnTo>
                  <a:pt x="1810014" y="20637"/>
                </a:lnTo>
                <a:lnTo>
                  <a:pt x="1862402" y="9525"/>
                </a:lnTo>
                <a:lnTo>
                  <a:pt x="1922727" y="3175"/>
                </a:lnTo>
                <a:lnTo>
                  <a:pt x="1990989" y="0"/>
                </a:lnTo>
                <a:lnTo>
                  <a:pt x="2059252" y="3175"/>
                </a:lnTo>
                <a:lnTo>
                  <a:pt x="2119577" y="9525"/>
                </a:lnTo>
                <a:lnTo>
                  <a:pt x="2171964" y="20637"/>
                </a:lnTo>
                <a:lnTo>
                  <a:pt x="2218002" y="36512"/>
                </a:lnTo>
                <a:lnTo>
                  <a:pt x="2259277" y="52387"/>
                </a:lnTo>
                <a:lnTo>
                  <a:pt x="2295789" y="68262"/>
                </a:lnTo>
                <a:lnTo>
                  <a:pt x="2333889" y="87312"/>
                </a:lnTo>
                <a:lnTo>
                  <a:pt x="2371989" y="106362"/>
                </a:lnTo>
                <a:lnTo>
                  <a:pt x="2408502" y="125412"/>
                </a:lnTo>
                <a:lnTo>
                  <a:pt x="2449777" y="141287"/>
                </a:lnTo>
                <a:lnTo>
                  <a:pt x="2495814" y="155575"/>
                </a:lnTo>
                <a:lnTo>
                  <a:pt x="2548202" y="166687"/>
                </a:lnTo>
                <a:lnTo>
                  <a:pt x="2608527" y="174625"/>
                </a:lnTo>
                <a:lnTo>
                  <a:pt x="2676789" y="176212"/>
                </a:lnTo>
                <a:lnTo>
                  <a:pt x="2745052" y="174625"/>
                </a:lnTo>
                <a:lnTo>
                  <a:pt x="2805377" y="166687"/>
                </a:lnTo>
                <a:lnTo>
                  <a:pt x="2857764" y="155575"/>
                </a:lnTo>
                <a:lnTo>
                  <a:pt x="2903802" y="141287"/>
                </a:lnTo>
                <a:lnTo>
                  <a:pt x="2945077" y="125412"/>
                </a:lnTo>
                <a:lnTo>
                  <a:pt x="2981589" y="106362"/>
                </a:lnTo>
                <a:lnTo>
                  <a:pt x="3019689" y="87312"/>
                </a:lnTo>
                <a:lnTo>
                  <a:pt x="3057789" y="68262"/>
                </a:lnTo>
                <a:lnTo>
                  <a:pt x="3094302" y="52387"/>
                </a:lnTo>
                <a:lnTo>
                  <a:pt x="3135577" y="36512"/>
                </a:lnTo>
                <a:lnTo>
                  <a:pt x="3181614" y="20637"/>
                </a:lnTo>
                <a:lnTo>
                  <a:pt x="3234002" y="9525"/>
                </a:lnTo>
                <a:lnTo>
                  <a:pt x="3294327" y="3175"/>
                </a:lnTo>
                <a:lnTo>
                  <a:pt x="3361002" y="0"/>
                </a:lnTo>
                <a:lnTo>
                  <a:pt x="3430852" y="3175"/>
                </a:lnTo>
                <a:lnTo>
                  <a:pt x="3491177" y="9525"/>
                </a:lnTo>
                <a:lnTo>
                  <a:pt x="3543564" y="20637"/>
                </a:lnTo>
                <a:lnTo>
                  <a:pt x="3589602" y="36512"/>
                </a:lnTo>
                <a:lnTo>
                  <a:pt x="3630877" y="52387"/>
                </a:lnTo>
                <a:lnTo>
                  <a:pt x="3667389" y="68262"/>
                </a:lnTo>
                <a:lnTo>
                  <a:pt x="3705489" y="87312"/>
                </a:lnTo>
                <a:lnTo>
                  <a:pt x="3743589" y="106362"/>
                </a:lnTo>
                <a:lnTo>
                  <a:pt x="3780102" y="125412"/>
                </a:lnTo>
                <a:lnTo>
                  <a:pt x="3821377" y="141287"/>
                </a:lnTo>
                <a:lnTo>
                  <a:pt x="3867414" y="155575"/>
                </a:lnTo>
                <a:lnTo>
                  <a:pt x="3919802" y="166687"/>
                </a:lnTo>
                <a:lnTo>
                  <a:pt x="3980127" y="174625"/>
                </a:lnTo>
                <a:lnTo>
                  <a:pt x="4048389" y="176212"/>
                </a:lnTo>
                <a:lnTo>
                  <a:pt x="4116652" y="174625"/>
                </a:lnTo>
                <a:lnTo>
                  <a:pt x="4176977" y="166687"/>
                </a:lnTo>
                <a:lnTo>
                  <a:pt x="4229364" y="155575"/>
                </a:lnTo>
                <a:lnTo>
                  <a:pt x="4275402" y="141287"/>
                </a:lnTo>
                <a:lnTo>
                  <a:pt x="4316677" y="125412"/>
                </a:lnTo>
                <a:lnTo>
                  <a:pt x="4353189" y="106362"/>
                </a:lnTo>
                <a:lnTo>
                  <a:pt x="4429389" y="68262"/>
                </a:lnTo>
                <a:lnTo>
                  <a:pt x="4465902" y="52387"/>
                </a:lnTo>
                <a:lnTo>
                  <a:pt x="4507177" y="36512"/>
                </a:lnTo>
                <a:lnTo>
                  <a:pt x="4553214" y="20637"/>
                </a:lnTo>
                <a:lnTo>
                  <a:pt x="4605602" y="9525"/>
                </a:lnTo>
                <a:lnTo>
                  <a:pt x="4665928" y="3175"/>
                </a:lnTo>
                <a:lnTo>
                  <a:pt x="4734189" y="0"/>
                </a:lnTo>
                <a:lnTo>
                  <a:pt x="4802453" y="3175"/>
                </a:lnTo>
                <a:lnTo>
                  <a:pt x="4862777" y="9525"/>
                </a:lnTo>
                <a:lnTo>
                  <a:pt x="4915165" y="20637"/>
                </a:lnTo>
                <a:lnTo>
                  <a:pt x="4961201" y="36512"/>
                </a:lnTo>
                <a:lnTo>
                  <a:pt x="5002476" y="52387"/>
                </a:lnTo>
                <a:lnTo>
                  <a:pt x="5038989" y="68262"/>
                </a:lnTo>
                <a:lnTo>
                  <a:pt x="5077089" y="87312"/>
                </a:lnTo>
                <a:lnTo>
                  <a:pt x="5115189" y="106362"/>
                </a:lnTo>
                <a:lnTo>
                  <a:pt x="5151701" y="125412"/>
                </a:lnTo>
                <a:lnTo>
                  <a:pt x="5192976" y="141287"/>
                </a:lnTo>
                <a:lnTo>
                  <a:pt x="5239014" y="155575"/>
                </a:lnTo>
                <a:lnTo>
                  <a:pt x="5291401" y="166687"/>
                </a:lnTo>
                <a:lnTo>
                  <a:pt x="5351727" y="174625"/>
                </a:lnTo>
                <a:lnTo>
                  <a:pt x="5410199" y="175985"/>
                </a:lnTo>
                <a:lnTo>
                  <a:pt x="5468671" y="174625"/>
                </a:lnTo>
                <a:lnTo>
                  <a:pt x="5528996" y="166687"/>
                </a:lnTo>
                <a:lnTo>
                  <a:pt x="5581383" y="155575"/>
                </a:lnTo>
                <a:lnTo>
                  <a:pt x="5627421" y="141287"/>
                </a:lnTo>
                <a:lnTo>
                  <a:pt x="5668696" y="125412"/>
                </a:lnTo>
                <a:lnTo>
                  <a:pt x="5705209" y="106362"/>
                </a:lnTo>
                <a:lnTo>
                  <a:pt x="5743308" y="87312"/>
                </a:lnTo>
                <a:lnTo>
                  <a:pt x="5781408" y="68262"/>
                </a:lnTo>
                <a:lnTo>
                  <a:pt x="5817921" y="52387"/>
                </a:lnTo>
                <a:lnTo>
                  <a:pt x="5859196" y="36512"/>
                </a:lnTo>
                <a:lnTo>
                  <a:pt x="5905234" y="20637"/>
                </a:lnTo>
                <a:lnTo>
                  <a:pt x="5957621" y="9525"/>
                </a:lnTo>
                <a:lnTo>
                  <a:pt x="6017947" y="3175"/>
                </a:lnTo>
                <a:lnTo>
                  <a:pt x="6086208" y="0"/>
                </a:lnTo>
                <a:lnTo>
                  <a:pt x="6095999" y="455"/>
                </a:lnTo>
                <a:lnTo>
                  <a:pt x="6105789" y="0"/>
                </a:lnTo>
                <a:lnTo>
                  <a:pt x="6174052" y="3175"/>
                </a:lnTo>
                <a:lnTo>
                  <a:pt x="6234377" y="9525"/>
                </a:lnTo>
                <a:lnTo>
                  <a:pt x="6286764" y="20637"/>
                </a:lnTo>
                <a:lnTo>
                  <a:pt x="6332802" y="36512"/>
                </a:lnTo>
                <a:lnTo>
                  <a:pt x="6374077" y="52387"/>
                </a:lnTo>
                <a:lnTo>
                  <a:pt x="6410589" y="68262"/>
                </a:lnTo>
                <a:lnTo>
                  <a:pt x="6448689" y="87312"/>
                </a:lnTo>
                <a:lnTo>
                  <a:pt x="6486789" y="106362"/>
                </a:lnTo>
                <a:lnTo>
                  <a:pt x="6523302" y="125412"/>
                </a:lnTo>
                <a:lnTo>
                  <a:pt x="6564577" y="141287"/>
                </a:lnTo>
                <a:lnTo>
                  <a:pt x="6610614" y="155575"/>
                </a:lnTo>
                <a:lnTo>
                  <a:pt x="6663002" y="166687"/>
                </a:lnTo>
                <a:lnTo>
                  <a:pt x="6723327" y="174625"/>
                </a:lnTo>
                <a:lnTo>
                  <a:pt x="6781799" y="175985"/>
                </a:lnTo>
                <a:lnTo>
                  <a:pt x="6840271" y="174625"/>
                </a:lnTo>
                <a:lnTo>
                  <a:pt x="6900596" y="166687"/>
                </a:lnTo>
                <a:lnTo>
                  <a:pt x="6952983" y="155575"/>
                </a:lnTo>
                <a:lnTo>
                  <a:pt x="6999021" y="141287"/>
                </a:lnTo>
                <a:lnTo>
                  <a:pt x="7040296" y="125412"/>
                </a:lnTo>
                <a:lnTo>
                  <a:pt x="7076808" y="106362"/>
                </a:lnTo>
                <a:lnTo>
                  <a:pt x="7114908" y="87312"/>
                </a:lnTo>
                <a:lnTo>
                  <a:pt x="7153008" y="68262"/>
                </a:lnTo>
                <a:lnTo>
                  <a:pt x="7189521" y="52387"/>
                </a:lnTo>
                <a:lnTo>
                  <a:pt x="7230796" y="36512"/>
                </a:lnTo>
                <a:lnTo>
                  <a:pt x="7276833" y="20637"/>
                </a:lnTo>
                <a:lnTo>
                  <a:pt x="7329221" y="9525"/>
                </a:lnTo>
                <a:lnTo>
                  <a:pt x="7389546" y="3175"/>
                </a:lnTo>
                <a:lnTo>
                  <a:pt x="7457808" y="0"/>
                </a:lnTo>
                <a:lnTo>
                  <a:pt x="7526071" y="3175"/>
                </a:lnTo>
                <a:lnTo>
                  <a:pt x="7586396" y="9525"/>
                </a:lnTo>
                <a:lnTo>
                  <a:pt x="7638783" y="20637"/>
                </a:lnTo>
                <a:lnTo>
                  <a:pt x="7684821" y="36512"/>
                </a:lnTo>
                <a:lnTo>
                  <a:pt x="7726096" y="52387"/>
                </a:lnTo>
                <a:lnTo>
                  <a:pt x="7762608" y="68262"/>
                </a:lnTo>
                <a:lnTo>
                  <a:pt x="7800708" y="87312"/>
                </a:lnTo>
                <a:lnTo>
                  <a:pt x="7838808" y="106362"/>
                </a:lnTo>
                <a:lnTo>
                  <a:pt x="7875321" y="125412"/>
                </a:lnTo>
                <a:lnTo>
                  <a:pt x="7916596" y="141287"/>
                </a:lnTo>
                <a:lnTo>
                  <a:pt x="7962633" y="155575"/>
                </a:lnTo>
                <a:lnTo>
                  <a:pt x="8015021" y="166687"/>
                </a:lnTo>
                <a:lnTo>
                  <a:pt x="8075346" y="174625"/>
                </a:lnTo>
                <a:lnTo>
                  <a:pt x="8143608" y="176212"/>
                </a:lnTo>
                <a:lnTo>
                  <a:pt x="8211871" y="174625"/>
                </a:lnTo>
                <a:lnTo>
                  <a:pt x="8272196" y="166687"/>
                </a:lnTo>
                <a:lnTo>
                  <a:pt x="8324583" y="155575"/>
                </a:lnTo>
                <a:lnTo>
                  <a:pt x="8370621" y="141287"/>
                </a:lnTo>
                <a:lnTo>
                  <a:pt x="8411896" y="125412"/>
                </a:lnTo>
                <a:lnTo>
                  <a:pt x="8448408" y="106362"/>
                </a:lnTo>
                <a:lnTo>
                  <a:pt x="8486508" y="87312"/>
                </a:lnTo>
                <a:lnTo>
                  <a:pt x="8524608" y="68262"/>
                </a:lnTo>
                <a:lnTo>
                  <a:pt x="8561120" y="52387"/>
                </a:lnTo>
                <a:lnTo>
                  <a:pt x="8602396" y="36512"/>
                </a:lnTo>
                <a:lnTo>
                  <a:pt x="8648432" y="20637"/>
                </a:lnTo>
                <a:lnTo>
                  <a:pt x="8700820" y="9525"/>
                </a:lnTo>
                <a:lnTo>
                  <a:pt x="8761146" y="3175"/>
                </a:lnTo>
                <a:lnTo>
                  <a:pt x="8827820" y="0"/>
                </a:lnTo>
                <a:lnTo>
                  <a:pt x="8897670" y="3175"/>
                </a:lnTo>
                <a:lnTo>
                  <a:pt x="8957996" y="9525"/>
                </a:lnTo>
                <a:lnTo>
                  <a:pt x="9010382" y="20637"/>
                </a:lnTo>
                <a:lnTo>
                  <a:pt x="9056420" y="36512"/>
                </a:lnTo>
                <a:lnTo>
                  <a:pt x="9097696" y="52387"/>
                </a:lnTo>
                <a:lnTo>
                  <a:pt x="9134208" y="68262"/>
                </a:lnTo>
                <a:lnTo>
                  <a:pt x="9172308" y="87312"/>
                </a:lnTo>
                <a:lnTo>
                  <a:pt x="9210408" y="106362"/>
                </a:lnTo>
                <a:lnTo>
                  <a:pt x="9246920" y="125412"/>
                </a:lnTo>
                <a:lnTo>
                  <a:pt x="9288196" y="141287"/>
                </a:lnTo>
                <a:lnTo>
                  <a:pt x="9334232" y="155575"/>
                </a:lnTo>
                <a:lnTo>
                  <a:pt x="9386620" y="166687"/>
                </a:lnTo>
                <a:lnTo>
                  <a:pt x="9446946" y="174625"/>
                </a:lnTo>
                <a:lnTo>
                  <a:pt x="9515208" y="176212"/>
                </a:lnTo>
                <a:lnTo>
                  <a:pt x="9583470" y="174625"/>
                </a:lnTo>
                <a:lnTo>
                  <a:pt x="9643796" y="166687"/>
                </a:lnTo>
                <a:lnTo>
                  <a:pt x="9696182" y="155575"/>
                </a:lnTo>
                <a:lnTo>
                  <a:pt x="9742220" y="141287"/>
                </a:lnTo>
                <a:lnTo>
                  <a:pt x="9783496" y="125412"/>
                </a:lnTo>
                <a:lnTo>
                  <a:pt x="9820008" y="106362"/>
                </a:lnTo>
                <a:lnTo>
                  <a:pt x="9896208" y="68262"/>
                </a:lnTo>
                <a:lnTo>
                  <a:pt x="9932720" y="52387"/>
                </a:lnTo>
                <a:lnTo>
                  <a:pt x="9973996" y="36512"/>
                </a:lnTo>
                <a:lnTo>
                  <a:pt x="10020032" y="20637"/>
                </a:lnTo>
                <a:lnTo>
                  <a:pt x="10072420" y="9525"/>
                </a:lnTo>
                <a:lnTo>
                  <a:pt x="10132746" y="3175"/>
                </a:lnTo>
                <a:lnTo>
                  <a:pt x="10201008" y="0"/>
                </a:lnTo>
                <a:lnTo>
                  <a:pt x="10269270" y="3175"/>
                </a:lnTo>
                <a:lnTo>
                  <a:pt x="10329596" y="9525"/>
                </a:lnTo>
                <a:lnTo>
                  <a:pt x="10381982" y="20637"/>
                </a:lnTo>
                <a:lnTo>
                  <a:pt x="10428020" y="36512"/>
                </a:lnTo>
                <a:lnTo>
                  <a:pt x="10469296" y="52387"/>
                </a:lnTo>
                <a:lnTo>
                  <a:pt x="10505808" y="68262"/>
                </a:lnTo>
                <a:lnTo>
                  <a:pt x="10543908" y="87312"/>
                </a:lnTo>
                <a:lnTo>
                  <a:pt x="10582008" y="106362"/>
                </a:lnTo>
                <a:lnTo>
                  <a:pt x="10618520" y="125412"/>
                </a:lnTo>
                <a:lnTo>
                  <a:pt x="10659796" y="141287"/>
                </a:lnTo>
                <a:lnTo>
                  <a:pt x="10705832" y="155575"/>
                </a:lnTo>
                <a:lnTo>
                  <a:pt x="10758220" y="166687"/>
                </a:lnTo>
                <a:lnTo>
                  <a:pt x="10818546" y="174625"/>
                </a:lnTo>
                <a:lnTo>
                  <a:pt x="10886808" y="176212"/>
                </a:lnTo>
                <a:lnTo>
                  <a:pt x="10955070" y="174625"/>
                </a:lnTo>
                <a:lnTo>
                  <a:pt x="11015396" y="166687"/>
                </a:lnTo>
                <a:lnTo>
                  <a:pt x="11067782" y="155575"/>
                </a:lnTo>
                <a:lnTo>
                  <a:pt x="11113820" y="141287"/>
                </a:lnTo>
                <a:lnTo>
                  <a:pt x="11155096" y="125412"/>
                </a:lnTo>
                <a:lnTo>
                  <a:pt x="11191608" y="106362"/>
                </a:lnTo>
                <a:lnTo>
                  <a:pt x="11229708" y="87312"/>
                </a:lnTo>
                <a:lnTo>
                  <a:pt x="11267808" y="68262"/>
                </a:lnTo>
                <a:lnTo>
                  <a:pt x="11304320" y="52387"/>
                </a:lnTo>
                <a:lnTo>
                  <a:pt x="11345596" y="36512"/>
                </a:lnTo>
                <a:lnTo>
                  <a:pt x="11391632" y="20637"/>
                </a:lnTo>
                <a:lnTo>
                  <a:pt x="11444020" y="9525"/>
                </a:lnTo>
                <a:lnTo>
                  <a:pt x="11504346" y="3175"/>
                </a:lnTo>
                <a:lnTo>
                  <a:pt x="11572608" y="0"/>
                </a:lnTo>
                <a:lnTo>
                  <a:pt x="11640870" y="3175"/>
                </a:lnTo>
                <a:lnTo>
                  <a:pt x="11701196" y="9525"/>
                </a:lnTo>
                <a:lnTo>
                  <a:pt x="11753582" y="20637"/>
                </a:lnTo>
                <a:lnTo>
                  <a:pt x="11799620" y="36512"/>
                </a:lnTo>
                <a:lnTo>
                  <a:pt x="11840896" y="52387"/>
                </a:lnTo>
                <a:lnTo>
                  <a:pt x="11877408" y="68262"/>
                </a:lnTo>
                <a:lnTo>
                  <a:pt x="11915508" y="87312"/>
                </a:lnTo>
                <a:lnTo>
                  <a:pt x="11953608" y="106362"/>
                </a:lnTo>
                <a:lnTo>
                  <a:pt x="11990120" y="125412"/>
                </a:lnTo>
                <a:lnTo>
                  <a:pt x="12031396" y="141287"/>
                </a:lnTo>
                <a:lnTo>
                  <a:pt x="12077432" y="155575"/>
                </a:lnTo>
                <a:lnTo>
                  <a:pt x="12129820" y="166688"/>
                </a:lnTo>
                <a:lnTo>
                  <a:pt x="12190146" y="174625"/>
                </a:lnTo>
                <a:lnTo>
                  <a:pt x="12192000" y="174668"/>
                </a:lnTo>
                <a:lnTo>
                  <a:pt x="12192000" y="885826"/>
                </a:lnTo>
                <a:lnTo>
                  <a:pt x="12192000" y="1787292"/>
                </a:lnTo>
                <a:lnTo>
                  <a:pt x="0" y="1787292"/>
                </a:lnTo>
                <a:lnTo>
                  <a:pt x="0" y="885826"/>
                </a:lnTo>
                <a:lnTo>
                  <a:pt x="0" y="174668"/>
                </a:lnTo>
                <a:lnTo>
                  <a:pt x="1852" y="174625"/>
                </a:lnTo>
                <a:lnTo>
                  <a:pt x="62177" y="166687"/>
                </a:lnTo>
                <a:lnTo>
                  <a:pt x="114564" y="155575"/>
                </a:lnTo>
                <a:lnTo>
                  <a:pt x="160602" y="141287"/>
                </a:lnTo>
                <a:lnTo>
                  <a:pt x="201877" y="125412"/>
                </a:lnTo>
                <a:lnTo>
                  <a:pt x="238389" y="106362"/>
                </a:lnTo>
                <a:lnTo>
                  <a:pt x="276489" y="87312"/>
                </a:lnTo>
                <a:lnTo>
                  <a:pt x="314589" y="68262"/>
                </a:lnTo>
                <a:lnTo>
                  <a:pt x="351102" y="52387"/>
                </a:lnTo>
                <a:lnTo>
                  <a:pt x="392377" y="36512"/>
                </a:lnTo>
                <a:lnTo>
                  <a:pt x="438414" y="20637"/>
                </a:lnTo>
                <a:lnTo>
                  <a:pt x="490802" y="9525"/>
                </a:lnTo>
                <a:lnTo>
                  <a:pt x="551127" y="317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BFC420-F7C5-3ECF-250C-550F3AD71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892" y="5449151"/>
            <a:ext cx="7738813" cy="523811"/>
          </a:xfrm>
        </p:spPr>
        <p:txBody>
          <a:bodyPr vert="horz" lIns="91440" tIns="45720" rIns="91440" bIns="45720" rtlCol="0" anchor="b">
            <a:normAutofit/>
          </a:bodyPr>
          <a:lstStyle/>
          <a:p>
            <a:pPr lvl="0" algn="ctr" defTabSz="914400"/>
            <a:r>
              <a:rPr lang="en-US" sz="2100" spc="800">
                <a:solidFill>
                  <a:srgbClr val="2A1A00"/>
                </a:solidFill>
              </a:rPr>
              <a:t>Orientamento a oggetti</a:t>
            </a:r>
          </a:p>
        </p:txBody>
      </p:sp>
      <p:pic>
        <p:nvPicPr>
          <p:cNvPr id="4" name="Immagine 3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3462DEC6-8CB1-6534-E821-1550B78282A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l="5056" t="5" r="20191" b="43416"/>
          <a:stretch>
            <a:fillRect/>
          </a:stretch>
        </p:blipFill>
        <p:spPr>
          <a:xfrm>
            <a:off x="106299" y="462886"/>
            <a:ext cx="4807461" cy="3122901"/>
          </a:xfrm>
          <a:prstGeom prst="rect">
            <a:avLst/>
          </a:prstGeom>
        </p:spPr>
      </p:pic>
      <p:pic>
        <p:nvPicPr>
          <p:cNvPr id="3" name="Immagine 2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2C314AAC-10D8-6DC3-96A2-DD53FBA3C5B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l="6474" t="54942" r="18773" b="-8"/>
          <a:stretch>
            <a:fillRect/>
          </a:stretch>
        </p:blipFill>
        <p:spPr>
          <a:xfrm>
            <a:off x="4158587" y="2491217"/>
            <a:ext cx="4985413" cy="2579491"/>
          </a:xfrm>
          <a:prstGeom prst="rect">
            <a:avLst/>
          </a:prstGeom>
        </p:spPr>
      </p:pic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85428C38-A295-F5CC-035D-C79A9A0AA677}"/>
              </a:ext>
            </a:extLst>
          </p:cNvPr>
          <p:cNvSpPr/>
          <p:nvPr/>
        </p:nvSpPr>
        <p:spPr>
          <a:xfrm>
            <a:off x="312208" y="1891942"/>
            <a:ext cx="4031020" cy="1002296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9126A235-6942-94A4-E327-C0E6967F90D3}"/>
              </a:ext>
            </a:extLst>
          </p:cNvPr>
          <p:cNvSpPr/>
          <p:nvPr/>
        </p:nvSpPr>
        <p:spPr>
          <a:xfrm>
            <a:off x="4241667" y="3968549"/>
            <a:ext cx="4031020" cy="1221030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6E736B22-9807-C955-B2B8-5C915A320045}"/>
              </a:ext>
            </a:extLst>
          </p:cNvPr>
          <p:cNvSpPr/>
          <p:nvPr/>
        </p:nvSpPr>
        <p:spPr>
          <a:xfrm>
            <a:off x="4422293" y="2894238"/>
            <a:ext cx="4031020" cy="485691"/>
          </a:xfrm>
          <a:prstGeom prst="round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Rettangolo con angoli arrotondati 9">
            <a:extLst>
              <a:ext uri="{FF2B5EF4-FFF2-40B4-BE49-F238E27FC236}">
                <a16:creationId xmlns:a16="http://schemas.microsoft.com/office/drawing/2014/main" id="{9C892CD6-E332-25D3-C767-394E829491DB}"/>
              </a:ext>
            </a:extLst>
          </p:cNvPr>
          <p:cNvSpPr/>
          <p:nvPr/>
        </p:nvSpPr>
        <p:spPr>
          <a:xfrm>
            <a:off x="312208" y="1116377"/>
            <a:ext cx="4601552" cy="775565"/>
          </a:xfrm>
          <a:prstGeom prst="round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9" name="Immagine 8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2BBCC314-7887-22E7-E577-0C6CA39A26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7307" y="4022464"/>
            <a:ext cx="5496692" cy="2436972"/>
          </a:xfrm>
          <a:prstGeom prst="rect">
            <a:avLst/>
          </a:prstGeom>
          <a:ln w="38100">
            <a:solidFill>
              <a:srgbClr val="00B050"/>
            </a:solidFill>
          </a:ln>
        </p:spPr>
      </p:pic>
      <p:pic>
        <p:nvPicPr>
          <p:cNvPr id="12" name="Immagine 11" descr="Immagine che contiene testo, schermata, documento, Carattere&#10;&#10;Il contenuto generato dall'IA potrebbe non essere corretto.">
            <a:extLst>
              <a:ext uri="{FF2B5EF4-FFF2-40B4-BE49-F238E27FC236}">
                <a16:creationId xmlns:a16="http://schemas.microsoft.com/office/drawing/2014/main" id="{3B9FB8C5-62AB-F18B-A020-7F47E4EF111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4329" b="43079"/>
          <a:stretch>
            <a:fillRect/>
          </a:stretch>
        </p:blipFill>
        <p:spPr>
          <a:xfrm>
            <a:off x="322228" y="577174"/>
            <a:ext cx="4308874" cy="3197151"/>
          </a:xfrm>
          <a:prstGeom prst="rect">
            <a:avLst/>
          </a:prstGeom>
          <a:ln w="38100">
            <a:solidFill>
              <a:srgbClr val="00B050"/>
            </a:solidFill>
          </a:ln>
        </p:spPr>
      </p:pic>
    </p:spTree>
    <p:extLst>
      <p:ext uri="{BB962C8B-B14F-4D97-AF65-F5344CB8AC3E}">
        <p14:creationId xmlns:p14="http://schemas.microsoft.com/office/powerpoint/2010/main" val="1618056361"/>
      </p:ext>
    </p:extLst>
  </p:cSld>
  <p:clrMapOvr>
    <a:masterClrMapping/>
  </p:clrMapOvr>
  <p:transition spd="slow">
    <p:randomBar dir="vert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F84DC0-1B34-3F0B-A0E7-6E9E2DE96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6">
            <a:extLst>
              <a:ext uri="{FF2B5EF4-FFF2-40B4-BE49-F238E27FC236}">
                <a16:creationId xmlns:a16="http://schemas.microsoft.com/office/drawing/2014/main" id="{B217C2AD-51B4-40CE-A71F-F5D3F846D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2667762" y="630936"/>
            <a:ext cx="3926681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it-IT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F1BF92E-23CF-4BFE-9E1F-C359BACFA3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33DFEFC0-99B4-4D27-9168-1B2F659A34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A2C20081-2005-4B05-BEA4-EB8D4C90A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070708"/>
            <a:ext cx="9144000" cy="1787292"/>
          </a:xfrm>
          <a:custGeom>
            <a:avLst/>
            <a:gdLst>
              <a:gd name="connsiteX0" fmla="*/ 619389 w 12192000"/>
              <a:gd name="connsiteY0" fmla="*/ 0 h 1787292"/>
              <a:gd name="connsiteX1" fmla="*/ 687652 w 12192000"/>
              <a:gd name="connsiteY1" fmla="*/ 3175 h 1787292"/>
              <a:gd name="connsiteX2" fmla="*/ 747977 w 12192000"/>
              <a:gd name="connsiteY2" fmla="*/ 9525 h 1787292"/>
              <a:gd name="connsiteX3" fmla="*/ 800364 w 12192000"/>
              <a:gd name="connsiteY3" fmla="*/ 20637 h 1787292"/>
              <a:gd name="connsiteX4" fmla="*/ 846402 w 12192000"/>
              <a:gd name="connsiteY4" fmla="*/ 36512 h 1787292"/>
              <a:gd name="connsiteX5" fmla="*/ 887677 w 12192000"/>
              <a:gd name="connsiteY5" fmla="*/ 52387 h 1787292"/>
              <a:gd name="connsiteX6" fmla="*/ 924189 w 12192000"/>
              <a:gd name="connsiteY6" fmla="*/ 68262 h 1787292"/>
              <a:gd name="connsiteX7" fmla="*/ 962289 w 12192000"/>
              <a:gd name="connsiteY7" fmla="*/ 87312 h 1787292"/>
              <a:gd name="connsiteX8" fmla="*/ 1000389 w 12192000"/>
              <a:gd name="connsiteY8" fmla="*/ 106362 h 1787292"/>
              <a:gd name="connsiteX9" fmla="*/ 1036902 w 12192000"/>
              <a:gd name="connsiteY9" fmla="*/ 125412 h 1787292"/>
              <a:gd name="connsiteX10" fmla="*/ 1078177 w 12192000"/>
              <a:gd name="connsiteY10" fmla="*/ 141287 h 1787292"/>
              <a:gd name="connsiteX11" fmla="*/ 1124214 w 12192000"/>
              <a:gd name="connsiteY11" fmla="*/ 155575 h 1787292"/>
              <a:gd name="connsiteX12" fmla="*/ 1176602 w 12192000"/>
              <a:gd name="connsiteY12" fmla="*/ 166687 h 1787292"/>
              <a:gd name="connsiteX13" fmla="*/ 1236927 w 12192000"/>
              <a:gd name="connsiteY13" fmla="*/ 174625 h 1787292"/>
              <a:gd name="connsiteX14" fmla="*/ 1305189 w 12192000"/>
              <a:gd name="connsiteY14" fmla="*/ 176212 h 1787292"/>
              <a:gd name="connsiteX15" fmla="*/ 1373452 w 12192000"/>
              <a:gd name="connsiteY15" fmla="*/ 174625 h 1787292"/>
              <a:gd name="connsiteX16" fmla="*/ 1433777 w 12192000"/>
              <a:gd name="connsiteY16" fmla="*/ 166687 h 1787292"/>
              <a:gd name="connsiteX17" fmla="*/ 1486164 w 12192000"/>
              <a:gd name="connsiteY17" fmla="*/ 155575 h 1787292"/>
              <a:gd name="connsiteX18" fmla="*/ 1532202 w 12192000"/>
              <a:gd name="connsiteY18" fmla="*/ 141287 h 1787292"/>
              <a:gd name="connsiteX19" fmla="*/ 1573477 w 12192000"/>
              <a:gd name="connsiteY19" fmla="*/ 125412 h 1787292"/>
              <a:gd name="connsiteX20" fmla="*/ 1609989 w 12192000"/>
              <a:gd name="connsiteY20" fmla="*/ 106362 h 1787292"/>
              <a:gd name="connsiteX21" fmla="*/ 1648089 w 12192000"/>
              <a:gd name="connsiteY21" fmla="*/ 87312 h 1787292"/>
              <a:gd name="connsiteX22" fmla="*/ 1686189 w 12192000"/>
              <a:gd name="connsiteY22" fmla="*/ 68262 h 1787292"/>
              <a:gd name="connsiteX23" fmla="*/ 1722702 w 12192000"/>
              <a:gd name="connsiteY23" fmla="*/ 52387 h 1787292"/>
              <a:gd name="connsiteX24" fmla="*/ 1763977 w 12192000"/>
              <a:gd name="connsiteY24" fmla="*/ 36512 h 1787292"/>
              <a:gd name="connsiteX25" fmla="*/ 1810014 w 12192000"/>
              <a:gd name="connsiteY25" fmla="*/ 20637 h 1787292"/>
              <a:gd name="connsiteX26" fmla="*/ 1862402 w 12192000"/>
              <a:gd name="connsiteY26" fmla="*/ 9525 h 1787292"/>
              <a:gd name="connsiteX27" fmla="*/ 1922727 w 12192000"/>
              <a:gd name="connsiteY27" fmla="*/ 3175 h 1787292"/>
              <a:gd name="connsiteX28" fmla="*/ 1990989 w 12192000"/>
              <a:gd name="connsiteY28" fmla="*/ 0 h 1787292"/>
              <a:gd name="connsiteX29" fmla="*/ 2059252 w 12192000"/>
              <a:gd name="connsiteY29" fmla="*/ 3175 h 1787292"/>
              <a:gd name="connsiteX30" fmla="*/ 2119577 w 12192000"/>
              <a:gd name="connsiteY30" fmla="*/ 9525 h 1787292"/>
              <a:gd name="connsiteX31" fmla="*/ 2171964 w 12192000"/>
              <a:gd name="connsiteY31" fmla="*/ 20637 h 1787292"/>
              <a:gd name="connsiteX32" fmla="*/ 2218002 w 12192000"/>
              <a:gd name="connsiteY32" fmla="*/ 36512 h 1787292"/>
              <a:gd name="connsiteX33" fmla="*/ 2259277 w 12192000"/>
              <a:gd name="connsiteY33" fmla="*/ 52387 h 1787292"/>
              <a:gd name="connsiteX34" fmla="*/ 2295789 w 12192000"/>
              <a:gd name="connsiteY34" fmla="*/ 68262 h 1787292"/>
              <a:gd name="connsiteX35" fmla="*/ 2333889 w 12192000"/>
              <a:gd name="connsiteY35" fmla="*/ 87312 h 1787292"/>
              <a:gd name="connsiteX36" fmla="*/ 2371989 w 12192000"/>
              <a:gd name="connsiteY36" fmla="*/ 106362 h 1787292"/>
              <a:gd name="connsiteX37" fmla="*/ 2408502 w 12192000"/>
              <a:gd name="connsiteY37" fmla="*/ 125412 h 1787292"/>
              <a:gd name="connsiteX38" fmla="*/ 2449777 w 12192000"/>
              <a:gd name="connsiteY38" fmla="*/ 141287 h 1787292"/>
              <a:gd name="connsiteX39" fmla="*/ 2495814 w 12192000"/>
              <a:gd name="connsiteY39" fmla="*/ 155575 h 1787292"/>
              <a:gd name="connsiteX40" fmla="*/ 2548202 w 12192000"/>
              <a:gd name="connsiteY40" fmla="*/ 166687 h 1787292"/>
              <a:gd name="connsiteX41" fmla="*/ 2608527 w 12192000"/>
              <a:gd name="connsiteY41" fmla="*/ 174625 h 1787292"/>
              <a:gd name="connsiteX42" fmla="*/ 2676789 w 12192000"/>
              <a:gd name="connsiteY42" fmla="*/ 176212 h 1787292"/>
              <a:gd name="connsiteX43" fmla="*/ 2745052 w 12192000"/>
              <a:gd name="connsiteY43" fmla="*/ 174625 h 1787292"/>
              <a:gd name="connsiteX44" fmla="*/ 2805377 w 12192000"/>
              <a:gd name="connsiteY44" fmla="*/ 166687 h 1787292"/>
              <a:gd name="connsiteX45" fmla="*/ 2857764 w 12192000"/>
              <a:gd name="connsiteY45" fmla="*/ 155575 h 1787292"/>
              <a:gd name="connsiteX46" fmla="*/ 2903802 w 12192000"/>
              <a:gd name="connsiteY46" fmla="*/ 141287 h 1787292"/>
              <a:gd name="connsiteX47" fmla="*/ 2945077 w 12192000"/>
              <a:gd name="connsiteY47" fmla="*/ 125412 h 1787292"/>
              <a:gd name="connsiteX48" fmla="*/ 2981589 w 12192000"/>
              <a:gd name="connsiteY48" fmla="*/ 106362 h 1787292"/>
              <a:gd name="connsiteX49" fmla="*/ 3019689 w 12192000"/>
              <a:gd name="connsiteY49" fmla="*/ 87312 h 1787292"/>
              <a:gd name="connsiteX50" fmla="*/ 3057789 w 12192000"/>
              <a:gd name="connsiteY50" fmla="*/ 68262 h 1787292"/>
              <a:gd name="connsiteX51" fmla="*/ 3094302 w 12192000"/>
              <a:gd name="connsiteY51" fmla="*/ 52387 h 1787292"/>
              <a:gd name="connsiteX52" fmla="*/ 3135577 w 12192000"/>
              <a:gd name="connsiteY52" fmla="*/ 36512 h 1787292"/>
              <a:gd name="connsiteX53" fmla="*/ 3181614 w 12192000"/>
              <a:gd name="connsiteY53" fmla="*/ 20637 h 1787292"/>
              <a:gd name="connsiteX54" fmla="*/ 3234002 w 12192000"/>
              <a:gd name="connsiteY54" fmla="*/ 9525 h 1787292"/>
              <a:gd name="connsiteX55" fmla="*/ 3294327 w 12192000"/>
              <a:gd name="connsiteY55" fmla="*/ 3175 h 1787292"/>
              <a:gd name="connsiteX56" fmla="*/ 3361002 w 12192000"/>
              <a:gd name="connsiteY56" fmla="*/ 0 h 1787292"/>
              <a:gd name="connsiteX57" fmla="*/ 3430852 w 12192000"/>
              <a:gd name="connsiteY57" fmla="*/ 3175 h 1787292"/>
              <a:gd name="connsiteX58" fmla="*/ 3491177 w 12192000"/>
              <a:gd name="connsiteY58" fmla="*/ 9525 h 1787292"/>
              <a:gd name="connsiteX59" fmla="*/ 3543564 w 12192000"/>
              <a:gd name="connsiteY59" fmla="*/ 20637 h 1787292"/>
              <a:gd name="connsiteX60" fmla="*/ 3589602 w 12192000"/>
              <a:gd name="connsiteY60" fmla="*/ 36512 h 1787292"/>
              <a:gd name="connsiteX61" fmla="*/ 3630877 w 12192000"/>
              <a:gd name="connsiteY61" fmla="*/ 52387 h 1787292"/>
              <a:gd name="connsiteX62" fmla="*/ 3667389 w 12192000"/>
              <a:gd name="connsiteY62" fmla="*/ 68262 h 1787292"/>
              <a:gd name="connsiteX63" fmla="*/ 3705489 w 12192000"/>
              <a:gd name="connsiteY63" fmla="*/ 87312 h 1787292"/>
              <a:gd name="connsiteX64" fmla="*/ 3743589 w 12192000"/>
              <a:gd name="connsiteY64" fmla="*/ 106362 h 1787292"/>
              <a:gd name="connsiteX65" fmla="*/ 3780102 w 12192000"/>
              <a:gd name="connsiteY65" fmla="*/ 125412 h 1787292"/>
              <a:gd name="connsiteX66" fmla="*/ 3821377 w 12192000"/>
              <a:gd name="connsiteY66" fmla="*/ 141287 h 1787292"/>
              <a:gd name="connsiteX67" fmla="*/ 3867414 w 12192000"/>
              <a:gd name="connsiteY67" fmla="*/ 155575 h 1787292"/>
              <a:gd name="connsiteX68" fmla="*/ 3919802 w 12192000"/>
              <a:gd name="connsiteY68" fmla="*/ 166687 h 1787292"/>
              <a:gd name="connsiteX69" fmla="*/ 3980127 w 12192000"/>
              <a:gd name="connsiteY69" fmla="*/ 174625 h 1787292"/>
              <a:gd name="connsiteX70" fmla="*/ 4048389 w 12192000"/>
              <a:gd name="connsiteY70" fmla="*/ 176212 h 1787292"/>
              <a:gd name="connsiteX71" fmla="*/ 4116652 w 12192000"/>
              <a:gd name="connsiteY71" fmla="*/ 174625 h 1787292"/>
              <a:gd name="connsiteX72" fmla="*/ 4176977 w 12192000"/>
              <a:gd name="connsiteY72" fmla="*/ 166687 h 1787292"/>
              <a:gd name="connsiteX73" fmla="*/ 4229364 w 12192000"/>
              <a:gd name="connsiteY73" fmla="*/ 155575 h 1787292"/>
              <a:gd name="connsiteX74" fmla="*/ 4275402 w 12192000"/>
              <a:gd name="connsiteY74" fmla="*/ 141287 h 1787292"/>
              <a:gd name="connsiteX75" fmla="*/ 4316677 w 12192000"/>
              <a:gd name="connsiteY75" fmla="*/ 125412 h 1787292"/>
              <a:gd name="connsiteX76" fmla="*/ 4353189 w 12192000"/>
              <a:gd name="connsiteY76" fmla="*/ 106362 h 1787292"/>
              <a:gd name="connsiteX77" fmla="*/ 4429389 w 12192000"/>
              <a:gd name="connsiteY77" fmla="*/ 68262 h 1787292"/>
              <a:gd name="connsiteX78" fmla="*/ 4465902 w 12192000"/>
              <a:gd name="connsiteY78" fmla="*/ 52387 h 1787292"/>
              <a:gd name="connsiteX79" fmla="*/ 4507177 w 12192000"/>
              <a:gd name="connsiteY79" fmla="*/ 36512 h 1787292"/>
              <a:gd name="connsiteX80" fmla="*/ 4553214 w 12192000"/>
              <a:gd name="connsiteY80" fmla="*/ 20637 h 1787292"/>
              <a:gd name="connsiteX81" fmla="*/ 4605602 w 12192000"/>
              <a:gd name="connsiteY81" fmla="*/ 9525 h 1787292"/>
              <a:gd name="connsiteX82" fmla="*/ 4665928 w 12192000"/>
              <a:gd name="connsiteY82" fmla="*/ 3175 h 1787292"/>
              <a:gd name="connsiteX83" fmla="*/ 4734189 w 12192000"/>
              <a:gd name="connsiteY83" fmla="*/ 0 h 1787292"/>
              <a:gd name="connsiteX84" fmla="*/ 4802453 w 12192000"/>
              <a:gd name="connsiteY84" fmla="*/ 3175 h 1787292"/>
              <a:gd name="connsiteX85" fmla="*/ 4862777 w 12192000"/>
              <a:gd name="connsiteY85" fmla="*/ 9525 h 1787292"/>
              <a:gd name="connsiteX86" fmla="*/ 4915165 w 12192000"/>
              <a:gd name="connsiteY86" fmla="*/ 20637 h 1787292"/>
              <a:gd name="connsiteX87" fmla="*/ 4961201 w 12192000"/>
              <a:gd name="connsiteY87" fmla="*/ 36512 h 1787292"/>
              <a:gd name="connsiteX88" fmla="*/ 5002476 w 12192000"/>
              <a:gd name="connsiteY88" fmla="*/ 52387 h 1787292"/>
              <a:gd name="connsiteX89" fmla="*/ 5038989 w 12192000"/>
              <a:gd name="connsiteY89" fmla="*/ 68262 h 1787292"/>
              <a:gd name="connsiteX90" fmla="*/ 5077089 w 12192000"/>
              <a:gd name="connsiteY90" fmla="*/ 87312 h 1787292"/>
              <a:gd name="connsiteX91" fmla="*/ 5115189 w 12192000"/>
              <a:gd name="connsiteY91" fmla="*/ 106362 h 1787292"/>
              <a:gd name="connsiteX92" fmla="*/ 5151701 w 12192000"/>
              <a:gd name="connsiteY92" fmla="*/ 125412 h 1787292"/>
              <a:gd name="connsiteX93" fmla="*/ 5192976 w 12192000"/>
              <a:gd name="connsiteY93" fmla="*/ 141287 h 1787292"/>
              <a:gd name="connsiteX94" fmla="*/ 5239014 w 12192000"/>
              <a:gd name="connsiteY94" fmla="*/ 155575 h 1787292"/>
              <a:gd name="connsiteX95" fmla="*/ 5291401 w 12192000"/>
              <a:gd name="connsiteY95" fmla="*/ 166687 h 1787292"/>
              <a:gd name="connsiteX96" fmla="*/ 5351727 w 12192000"/>
              <a:gd name="connsiteY96" fmla="*/ 174625 h 1787292"/>
              <a:gd name="connsiteX97" fmla="*/ 5410199 w 12192000"/>
              <a:gd name="connsiteY97" fmla="*/ 175985 h 1787292"/>
              <a:gd name="connsiteX98" fmla="*/ 5468671 w 12192000"/>
              <a:gd name="connsiteY98" fmla="*/ 174625 h 1787292"/>
              <a:gd name="connsiteX99" fmla="*/ 5528996 w 12192000"/>
              <a:gd name="connsiteY99" fmla="*/ 166687 h 1787292"/>
              <a:gd name="connsiteX100" fmla="*/ 5581383 w 12192000"/>
              <a:gd name="connsiteY100" fmla="*/ 155575 h 1787292"/>
              <a:gd name="connsiteX101" fmla="*/ 5627421 w 12192000"/>
              <a:gd name="connsiteY101" fmla="*/ 141287 h 1787292"/>
              <a:gd name="connsiteX102" fmla="*/ 5668696 w 12192000"/>
              <a:gd name="connsiteY102" fmla="*/ 125412 h 1787292"/>
              <a:gd name="connsiteX103" fmla="*/ 5705209 w 12192000"/>
              <a:gd name="connsiteY103" fmla="*/ 106362 h 1787292"/>
              <a:gd name="connsiteX104" fmla="*/ 5743308 w 12192000"/>
              <a:gd name="connsiteY104" fmla="*/ 87312 h 1787292"/>
              <a:gd name="connsiteX105" fmla="*/ 5781408 w 12192000"/>
              <a:gd name="connsiteY105" fmla="*/ 68262 h 1787292"/>
              <a:gd name="connsiteX106" fmla="*/ 5817921 w 12192000"/>
              <a:gd name="connsiteY106" fmla="*/ 52387 h 1787292"/>
              <a:gd name="connsiteX107" fmla="*/ 5859196 w 12192000"/>
              <a:gd name="connsiteY107" fmla="*/ 36512 h 1787292"/>
              <a:gd name="connsiteX108" fmla="*/ 5905234 w 12192000"/>
              <a:gd name="connsiteY108" fmla="*/ 20637 h 1787292"/>
              <a:gd name="connsiteX109" fmla="*/ 5957621 w 12192000"/>
              <a:gd name="connsiteY109" fmla="*/ 9525 h 1787292"/>
              <a:gd name="connsiteX110" fmla="*/ 6017947 w 12192000"/>
              <a:gd name="connsiteY110" fmla="*/ 3175 h 1787292"/>
              <a:gd name="connsiteX111" fmla="*/ 6086208 w 12192000"/>
              <a:gd name="connsiteY111" fmla="*/ 0 h 1787292"/>
              <a:gd name="connsiteX112" fmla="*/ 6095999 w 12192000"/>
              <a:gd name="connsiteY112" fmla="*/ 455 h 1787292"/>
              <a:gd name="connsiteX113" fmla="*/ 6105789 w 12192000"/>
              <a:gd name="connsiteY113" fmla="*/ 0 h 1787292"/>
              <a:gd name="connsiteX114" fmla="*/ 6174052 w 12192000"/>
              <a:gd name="connsiteY114" fmla="*/ 3175 h 1787292"/>
              <a:gd name="connsiteX115" fmla="*/ 6234377 w 12192000"/>
              <a:gd name="connsiteY115" fmla="*/ 9525 h 1787292"/>
              <a:gd name="connsiteX116" fmla="*/ 6286764 w 12192000"/>
              <a:gd name="connsiteY116" fmla="*/ 20637 h 1787292"/>
              <a:gd name="connsiteX117" fmla="*/ 6332802 w 12192000"/>
              <a:gd name="connsiteY117" fmla="*/ 36512 h 1787292"/>
              <a:gd name="connsiteX118" fmla="*/ 6374077 w 12192000"/>
              <a:gd name="connsiteY118" fmla="*/ 52387 h 1787292"/>
              <a:gd name="connsiteX119" fmla="*/ 6410589 w 12192000"/>
              <a:gd name="connsiteY119" fmla="*/ 68262 h 1787292"/>
              <a:gd name="connsiteX120" fmla="*/ 6448689 w 12192000"/>
              <a:gd name="connsiteY120" fmla="*/ 87312 h 1787292"/>
              <a:gd name="connsiteX121" fmla="*/ 6486789 w 12192000"/>
              <a:gd name="connsiteY121" fmla="*/ 106362 h 1787292"/>
              <a:gd name="connsiteX122" fmla="*/ 6523302 w 12192000"/>
              <a:gd name="connsiteY122" fmla="*/ 125412 h 1787292"/>
              <a:gd name="connsiteX123" fmla="*/ 6564577 w 12192000"/>
              <a:gd name="connsiteY123" fmla="*/ 141287 h 1787292"/>
              <a:gd name="connsiteX124" fmla="*/ 6610614 w 12192000"/>
              <a:gd name="connsiteY124" fmla="*/ 155575 h 1787292"/>
              <a:gd name="connsiteX125" fmla="*/ 6663002 w 12192000"/>
              <a:gd name="connsiteY125" fmla="*/ 166687 h 1787292"/>
              <a:gd name="connsiteX126" fmla="*/ 6723327 w 12192000"/>
              <a:gd name="connsiteY126" fmla="*/ 174625 h 1787292"/>
              <a:gd name="connsiteX127" fmla="*/ 6781799 w 12192000"/>
              <a:gd name="connsiteY127" fmla="*/ 175985 h 1787292"/>
              <a:gd name="connsiteX128" fmla="*/ 6840271 w 12192000"/>
              <a:gd name="connsiteY128" fmla="*/ 174625 h 1787292"/>
              <a:gd name="connsiteX129" fmla="*/ 6900596 w 12192000"/>
              <a:gd name="connsiteY129" fmla="*/ 166687 h 1787292"/>
              <a:gd name="connsiteX130" fmla="*/ 6952983 w 12192000"/>
              <a:gd name="connsiteY130" fmla="*/ 155575 h 1787292"/>
              <a:gd name="connsiteX131" fmla="*/ 6999021 w 12192000"/>
              <a:gd name="connsiteY131" fmla="*/ 141287 h 1787292"/>
              <a:gd name="connsiteX132" fmla="*/ 7040296 w 12192000"/>
              <a:gd name="connsiteY132" fmla="*/ 125412 h 1787292"/>
              <a:gd name="connsiteX133" fmla="*/ 7076808 w 12192000"/>
              <a:gd name="connsiteY133" fmla="*/ 106362 h 1787292"/>
              <a:gd name="connsiteX134" fmla="*/ 7114908 w 12192000"/>
              <a:gd name="connsiteY134" fmla="*/ 87312 h 1787292"/>
              <a:gd name="connsiteX135" fmla="*/ 7153008 w 12192000"/>
              <a:gd name="connsiteY135" fmla="*/ 68262 h 1787292"/>
              <a:gd name="connsiteX136" fmla="*/ 7189521 w 12192000"/>
              <a:gd name="connsiteY136" fmla="*/ 52387 h 1787292"/>
              <a:gd name="connsiteX137" fmla="*/ 7230796 w 12192000"/>
              <a:gd name="connsiteY137" fmla="*/ 36512 h 1787292"/>
              <a:gd name="connsiteX138" fmla="*/ 7276833 w 12192000"/>
              <a:gd name="connsiteY138" fmla="*/ 20637 h 1787292"/>
              <a:gd name="connsiteX139" fmla="*/ 7329221 w 12192000"/>
              <a:gd name="connsiteY139" fmla="*/ 9525 h 1787292"/>
              <a:gd name="connsiteX140" fmla="*/ 7389546 w 12192000"/>
              <a:gd name="connsiteY140" fmla="*/ 3175 h 1787292"/>
              <a:gd name="connsiteX141" fmla="*/ 7457808 w 12192000"/>
              <a:gd name="connsiteY141" fmla="*/ 0 h 1787292"/>
              <a:gd name="connsiteX142" fmla="*/ 7526071 w 12192000"/>
              <a:gd name="connsiteY142" fmla="*/ 3175 h 1787292"/>
              <a:gd name="connsiteX143" fmla="*/ 7586396 w 12192000"/>
              <a:gd name="connsiteY143" fmla="*/ 9525 h 1787292"/>
              <a:gd name="connsiteX144" fmla="*/ 7638783 w 12192000"/>
              <a:gd name="connsiteY144" fmla="*/ 20637 h 1787292"/>
              <a:gd name="connsiteX145" fmla="*/ 7684821 w 12192000"/>
              <a:gd name="connsiteY145" fmla="*/ 36512 h 1787292"/>
              <a:gd name="connsiteX146" fmla="*/ 7726096 w 12192000"/>
              <a:gd name="connsiteY146" fmla="*/ 52387 h 1787292"/>
              <a:gd name="connsiteX147" fmla="*/ 7762608 w 12192000"/>
              <a:gd name="connsiteY147" fmla="*/ 68262 h 1787292"/>
              <a:gd name="connsiteX148" fmla="*/ 7800708 w 12192000"/>
              <a:gd name="connsiteY148" fmla="*/ 87312 h 1787292"/>
              <a:gd name="connsiteX149" fmla="*/ 7838808 w 12192000"/>
              <a:gd name="connsiteY149" fmla="*/ 106362 h 1787292"/>
              <a:gd name="connsiteX150" fmla="*/ 7875321 w 12192000"/>
              <a:gd name="connsiteY150" fmla="*/ 125412 h 1787292"/>
              <a:gd name="connsiteX151" fmla="*/ 7916596 w 12192000"/>
              <a:gd name="connsiteY151" fmla="*/ 141287 h 1787292"/>
              <a:gd name="connsiteX152" fmla="*/ 7962633 w 12192000"/>
              <a:gd name="connsiteY152" fmla="*/ 155575 h 1787292"/>
              <a:gd name="connsiteX153" fmla="*/ 8015021 w 12192000"/>
              <a:gd name="connsiteY153" fmla="*/ 166687 h 1787292"/>
              <a:gd name="connsiteX154" fmla="*/ 8075346 w 12192000"/>
              <a:gd name="connsiteY154" fmla="*/ 174625 h 1787292"/>
              <a:gd name="connsiteX155" fmla="*/ 8143608 w 12192000"/>
              <a:gd name="connsiteY155" fmla="*/ 176212 h 1787292"/>
              <a:gd name="connsiteX156" fmla="*/ 8211871 w 12192000"/>
              <a:gd name="connsiteY156" fmla="*/ 174625 h 1787292"/>
              <a:gd name="connsiteX157" fmla="*/ 8272196 w 12192000"/>
              <a:gd name="connsiteY157" fmla="*/ 166687 h 1787292"/>
              <a:gd name="connsiteX158" fmla="*/ 8324583 w 12192000"/>
              <a:gd name="connsiteY158" fmla="*/ 155575 h 1787292"/>
              <a:gd name="connsiteX159" fmla="*/ 8370621 w 12192000"/>
              <a:gd name="connsiteY159" fmla="*/ 141287 h 1787292"/>
              <a:gd name="connsiteX160" fmla="*/ 8411896 w 12192000"/>
              <a:gd name="connsiteY160" fmla="*/ 125412 h 1787292"/>
              <a:gd name="connsiteX161" fmla="*/ 8448408 w 12192000"/>
              <a:gd name="connsiteY161" fmla="*/ 106362 h 1787292"/>
              <a:gd name="connsiteX162" fmla="*/ 8486508 w 12192000"/>
              <a:gd name="connsiteY162" fmla="*/ 87312 h 1787292"/>
              <a:gd name="connsiteX163" fmla="*/ 8524608 w 12192000"/>
              <a:gd name="connsiteY163" fmla="*/ 68262 h 1787292"/>
              <a:gd name="connsiteX164" fmla="*/ 8561120 w 12192000"/>
              <a:gd name="connsiteY164" fmla="*/ 52387 h 1787292"/>
              <a:gd name="connsiteX165" fmla="*/ 8602396 w 12192000"/>
              <a:gd name="connsiteY165" fmla="*/ 36512 h 1787292"/>
              <a:gd name="connsiteX166" fmla="*/ 8648432 w 12192000"/>
              <a:gd name="connsiteY166" fmla="*/ 20637 h 1787292"/>
              <a:gd name="connsiteX167" fmla="*/ 8700820 w 12192000"/>
              <a:gd name="connsiteY167" fmla="*/ 9525 h 1787292"/>
              <a:gd name="connsiteX168" fmla="*/ 8761146 w 12192000"/>
              <a:gd name="connsiteY168" fmla="*/ 3175 h 1787292"/>
              <a:gd name="connsiteX169" fmla="*/ 8827820 w 12192000"/>
              <a:gd name="connsiteY169" fmla="*/ 0 h 1787292"/>
              <a:gd name="connsiteX170" fmla="*/ 8897670 w 12192000"/>
              <a:gd name="connsiteY170" fmla="*/ 3175 h 1787292"/>
              <a:gd name="connsiteX171" fmla="*/ 8957996 w 12192000"/>
              <a:gd name="connsiteY171" fmla="*/ 9525 h 1787292"/>
              <a:gd name="connsiteX172" fmla="*/ 9010382 w 12192000"/>
              <a:gd name="connsiteY172" fmla="*/ 20637 h 1787292"/>
              <a:gd name="connsiteX173" fmla="*/ 9056420 w 12192000"/>
              <a:gd name="connsiteY173" fmla="*/ 36512 h 1787292"/>
              <a:gd name="connsiteX174" fmla="*/ 9097696 w 12192000"/>
              <a:gd name="connsiteY174" fmla="*/ 52387 h 1787292"/>
              <a:gd name="connsiteX175" fmla="*/ 9134208 w 12192000"/>
              <a:gd name="connsiteY175" fmla="*/ 68262 h 1787292"/>
              <a:gd name="connsiteX176" fmla="*/ 9172308 w 12192000"/>
              <a:gd name="connsiteY176" fmla="*/ 87312 h 1787292"/>
              <a:gd name="connsiteX177" fmla="*/ 9210408 w 12192000"/>
              <a:gd name="connsiteY177" fmla="*/ 106362 h 1787292"/>
              <a:gd name="connsiteX178" fmla="*/ 9246920 w 12192000"/>
              <a:gd name="connsiteY178" fmla="*/ 125412 h 1787292"/>
              <a:gd name="connsiteX179" fmla="*/ 9288196 w 12192000"/>
              <a:gd name="connsiteY179" fmla="*/ 141287 h 1787292"/>
              <a:gd name="connsiteX180" fmla="*/ 9334232 w 12192000"/>
              <a:gd name="connsiteY180" fmla="*/ 155575 h 1787292"/>
              <a:gd name="connsiteX181" fmla="*/ 9386620 w 12192000"/>
              <a:gd name="connsiteY181" fmla="*/ 166687 h 1787292"/>
              <a:gd name="connsiteX182" fmla="*/ 9446946 w 12192000"/>
              <a:gd name="connsiteY182" fmla="*/ 174625 h 1787292"/>
              <a:gd name="connsiteX183" fmla="*/ 9515208 w 12192000"/>
              <a:gd name="connsiteY183" fmla="*/ 176212 h 1787292"/>
              <a:gd name="connsiteX184" fmla="*/ 9583470 w 12192000"/>
              <a:gd name="connsiteY184" fmla="*/ 174625 h 1787292"/>
              <a:gd name="connsiteX185" fmla="*/ 9643796 w 12192000"/>
              <a:gd name="connsiteY185" fmla="*/ 166687 h 1787292"/>
              <a:gd name="connsiteX186" fmla="*/ 9696182 w 12192000"/>
              <a:gd name="connsiteY186" fmla="*/ 155575 h 1787292"/>
              <a:gd name="connsiteX187" fmla="*/ 9742220 w 12192000"/>
              <a:gd name="connsiteY187" fmla="*/ 141287 h 1787292"/>
              <a:gd name="connsiteX188" fmla="*/ 9783496 w 12192000"/>
              <a:gd name="connsiteY188" fmla="*/ 125412 h 1787292"/>
              <a:gd name="connsiteX189" fmla="*/ 9820008 w 12192000"/>
              <a:gd name="connsiteY189" fmla="*/ 106362 h 1787292"/>
              <a:gd name="connsiteX190" fmla="*/ 9896208 w 12192000"/>
              <a:gd name="connsiteY190" fmla="*/ 68262 h 1787292"/>
              <a:gd name="connsiteX191" fmla="*/ 9932720 w 12192000"/>
              <a:gd name="connsiteY191" fmla="*/ 52387 h 1787292"/>
              <a:gd name="connsiteX192" fmla="*/ 9973996 w 12192000"/>
              <a:gd name="connsiteY192" fmla="*/ 36512 h 1787292"/>
              <a:gd name="connsiteX193" fmla="*/ 10020032 w 12192000"/>
              <a:gd name="connsiteY193" fmla="*/ 20637 h 1787292"/>
              <a:gd name="connsiteX194" fmla="*/ 10072420 w 12192000"/>
              <a:gd name="connsiteY194" fmla="*/ 9525 h 1787292"/>
              <a:gd name="connsiteX195" fmla="*/ 10132746 w 12192000"/>
              <a:gd name="connsiteY195" fmla="*/ 3175 h 1787292"/>
              <a:gd name="connsiteX196" fmla="*/ 10201008 w 12192000"/>
              <a:gd name="connsiteY196" fmla="*/ 0 h 1787292"/>
              <a:gd name="connsiteX197" fmla="*/ 10269270 w 12192000"/>
              <a:gd name="connsiteY197" fmla="*/ 3175 h 1787292"/>
              <a:gd name="connsiteX198" fmla="*/ 10329596 w 12192000"/>
              <a:gd name="connsiteY198" fmla="*/ 9525 h 1787292"/>
              <a:gd name="connsiteX199" fmla="*/ 10381982 w 12192000"/>
              <a:gd name="connsiteY199" fmla="*/ 20637 h 1787292"/>
              <a:gd name="connsiteX200" fmla="*/ 10428020 w 12192000"/>
              <a:gd name="connsiteY200" fmla="*/ 36512 h 1787292"/>
              <a:gd name="connsiteX201" fmla="*/ 10469296 w 12192000"/>
              <a:gd name="connsiteY201" fmla="*/ 52387 h 1787292"/>
              <a:gd name="connsiteX202" fmla="*/ 10505808 w 12192000"/>
              <a:gd name="connsiteY202" fmla="*/ 68262 h 1787292"/>
              <a:gd name="connsiteX203" fmla="*/ 10543908 w 12192000"/>
              <a:gd name="connsiteY203" fmla="*/ 87312 h 1787292"/>
              <a:gd name="connsiteX204" fmla="*/ 10582008 w 12192000"/>
              <a:gd name="connsiteY204" fmla="*/ 106362 h 1787292"/>
              <a:gd name="connsiteX205" fmla="*/ 10618520 w 12192000"/>
              <a:gd name="connsiteY205" fmla="*/ 125412 h 1787292"/>
              <a:gd name="connsiteX206" fmla="*/ 10659796 w 12192000"/>
              <a:gd name="connsiteY206" fmla="*/ 141287 h 1787292"/>
              <a:gd name="connsiteX207" fmla="*/ 10705832 w 12192000"/>
              <a:gd name="connsiteY207" fmla="*/ 155575 h 1787292"/>
              <a:gd name="connsiteX208" fmla="*/ 10758220 w 12192000"/>
              <a:gd name="connsiteY208" fmla="*/ 166687 h 1787292"/>
              <a:gd name="connsiteX209" fmla="*/ 10818546 w 12192000"/>
              <a:gd name="connsiteY209" fmla="*/ 174625 h 1787292"/>
              <a:gd name="connsiteX210" fmla="*/ 10886808 w 12192000"/>
              <a:gd name="connsiteY210" fmla="*/ 176212 h 1787292"/>
              <a:gd name="connsiteX211" fmla="*/ 10955070 w 12192000"/>
              <a:gd name="connsiteY211" fmla="*/ 174625 h 1787292"/>
              <a:gd name="connsiteX212" fmla="*/ 11015396 w 12192000"/>
              <a:gd name="connsiteY212" fmla="*/ 166687 h 1787292"/>
              <a:gd name="connsiteX213" fmla="*/ 11067782 w 12192000"/>
              <a:gd name="connsiteY213" fmla="*/ 155575 h 1787292"/>
              <a:gd name="connsiteX214" fmla="*/ 11113820 w 12192000"/>
              <a:gd name="connsiteY214" fmla="*/ 141287 h 1787292"/>
              <a:gd name="connsiteX215" fmla="*/ 11155096 w 12192000"/>
              <a:gd name="connsiteY215" fmla="*/ 125412 h 1787292"/>
              <a:gd name="connsiteX216" fmla="*/ 11191608 w 12192000"/>
              <a:gd name="connsiteY216" fmla="*/ 106362 h 1787292"/>
              <a:gd name="connsiteX217" fmla="*/ 11229708 w 12192000"/>
              <a:gd name="connsiteY217" fmla="*/ 87312 h 1787292"/>
              <a:gd name="connsiteX218" fmla="*/ 11267808 w 12192000"/>
              <a:gd name="connsiteY218" fmla="*/ 68262 h 1787292"/>
              <a:gd name="connsiteX219" fmla="*/ 11304320 w 12192000"/>
              <a:gd name="connsiteY219" fmla="*/ 52387 h 1787292"/>
              <a:gd name="connsiteX220" fmla="*/ 11345596 w 12192000"/>
              <a:gd name="connsiteY220" fmla="*/ 36512 h 1787292"/>
              <a:gd name="connsiteX221" fmla="*/ 11391632 w 12192000"/>
              <a:gd name="connsiteY221" fmla="*/ 20637 h 1787292"/>
              <a:gd name="connsiteX222" fmla="*/ 11444020 w 12192000"/>
              <a:gd name="connsiteY222" fmla="*/ 9525 h 1787292"/>
              <a:gd name="connsiteX223" fmla="*/ 11504346 w 12192000"/>
              <a:gd name="connsiteY223" fmla="*/ 3175 h 1787292"/>
              <a:gd name="connsiteX224" fmla="*/ 11572608 w 12192000"/>
              <a:gd name="connsiteY224" fmla="*/ 0 h 1787292"/>
              <a:gd name="connsiteX225" fmla="*/ 11640870 w 12192000"/>
              <a:gd name="connsiteY225" fmla="*/ 3175 h 1787292"/>
              <a:gd name="connsiteX226" fmla="*/ 11701196 w 12192000"/>
              <a:gd name="connsiteY226" fmla="*/ 9525 h 1787292"/>
              <a:gd name="connsiteX227" fmla="*/ 11753582 w 12192000"/>
              <a:gd name="connsiteY227" fmla="*/ 20637 h 1787292"/>
              <a:gd name="connsiteX228" fmla="*/ 11799620 w 12192000"/>
              <a:gd name="connsiteY228" fmla="*/ 36512 h 1787292"/>
              <a:gd name="connsiteX229" fmla="*/ 11840896 w 12192000"/>
              <a:gd name="connsiteY229" fmla="*/ 52387 h 1787292"/>
              <a:gd name="connsiteX230" fmla="*/ 11877408 w 12192000"/>
              <a:gd name="connsiteY230" fmla="*/ 68262 h 1787292"/>
              <a:gd name="connsiteX231" fmla="*/ 11915508 w 12192000"/>
              <a:gd name="connsiteY231" fmla="*/ 87312 h 1787292"/>
              <a:gd name="connsiteX232" fmla="*/ 11953608 w 12192000"/>
              <a:gd name="connsiteY232" fmla="*/ 106362 h 1787292"/>
              <a:gd name="connsiteX233" fmla="*/ 11990120 w 12192000"/>
              <a:gd name="connsiteY233" fmla="*/ 125412 h 1787292"/>
              <a:gd name="connsiteX234" fmla="*/ 12031396 w 12192000"/>
              <a:gd name="connsiteY234" fmla="*/ 141287 h 1787292"/>
              <a:gd name="connsiteX235" fmla="*/ 12077432 w 12192000"/>
              <a:gd name="connsiteY235" fmla="*/ 155575 h 1787292"/>
              <a:gd name="connsiteX236" fmla="*/ 12129820 w 12192000"/>
              <a:gd name="connsiteY236" fmla="*/ 166688 h 1787292"/>
              <a:gd name="connsiteX237" fmla="*/ 12190146 w 12192000"/>
              <a:gd name="connsiteY237" fmla="*/ 174625 h 1787292"/>
              <a:gd name="connsiteX238" fmla="*/ 12192000 w 12192000"/>
              <a:gd name="connsiteY238" fmla="*/ 174668 h 1787292"/>
              <a:gd name="connsiteX239" fmla="*/ 12192000 w 12192000"/>
              <a:gd name="connsiteY239" fmla="*/ 885826 h 1787292"/>
              <a:gd name="connsiteX240" fmla="*/ 12192000 w 12192000"/>
              <a:gd name="connsiteY240" fmla="*/ 1787292 h 1787292"/>
              <a:gd name="connsiteX241" fmla="*/ 0 w 12192000"/>
              <a:gd name="connsiteY241" fmla="*/ 1787292 h 1787292"/>
              <a:gd name="connsiteX242" fmla="*/ 0 w 12192000"/>
              <a:gd name="connsiteY242" fmla="*/ 885826 h 1787292"/>
              <a:gd name="connsiteX243" fmla="*/ 0 w 12192000"/>
              <a:gd name="connsiteY243" fmla="*/ 174668 h 1787292"/>
              <a:gd name="connsiteX244" fmla="*/ 1852 w 12192000"/>
              <a:gd name="connsiteY244" fmla="*/ 174625 h 1787292"/>
              <a:gd name="connsiteX245" fmla="*/ 62177 w 12192000"/>
              <a:gd name="connsiteY245" fmla="*/ 166687 h 1787292"/>
              <a:gd name="connsiteX246" fmla="*/ 114564 w 12192000"/>
              <a:gd name="connsiteY246" fmla="*/ 155575 h 1787292"/>
              <a:gd name="connsiteX247" fmla="*/ 160602 w 12192000"/>
              <a:gd name="connsiteY247" fmla="*/ 141287 h 1787292"/>
              <a:gd name="connsiteX248" fmla="*/ 201877 w 12192000"/>
              <a:gd name="connsiteY248" fmla="*/ 125412 h 1787292"/>
              <a:gd name="connsiteX249" fmla="*/ 238389 w 12192000"/>
              <a:gd name="connsiteY249" fmla="*/ 106362 h 1787292"/>
              <a:gd name="connsiteX250" fmla="*/ 276489 w 12192000"/>
              <a:gd name="connsiteY250" fmla="*/ 87312 h 1787292"/>
              <a:gd name="connsiteX251" fmla="*/ 314589 w 12192000"/>
              <a:gd name="connsiteY251" fmla="*/ 68262 h 1787292"/>
              <a:gd name="connsiteX252" fmla="*/ 351102 w 12192000"/>
              <a:gd name="connsiteY252" fmla="*/ 52387 h 1787292"/>
              <a:gd name="connsiteX253" fmla="*/ 392377 w 12192000"/>
              <a:gd name="connsiteY253" fmla="*/ 36512 h 1787292"/>
              <a:gd name="connsiteX254" fmla="*/ 438414 w 12192000"/>
              <a:gd name="connsiteY254" fmla="*/ 20637 h 1787292"/>
              <a:gd name="connsiteX255" fmla="*/ 490802 w 12192000"/>
              <a:gd name="connsiteY255" fmla="*/ 9525 h 1787292"/>
              <a:gd name="connsiteX256" fmla="*/ 551127 w 12192000"/>
              <a:gd name="connsiteY256" fmla="*/ 3175 h 1787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</a:cxnLst>
            <a:rect l="l" t="t" r="r" b="b"/>
            <a:pathLst>
              <a:path w="12192000" h="1787292">
                <a:moveTo>
                  <a:pt x="619389" y="0"/>
                </a:moveTo>
                <a:lnTo>
                  <a:pt x="687652" y="3175"/>
                </a:lnTo>
                <a:lnTo>
                  <a:pt x="747977" y="9525"/>
                </a:lnTo>
                <a:lnTo>
                  <a:pt x="800364" y="20637"/>
                </a:lnTo>
                <a:lnTo>
                  <a:pt x="846402" y="36512"/>
                </a:lnTo>
                <a:lnTo>
                  <a:pt x="887677" y="52387"/>
                </a:lnTo>
                <a:lnTo>
                  <a:pt x="924189" y="68262"/>
                </a:lnTo>
                <a:lnTo>
                  <a:pt x="962289" y="87312"/>
                </a:lnTo>
                <a:lnTo>
                  <a:pt x="1000389" y="106362"/>
                </a:lnTo>
                <a:lnTo>
                  <a:pt x="1036902" y="125412"/>
                </a:lnTo>
                <a:lnTo>
                  <a:pt x="1078177" y="141287"/>
                </a:lnTo>
                <a:lnTo>
                  <a:pt x="1124214" y="155575"/>
                </a:lnTo>
                <a:lnTo>
                  <a:pt x="1176602" y="166687"/>
                </a:lnTo>
                <a:lnTo>
                  <a:pt x="1236927" y="174625"/>
                </a:lnTo>
                <a:lnTo>
                  <a:pt x="1305189" y="176212"/>
                </a:lnTo>
                <a:lnTo>
                  <a:pt x="1373452" y="174625"/>
                </a:lnTo>
                <a:lnTo>
                  <a:pt x="1433777" y="166687"/>
                </a:lnTo>
                <a:lnTo>
                  <a:pt x="1486164" y="155575"/>
                </a:lnTo>
                <a:lnTo>
                  <a:pt x="1532202" y="141287"/>
                </a:lnTo>
                <a:lnTo>
                  <a:pt x="1573477" y="125412"/>
                </a:lnTo>
                <a:lnTo>
                  <a:pt x="1609989" y="106362"/>
                </a:lnTo>
                <a:lnTo>
                  <a:pt x="1648089" y="87312"/>
                </a:lnTo>
                <a:lnTo>
                  <a:pt x="1686189" y="68262"/>
                </a:lnTo>
                <a:lnTo>
                  <a:pt x="1722702" y="52387"/>
                </a:lnTo>
                <a:lnTo>
                  <a:pt x="1763977" y="36512"/>
                </a:lnTo>
                <a:lnTo>
                  <a:pt x="1810014" y="20637"/>
                </a:lnTo>
                <a:lnTo>
                  <a:pt x="1862402" y="9525"/>
                </a:lnTo>
                <a:lnTo>
                  <a:pt x="1922727" y="3175"/>
                </a:lnTo>
                <a:lnTo>
                  <a:pt x="1990989" y="0"/>
                </a:lnTo>
                <a:lnTo>
                  <a:pt x="2059252" y="3175"/>
                </a:lnTo>
                <a:lnTo>
                  <a:pt x="2119577" y="9525"/>
                </a:lnTo>
                <a:lnTo>
                  <a:pt x="2171964" y="20637"/>
                </a:lnTo>
                <a:lnTo>
                  <a:pt x="2218002" y="36512"/>
                </a:lnTo>
                <a:lnTo>
                  <a:pt x="2259277" y="52387"/>
                </a:lnTo>
                <a:lnTo>
                  <a:pt x="2295789" y="68262"/>
                </a:lnTo>
                <a:lnTo>
                  <a:pt x="2333889" y="87312"/>
                </a:lnTo>
                <a:lnTo>
                  <a:pt x="2371989" y="106362"/>
                </a:lnTo>
                <a:lnTo>
                  <a:pt x="2408502" y="125412"/>
                </a:lnTo>
                <a:lnTo>
                  <a:pt x="2449777" y="141287"/>
                </a:lnTo>
                <a:lnTo>
                  <a:pt x="2495814" y="155575"/>
                </a:lnTo>
                <a:lnTo>
                  <a:pt x="2548202" y="166687"/>
                </a:lnTo>
                <a:lnTo>
                  <a:pt x="2608527" y="174625"/>
                </a:lnTo>
                <a:lnTo>
                  <a:pt x="2676789" y="176212"/>
                </a:lnTo>
                <a:lnTo>
                  <a:pt x="2745052" y="174625"/>
                </a:lnTo>
                <a:lnTo>
                  <a:pt x="2805377" y="166687"/>
                </a:lnTo>
                <a:lnTo>
                  <a:pt x="2857764" y="155575"/>
                </a:lnTo>
                <a:lnTo>
                  <a:pt x="2903802" y="141287"/>
                </a:lnTo>
                <a:lnTo>
                  <a:pt x="2945077" y="125412"/>
                </a:lnTo>
                <a:lnTo>
                  <a:pt x="2981589" y="106362"/>
                </a:lnTo>
                <a:lnTo>
                  <a:pt x="3019689" y="87312"/>
                </a:lnTo>
                <a:lnTo>
                  <a:pt x="3057789" y="68262"/>
                </a:lnTo>
                <a:lnTo>
                  <a:pt x="3094302" y="52387"/>
                </a:lnTo>
                <a:lnTo>
                  <a:pt x="3135577" y="36512"/>
                </a:lnTo>
                <a:lnTo>
                  <a:pt x="3181614" y="20637"/>
                </a:lnTo>
                <a:lnTo>
                  <a:pt x="3234002" y="9525"/>
                </a:lnTo>
                <a:lnTo>
                  <a:pt x="3294327" y="3175"/>
                </a:lnTo>
                <a:lnTo>
                  <a:pt x="3361002" y="0"/>
                </a:lnTo>
                <a:lnTo>
                  <a:pt x="3430852" y="3175"/>
                </a:lnTo>
                <a:lnTo>
                  <a:pt x="3491177" y="9525"/>
                </a:lnTo>
                <a:lnTo>
                  <a:pt x="3543564" y="20637"/>
                </a:lnTo>
                <a:lnTo>
                  <a:pt x="3589602" y="36512"/>
                </a:lnTo>
                <a:lnTo>
                  <a:pt x="3630877" y="52387"/>
                </a:lnTo>
                <a:lnTo>
                  <a:pt x="3667389" y="68262"/>
                </a:lnTo>
                <a:lnTo>
                  <a:pt x="3705489" y="87312"/>
                </a:lnTo>
                <a:lnTo>
                  <a:pt x="3743589" y="106362"/>
                </a:lnTo>
                <a:lnTo>
                  <a:pt x="3780102" y="125412"/>
                </a:lnTo>
                <a:lnTo>
                  <a:pt x="3821377" y="141287"/>
                </a:lnTo>
                <a:lnTo>
                  <a:pt x="3867414" y="155575"/>
                </a:lnTo>
                <a:lnTo>
                  <a:pt x="3919802" y="166687"/>
                </a:lnTo>
                <a:lnTo>
                  <a:pt x="3980127" y="174625"/>
                </a:lnTo>
                <a:lnTo>
                  <a:pt x="4048389" y="176212"/>
                </a:lnTo>
                <a:lnTo>
                  <a:pt x="4116652" y="174625"/>
                </a:lnTo>
                <a:lnTo>
                  <a:pt x="4176977" y="166687"/>
                </a:lnTo>
                <a:lnTo>
                  <a:pt x="4229364" y="155575"/>
                </a:lnTo>
                <a:lnTo>
                  <a:pt x="4275402" y="141287"/>
                </a:lnTo>
                <a:lnTo>
                  <a:pt x="4316677" y="125412"/>
                </a:lnTo>
                <a:lnTo>
                  <a:pt x="4353189" y="106362"/>
                </a:lnTo>
                <a:lnTo>
                  <a:pt x="4429389" y="68262"/>
                </a:lnTo>
                <a:lnTo>
                  <a:pt x="4465902" y="52387"/>
                </a:lnTo>
                <a:lnTo>
                  <a:pt x="4507177" y="36512"/>
                </a:lnTo>
                <a:lnTo>
                  <a:pt x="4553214" y="20637"/>
                </a:lnTo>
                <a:lnTo>
                  <a:pt x="4605602" y="9525"/>
                </a:lnTo>
                <a:lnTo>
                  <a:pt x="4665928" y="3175"/>
                </a:lnTo>
                <a:lnTo>
                  <a:pt x="4734189" y="0"/>
                </a:lnTo>
                <a:lnTo>
                  <a:pt x="4802453" y="3175"/>
                </a:lnTo>
                <a:lnTo>
                  <a:pt x="4862777" y="9525"/>
                </a:lnTo>
                <a:lnTo>
                  <a:pt x="4915165" y="20637"/>
                </a:lnTo>
                <a:lnTo>
                  <a:pt x="4961201" y="36512"/>
                </a:lnTo>
                <a:lnTo>
                  <a:pt x="5002476" y="52387"/>
                </a:lnTo>
                <a:lnTo>
                  <a:pt x="5038989" y="68262"/>
                </a:lnTo>
                <a:lnTo>
                  <a:pt x="5077089" y="87312"/>
                </a:lnTo>
                <a:lnTo>
                  <a:pt x="5115189" y="106362"/>
                </a:lnTo>
                <a:lnTo>
                  <a:pt x="5151701" y="125412"/>
                </a:lnTo>
                <a:lnTo>
                  <a:pt x="5192976" y="141287"/>
                </a:lnTo>
                <a:lnTo>
                  <a:pt x="5239014" y="155575"/>
                </a:lnTo>
                <a:lnTo>
                  <a:pt x="5291401" y="166687"/>
                </a:lnTo>
                <a:lnTo>
                  <a:pt x="5351727" y="174625"/>
                </a:lnTo>
                <a:lnTo>
                  <a:pt x="5410199" y="175985"/>
                </a:lnTo>
                <a:lnTo>
                  <a:pt x="5468671" y="174625"/>
                </a:lnTo>
                <a:lnTo>
                  <a:pt x="5528996" y="166687"/>
                </a:lnTo>
                <a:lnTo>
                  <a:pt x="5581383" y="155575"/>
                </a:lnTo>
                <a:lnTo>
                  <a:pt x="5627421" y="141287"/>
                </a:lnTo>
                <a:lnTo>
                  <a:pt x="5668696" y="125412"/>
                </a:lnTo>
                <a:lnTo>
                  <a:pt x="5705209" y="106362"/>
                </a:lnTo>
                <a:lnTo>
                  <a:pt x="5743308" y="87312"/>
                </a:lnTo>
                <a:lnTo>
                  <a:pt x="5781408" y="68262"/>
                </a:lnTo>
                <a:lnTo>
                  <a:pt x="5817921" y="52387"/>
                </a:lnTo>
                <a:lnTo>
                  <a:pt x="5859196" y="36512"/>
                </a:lnTo>
                <a:lnTo>
                  <a:pt x="5905234" y="20637"/>
                </a:lnTo>
                <a:lnTo>
                  <a:pt x="5957621" y="9525"/>
                </a:lnTo>
                <a:lnTo>
                  <a:pt x="6017947" y="3175"/>
                </a:lnTo>
                <a:lnTo>
                  <a:pt x="6086208" y="0"/>
                </a:lnTo>
                <a:lnTo>
                  <a:pt x="6095999" y="455"/>
                </a:lnTo>
                <a:lnTo>
                  <a:pt x="6105789" y="0"/>
                </a:lnTo>
                <a:lnTo>
                  <a:pt x="6174052" y="3175"/>
                </a:lnTo>
                <a:lnTo>
                  <a:pt x="6234377" y="9525"/>
                </a:lnTo>
                <a:lnTo>
                  <a:pt x="6286764" y="20637"/>
                </a:lnTo>
                <a:lnTo>
                  <a:pt x="6332802" y="36512"/>
                </a:lnTo>
                <a:lnTo>
                  <a:pt x="6374077" y="52387"/>
                </a:lnTo>
                <a:lnTo>
                  <a:pt x="6410589" y="68262"/>
                </a:lnTo>
                <a:lnTo>
                  <a:pt x="6448689" y="87312"/>
                </a:lnTo>
                <a:lnTo>
                  <a:pt x="6486789" y="106362"/>
                </a:lnTo>
                <a:lnTo>
                  <a:pt x="6523302" y="125412"/>
                </a:lnTo>
                <a:lnTo>
                  <a:pt x="6564577" y="141287"/>
                </a:lnTo>
                <a:lnTo>
                  <a:pt x="6610614" y="155575"/>
                </a:lnTo>
                <a:lnTo>
                  <a:pt x="6663002" y="166687"/>
                </a:lnTo>
                <a:lnTo>
                  <a:pt x="6723327" y="174625"/>
                </a:lnTo>
                <a:lnTo>
                  <a:pt x="6781799" y="175985"/>
                </a:lnTo>
                <a:lnTo>
                  <a:pt x="6840271" y="174625"/>
                </a:lnTo>
                <a:lnTo>
                  <a:pt x="6900596" y="166687"/>
                </a:lnTo>
                <a:lnTo>
                  <a:pt x="6952983" y="155575"/>
                </a:lnTo>
                <a:lnTo>
                  <a:pt x="6999021" y="141287"/>
                </a:lnTo>
                <a:lnTo>
                  <a:pt x="7040296" y="125412"/>
                </a:lnTo>
                <a:lnTo>
                  <a:pt x="7076808" y="106362"/>
                </a:lnTo>
                <a:lnTo>
                  <a:pt x="7114908" y="87312"/>
                </a:lnTo>
                <a:lnTo>
                  <a:pt x="7153008" y="68262"/>
                </a:lnTo>
                <a:lnTo>
                  <a:pt x="7189521" y="52387"/>
                </a:lnTo>
                <a:lnTo>
                  <a:pt x="7230796" y="36512"/>
                </a:lnTo>
                <a:lnTo>
                  <a:pt x="7276833" y="20637"/>
                </a:lnTo>
                <a:lnTo>
                  <a:pt x="7329221" y="9525"/>
                </a:lnTo>
                <a:lnTo>
                  <a:pt x="7389546" y="3175"/>
                </a:lnTo>
                <a:lnTo>
                  <a:pt x="7457808" y="0"/>
                </a:lnTo>
                <a:lnTo>
                  <a:pt x="7526071" y="3175"/>
                </a:lnTo>
                <a:lnTo>
                  <a:pt x="7586396" y="9525"/>
                </a:lnTo>
                <a:lnTo>
                  <a:pt x="7638783" y="20637"/>
                </a:lnTo>
                <a:lnTo>
                  <a:pt x="7684821" y="36512"/>
                </a:lnTo>
                <a:lnTo>
                  <a:pt x="7726096" y="52387"/>
                </a:lnTo>
                <a:lnTo>
                  <a:pt x="7762608" y="68262"/>
                </a:lnTo>
                <a:lnTo>
                  <a:pt x="7800708" y="87312"/>
                </a:lnTo>
                <a:lnTo>
                  <a:pt x="7838808" y="106362"/>
                </a:lnTo>
                <a:lnTo>
                  <a:pt x="7875321" y="125412"/>
                </a:lnTo>
                <a:lnTo>
                  <a:pt x="7916596" y="141287"/>
                </a:lnTo>
                <a:lnTo>
                  <a:pt x="7962633" y="155575"/>
                </a:lnTo>
                <a:lnTo>
                  <a:pt x="8015021" y="166687"/>
                </a:lnTo>
                <a:lnTo>
                  <a:pt x="8075346" y="174625"/>
                </a:lnTo>
                <a:lnTo>
                  <a:pt x="8143608" y="176212"/>
                </a:lnTo>
                <a:lnTo>
                  <a:pt x="8211871" y="174625"/>
                </a:lnTo>
                <a:lnTo>
                  <a:pt x="8272196" y="166687"/>
                </a:lnTo>
                <a:lnTo>
                  <a:pt x="8324583" y="155575"/>
                </a:lnTo>
                <a:lnTo>
                  <a:pt x="8370621" y="141287"/>
                </a:lnTo>
                <a:lnTo>
                  <a:pt x="8411896" y="125412"/>
                </a:lnTo>
                <a:lnTo>
                  <a:pt x="8448408" y="106362"/>
                </a:lnTo>
                <a:lnTo>
                  <a:pt x="8486508" y="87312"/>
                </a:lnTo>
                <a:lnTo>
                  <a:pt x="8524608" y="68262"/>
                </a:lnTo>
                <a:lnTo>
                  <a:pt x="8561120" y="52387"/>
                </a:lnTo>
                <a:lnTo>
                  <a:pt x="8602396" y="36512"/>
                </a:lnTo>
                <a:lnTo>
                  <a:pt x="8648432" y="20637"/>
                </a:lnTo>
                <a:lnTo>
                  <a:pt x="8700820" y="9525"/>
                </a:lnTo>
                <a:lnTo>
                  <a:pt x="8761146" y="3175"/>
                </a:lnTo>
                <a:lnTo>
                  <a:pt x="8827820" y="0"/>
                </a:lnTo>
                <a:lnTo>
                  <a:pt x="8897670" y="3175"/>
                </a:lnTo>
                <a:lnTo>
                  <a:pt x="8957996" y="9525"/>
                </a:lnTo>
                <a:lnTo>
                  <a:pt x="9010382" y="20637"/>
                </a:lnTo>
                <a:lnTo>
                  <a:pt x="9056420" y="36512"/>
                </a:lnTo>
                <a:lnTo>
                  <a:pt x="9097696" y="52387"/>
                </a:lnTo>
                <a:lnTo>
                  <a:pt x="9134208" y="68262"/>
                </a:lnTo>
                <a:lnTo>
                  <a:pt x="9172308" y="87312"/>
                </a:lnTo>
                <a:lnTo>
                  <a:pt x="9210408" y="106362"/>
                </a:lnTo>
                <a:lnTo>
                  <a:pt x="9246920" y="125412"/>
                </a:lnTo>
                <a:lnTo>
                  <a:pt x="9288196" y="141287"/>
                </a:lnTo>
                <a:lnTo>
                  <a:pt x="9334232" y="155575"/>
                </a:lnTo>
                <a:lnTo>
                  <a:pt x="9386620" y="166687"/>
                </a:lnTo>
                <a:lnTo>
                  <a:pt x="9446946" y="174625"/>
                </a:lnTo>
                <a:lnTo>
                  <a:pt x="9515208" y="176212"/>
                </a:lnTo>
                <a:lnTo>
                  <a:pt x="9583470" y="174625"/>
                </a:lnTo>
                <a:lnTo>
                  <a:pt x="9643796" y="166687"/>
                </a:lnTo>
                <a:lnTo>
                  <a:pt x="9696182" y="155575"/>
                </a:lnTo>
                <a:lnTo>
                  <a:pt x="9742220" y="141287"/>
                </a:lnTo>
                <a:lnTo>
                  <a:pt x="9783496" y="125412"/>
                </a:lnTo>
                <a:lnTo>
                  <a:pt x="9820008" y="106362"/>
                </a:lnTo>
                <a:lnTo>
                  <a:pt x="9896208" y="68262"/>
                </a:lnTo>
                <a:lnTo>
                  <a:pt x="9932720" y="52387"/>
                </a:lnTo>
                <a:lnTo>
                  <a:pt x="9973996" y="36512"/>
                </a:lnTo>
                <a:lnTo>
                  <a:pt x="10020032" y="20637"/>
                </a:lnTo>
                <a:lnTo>
                  <a:pt x="10072420" y="9525"/>
                </a:lnTo>
                <a:lnTo>
                  <a:pt x="10132746" y="3175"/>
                </a:lnTo>
                <a:lnTo>
                  <a:pt x="10201008" y="0"/>
                </a:lnTo>
                <a:lnTo>
                  <a:pt x="10269270" y="3175"/>
                </a:lnTo>
                <a:lnTo>
                  <a:pt x="10329596" y="9525"/>
                </a:lnTo>
                <a:lnTo>
                  <a:pt x="10381982" y="20637"/>
                </a:lnTo>
                <a:lnTo>
                  <a:pt x="10428020" y="36512"/>
                </a:lnTo>
                <a:lnTo>
                  <a:pt x="10469296" y="52387"/>
                </a:lnTo>
                <a:lnTo>
                  <a:pt x="10505808" y="68262"/>
                </a:lnTo>
                <a:lnTo>
                  <a:pt x="10543908" y="87312"/>
                </a:lnTo>
                <a:lnTo>
                  <a:pt x="10582008" y="106362"/>
                </a:lnTo>
                <a:lnTo>
                  <a:pt x="10618520" y="125412"/>
                </a:lnTo>
                <a:lnTo>
                  <a:pt x="10659796" y="141287"/>
                </a:lnTo>
                <a:lnTo>
                  <a:pt x="10705832" y="155575"/>
                </a:lnTo>
                <a:lnTo>
                  <a:pt x="10758220" y="166687"/>
                </a:lnTo>
                <a:lnTo>
                  <a:pt x="10818546" y="174625"/>
                </a:lnTo>
                <a:lnTo>
                  <a:pt x="10886808" y="176212"/>
                </a:lnTo>
                <a:lnTo>
                  <a:pt x="10955070" y="174625"/>
                </a:lnTo>
                <a:lnTo>
                  <a:pt x="11015396" y="166687"/>
                </a:lnTo>
                <a:lnTo>
                  <a:pt x="11067782" y="155575"/>
                </a:lnTo>
                <a:lnTo>
                  <a:pt x="11113820" y="141287"/>
                </a:lnTo>
                <a:lnTo>
                  <a:pt x="11155096" y="125412"/>
                </a:lnTo>
                <a:lnTo>
                  <a:pt x="11191608" y="106362"/>
                </a:lnTo>
                <a:lnTo>
                  <a:pt x="11229708" y="87312"/>
                </a:lnTo>
                <a:lnTo>
                  <a:pt x="11267808" y="68262"/>
                </a:lnTo>
                <a:lnTo>
                  <a:pt x="11304320" y="52387"/>
                </a:lnTo>
                <a:lnTo>
                  <a:pt x="11345596" y="36512"/>
                </a:lnTo>
                <a:lnTo>
                  <a:pt x="11391632" y="20637"/>
                </a:lnTo>
                <a:lnTo>
                  <a:pt x="11444020" y="9525"/>
                </a:lnTo>
                <a:lnTo>
                  <a:pt x="11504346" y="3175"/>
                </a:lnTo>
                <a:lnTo>
                  <a:pt x="11572608" y="0"/>
                </a:lnTo>
                <a:lnTo>
                  <a:pt x="11640870" y="3175"/>
                </a:lnTo>
                <a:lnTo>
                  <a:pt x="11701196" y="9525"/>
                </a:lnTo>
                <a:lnTo>
                  <a:pt x="11753582" y="20637"/>
                </a:lnTo>
                <a:lnTo>
                  <a:pt x="11799620" y="36512"/>
                </a:lnTo>
                <a:lnTo>
                  <a:pt x="11840896" y="52387"/>
                </a:lnTo>
                <a:lnTo>
                  <a:pt x="11877408" y="68262"/>
                </a:lnTo>
                <a:lnTo>
                  <a:pt x="11915508" y="87312"/>
                </a:lnTo>
                <a:lnTo>
                  <a:pt x="11953608" y="106362"/>
                </a:lnTo>
                <a:lnTo>
                  <a:pt x="11990120" y="125412"/>
                </a:lnTo>
                <a:lnTo>
                  <a:pt x="12031396" y="141287"/>
                </a:lnTo>
                <a:lnTo>
                  <a:pt x="12077432" y="155575"/>
                </a:lnTo>
                <a:lnTo>
                  <a:pt x="12129820" y="166688"/>
                </a:lnTo>
                <a:lnTo>
                  <a:pt x="12190146" y="174625"/>
                </a:lnTo>
                <a:lnTo>
                  <a:pt x="12192000" y="174668"/>
                </a:lnTo>
                <a:lnTo>
                  <a:pt x="12192000" y="885826"/>
                </a:lnTo>
                <a:lnTo>
                  <a:pt x="12192000" y="1787292"/>
                </a:lnTo>
                <a:lnTo>
                  <a:pt x="0" y="1787292"/>
                </a:lnTo>
                <a:lnTo>
                  <a:pt x="0" y="885826"/>
                </a:lnTo>
                <a:lnTo>
                  <a:pt x="0" y="174668"/>
                </a:lnTo>
                <a:lnTo>
                  <a:pt x="1852" y="174625"/>
                </a:lnTo>
                <a:lnTo>
                  <a:pt x="62177" y="166687"/>
                </a:lnTo>
                <a:lnTo>
                  <a:pt x="114564" y="155575"/>
                </a:lnTo>
                <a:lnTo>
                  <a:pt x="160602" y="141287"/>
                </a:lnTo>
                <a:lnTo>
                  <a:pt x="201877" y="125412"/>
                </a:lnTo>
                <a:lnTo>
                  <a:pt x="238389" y="106362"/>
                </a:lnTo>
                <a:lnTo>
                  <a:pt x="276489" y="87312"/>
                </a:lnTo>
                <a:lnTo>
                  <a:pt x="314589" y="68262"/>
                </a:lnTo>
                <a:lnTo>
                  <a:pt x="351102" y="52387"/>
                </a:lnTo>
                <a:lnTo>
                  <a:pt x="392377" y="36512"/>
                </a:lnTo>
                <a:lnTo>
                  <a:pt x="438414" y="20637"/>
                </a:lnTo>
                <a:lnTo>
                  <a:pt x="490802" y="9525"/>
                </a:lnTo>
                <a:lnTo>
                  <a:pt x="551127" y="317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EC5F14-AB7A-A1F5-D666-CE9020A76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892" y="5449151"/>
            <a:ext cx="7738813" cy="523811"/>
          </a:xfrm>
        </p:spPr>
        <p:txBody>
          <a:bodyPr vert="horz" lIns="91440" tIns="45720" rIns="91440" bIns="45720" rtlCol="0" anchor="b">
            <a:normAutofit/>
          </a:bodyPr>
          <a:lstStyle/>
          <a:p>
            <a:pPr lvl="0" algn="ctr" defTabSz="914400"/>
            <a:r>
              <a:rPr lang="en-US" sz="2100" spc="800">
                <a:solidFill>
                  <a:srgbClr val="2A1A00"/>
                </a:solidFill>
              </a:rPr>
              <a:t>domain</a:t>
            </a:r>
          </a:p>
        </p:txBody>
      </p:sp>
      <p:pic>
        <p:nvPicPr>
          <p:cNvPr id="6" name="Immagine 5" descr="Immagine che contiene testo, schermata, documento, Carattere&#10;&#10;Il contenuto generato dall'IA potrebbe non essere corretto.">
            <a:extLst>
              <a:ext uri="{FF2B5EF4-FFF2-40B4-BE49-F238E27FC236}">
                <a16:creationId xmlns:a16="http://schemas.microsoft.com/office/drawing/2014/main" id="{DD139ACC-F7D4-D14D-2B1E-84317C24D3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6824" b="22443"/>
          <a:stretch>
            <a:fillRect/>
          </a:stretch>
        </p:blipFill>
        <p:spPr>
          <a:xfrm>
            <a:off x="482600" y="679456"/>
            <a:ext cx="8178799" cy="385388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9190219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9388DD-7156-B617-D39F-561CA5DF8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Freeform 6">
            <a:extLst>
              <a:ext uri="{FF2B5EF4-FFF2-40B4-BE49-F238E27FC236}">
                <a16:creationId xmlns:a16="http://schemas.microsoft.com/office/drawing/2014/main" id="{B217C2AD-51B4-40CE-A71F-F5D3F846D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2667762" y="630936"/>
            <a:ext cx="3926681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it-IT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6F1BF92E-23CF-4BFE-9E1F-C359BACFA3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0E624BD9-62FB-467A-ACDC-4836ADC5FE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64" name="Freeform 13">
            <a:extLst>
              <a:ext uri="{FF2B5EF4-FFF2-40B4-BE49-F238E27FC236}">
                <a16:creationId xmlns:a16="http://schemas.microsoft.com/office/drawing/2014/main" id="{4C973920-672E-443D-8D2E-2D1E3853A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 flipH="1">
            <a:off x="106297" y="0"/>
            <a:ext cx="5842211" cy="6858000"/>
          </a:xfrm>
          <a:custGeom>
            <a:avLst/>
            <a:gdLst>
              <a:gd name="connsiteX0" fmla="*/ 9807836 w 9807836"/>
              <a:gd name="connsiteY0" fmla="*/ 0 h 6858000"/>
              <a:gd name="connsiteX1" fmla="*/ 0 w 9807836"/>
              <a:gd name="connsiteY1" fmla="*/ 0 h 6858000"/>
              <a:gd name="connsiteX2" fmla="*/ 26987 w 9807836"/>
              <a:gd name="connsiteY2" fmla="*/ 87312 h 6858000"/>
              <a:gd name="connsiteX3" fmla="*/ 52387 w 9807836"/>
              <a:gd name="connsiteY3" fmla="*/ 174625 h 6858000"/>
              <a:gd name="connsiteX4" fmla="*/ 77787 w 9807836"/>
              <a:gd name="connsiteY4" fmla="*/ 263525 h 6858000"/>
              <a:gd name="connsiteX5" fmla="*/ 100012 w 9807836"/>
              <a:gd name="connsiteY5" fmla="*/ 354012 h 6858000"/>
              <a:gd name="connsiteX6" fmla="*/ 127000 w 9807836"/>
              <a:gd name="connsiteY6" fmla="*/ 441325 h 6858000"/>
              <a:gd name="connsiteX7" fmla="*/ 155575 w 9807836"/>
              <a:gd name="connsiteY7" fmla="*/ 525462 h 6858000"/>
              <a:gd name="connsiteX8" fmla="*/ 192087 w 9807836"/>
              <a:gd name="connsiteY8" fmla="*/ 604837 h 6858000"/>
              <a:gd name="connsiteX9" fmla="*/ 234950 w 9807836"/>
              <a:gd name="connsiteY9" fmla="*/ 677862 h 6858000"/>
              <a:gd name="connsiteX10" fmla="*/ 282575 w 9807836"/>
              <a:gd name="connsiteY10" fmla="*/ 739775 h 6858000"/>
              <a:gd name="connsiteX11" fmla="*/ 334962 w 9807836"/>
              <a:gd name="connsiteY11" fmla="*/ 798512 h 6858000"/>
              <a:gd name="connsiteX12" fmla="*/ 395287 w 9807836"/>
              <a:gd name="connsiteY12" fmla="*/ 852487 h 6858000"/>
              <a:gd name="connsiteX13" fmla="*/ 458787 w 9807836"/>
              <a:gd name="connsiteY13" fmla="*/ 906462 h 6858000"/>
              <a:gd name="connsiteX14" fmla="*/ 525462 w 9807836"/>
              <a:gd name="connsiteY14" fmla="*/ 957262 h 6858000"/>
              <a:gd name="connsiteX15" fmla="*/ 592137 w 9807836"/>
              <a:gd name="connsiteY15" fmla="*/ 1008062 h 6858000"/>
              <a:gd name="connsiteX16" fmla="*/ 660400 w 9807836"/>
              <a:gd name="connsiteY16" fmla="*/ 1060450 h 6858000"/>
              <a:gd name="connsiteX17" fmla="*/ 725487 w 9807836"/>
              <a:gd name="connsiteY17" fmla="*/ 1111250 h 6858000"/>
              <a:gd name="connsiteX18" fmla="*/ 787400 w 9807836"/>
              <a:gd name="connsiteY18" fmla="*/ 1165225 h 6858000"/>
              <a:gd name="connsiteX19" fmla="*/ 844550 w 9807836"/>
              <a:gd name="connsiteY19" fmla="*/ 1223962 h 6858000"/>
              <a:gd name="connsiteX20" fmla="*/ 896937 w 9807836"/>
              <a:gd name="connsiteY20" fmla="*/ 1282700 h 6858000"/>
              <a:gd name="connsiteX21" fmla="*/ 939800 w 9807836"/>
              <a:gd name="connsiteY21" fmla="*/ 1346200 h 6858000"/>
              <a:gd name="connsiteX22" fmla="*/ 976312 w 9807836"/>
              <a:gd name="connsiteY22" fmla="*/ 1417637 h 6858000"/>
              <a:gd name="connsiteX23" fmla="*/ 998537 w 9807836"/>
              <a:gd name="connsiteY23" fmla="*/ 1487487 h 6858000"/>
              <a:gd name="connsiteX24" fmla="*/ 1012825 w 9807836"/>
              <a:gd name="connsiteY24" fmla="*/ 1565275 h 6858000"/>
              <a:gd name="connsiteX25" fmla="*/ 1019175 w 9807836"/>
              <a:gd name="connsiteY25" fmla="*/ 1641475 h 6858000"/>
              <a:gd name="connsiteX26" fmla="*/ 1017587 w 9807836"/>
              <a:gd name="connsiteY26" fmla="*/ 1722437 h 6858000"/>
              <a:gd name="connsiteX27" fmla="*/ 1011237 w 9807836"/>
              <a:gd name="connsiteY27" fmla="*/ 1803400 h 6858000"/>
              <a:gd name="connsiteX28" fmla="*/ 1003300 w 9807836"/>
              <a:gd name="connsiteY28" fmla="*/ 1887537 h 6858000"/>
              <a:gd name="connsiteX29" fmla="*/ 992187 w 9807836"/>
              <a:gd name="connsiteY29" fmla="*/ 1971675 h 6858000"/>
              <a:gd name="connsiteX30" fmla="*/ 979487 w 9807836"/>
              <a:gd name="connsiteY30" fmla="*/ 2055812 h 6858000"/>
              <a:gd name="connsiteX31" fmla="*/ 969962 w 9807836"/>
              <a:gd name="connsiteY31" fmla="*/ 2139950 h 6858000"/>
              <a:gd name="connsiteX32" fmla="*/ 963612 w 9807836"/>
              <a:gd name="connsiteY32" fmla="*/ 2224087 h 6858000"/>
              <a:gd name="connsiteX33" fmla="*/ 958850 w 9807836"/>
              <a:gd name="connsiteY33" fmla="*/ 2305050 h 6858000"/>
              <a:gd name="connsiteX34" fmla="*/ 963612 w 9807836"/>
              <a:gd name="connsiteY34" fmla="*/ 2384425 h 6858000"/>
              <a:gd name="connsiteX35" fmla="*/ 973137 w 9807836"/>
              <a:gd name="connsiteY35" fmla="*/ 2462212 h 6858000"/>
              <a:gd name="connsiteX36" fmla="*/ 993775 w 9807836"/>
              <a:gd name="connsiteY36" fmla="*/ 2543175 h 6858000"/>
              <a:gd name="connsiteX37" fmla="*/ 1025525 w 9807836"/>
              <a:gd name="connsiteY37" fmla="*/ 2622550 h 6858000"/>
              <a:gd name="connsiteX38" fmla="*/ 1063625 w 9807836"/>
              <a:gd name="connsiteY38" fmla="*/ 2701925 h 6858000"/>
              <a:gd name="connsiteX39" fmla="*/ 1106487 w 9807836"/>
              <a:gd name="connsiteY39" fmla="*/ 2781300 h 6858000"/>
              <a:gd name="connsiteX40" fmla="*/ 1150937 w 9807836"/>
              <a:gd name="connsiteY40" fmla="*/ 2859087 h 6858000"/>
              <a:gd name="connsiteX41" fmla="*/ 1198562 w 9807836"/>
              <a:gd name="connsiteY41" fmla="*/ 2938462 h 6858000"/>
              <a:gd name="connsiteX42" fmla="*/ 1241425 w 9807836"/>
              <a:gd name="connsiteY42" fmla="*/ 3017837 h 6858000"/>
              <a:gd name="connsiteX43" fmla="*/ 1284288 w 9807836"/>
              <a:gd name="connsiteY43" fmla="*/ 3098800 h 6858000"/>
              <a:gd name="connsiteX44" fmla="*/ 1320800 w 9807836"/>
              <a:gd name="connsiteY44" fmla="*/ 3179762 h 6858000"/>
              <a:gd name="connsiteX45" fmla="*/ 1349375 w 9807836"/>
              <a:gd name="connsiteY45" fmla="*/ 3260725 h 6858000"/>
              <a:gd name="connsiteX46" fmla="*/ 1365250 w 9807836"/>
              <a:gd name="connsiteY46" fmla="*/ 3343275 h 6858000"/>
              <a:gd name="connsiteX47" fmla="*/ 1374775 w 9807836"/>
              <a:gd name="connsiteY47" fmla="*/ 3429000 h 6858000"/>
              <a:gd name="connsiteX48" fmla="*/ 1365250 w 9807836"/>
              <a:gd name="connsiteY48" fmla="*/ 3514725 h 6858000"/>
              <a:gd name="connsiteX49" fmla="*/ 1349375 w 9807836"/>
              <a:gd name="connsiteY49" fmla="*/ 3597275 h 6858000"/>
              <a:gd name="connsiteX50" fmla="*/ 1320800 w 9807836"/>
              <a:gd name="connsiteY50" fmla="*/ 3678237 h 6858000"/>
              <a:gd name="connsiteX51" fmla="*/ 1284288 w 9807836"/>
              <a:gd name="connsiteY51" fmla="*/ 3759200 h 6858000"/>
              <a:gd name="connsiteX52" fmla="*/ 1241425 w 9807836"/>
              <a:gd name="connsiteY52" fmla="*/ 3840162 h 6858000"/>
              <a:gd name="connsiteX53" fmla="*/ 1198562 w 9807836"/>
              <a:gd name="connsiteY53" fmla="*/ 3919537 h 6858000"/>
              <a:gd name="connsiteX54" fmla="*/ 1150937 w 9807836"/>
              <a:gd name="connsiteY54" fmla="*/ 3998912 h 6858000"/>
              <a:gd name="connsiteX55" fmla="*/ 1106487 w 9807836"/>
              <a:gd name="connsiteY55" fmla="*/ 4076700 h 6858000"/>
              <a:gd name="connsiteX56" fmla="*/ 1063625 w 9807836"/>
              <a:gd name="connsiteY56" fmla="*/ 4156075 h 6858000"/>
              <a:gd name="connsiteX57" fmla="*/ 1025525 w 9807836"/>
              <a:gd name="connsiteY57" fmla="*/ 4235450 h 6858000"/>
              <a:gd name="connsiteX58" fmla="*/ 993775 w 9807836"/>
              <a:gd name="connsiteY58" fmla="*/ 4314825 h 6858000"/>
              <a:gd name="connsiteX59" fmla="*/ 973137 w 9807836"/>
              <a:gd name="connsiteY59" fmla="*/ 4395787 h 6858000"/>
              <a:gd name="connsiteX60" fmla="*/ 963612 w 9807836"/>
              <a:gd name="connsiteY60" fmla="*/ 4473575 h 6858000"/>
              <a:gd name="connsiteX61" fmla="*/ 958850 w 9807836"/>
              <a:gd name="connsiteY61" fmla="*/ 4552950 h 6858000"/>
              <a:gd name="connsiteX62" fmla="*/ 963612 w 9807836"/>
              <a:gd name="connsiteY62" fmla="*/ 4633912 h 6858000"/>
              <a:gd name="connsiteX63" fmla="*/ 969962 w 9807836"/>
              <a:gd name="connsiteY63" fmla="*/ 4718050 h 6858000"/>
              <a:gd name="connsiteX64" fmla="*/ 979487 w 9807836"/>
              <a:gd name="connsiteY64" fmla="*/ 4802187 h 6858000"/>
              <a:gd name="connsiteX65" fmla="*/ 992187 w 9807836"/>
              <a:gd name="connsiteY65" fmla="*/ 4886325 h 6858000"/>
              <a:gd name="connsiteX66" fmla="*/ 1003300 w 9807836"/>
              <a:gd name="connsiteY66" fmla="*/ 4970462 h 6858000"/>
              <a:gd name="connsiteX67" fmla="*/ 1011237 w 9807836"/>
              <a:gd name="connsiteY67" fmla="*/ 5054600 h 6858000"/>
              <a:gd name="connsiteX68" fmla="*/ 1017587 w 9807836"/>
              <a:gd name="connsiteY68" fmla="*/ 5135562 h 6858000"/>
              <a:gd name="connsiteX69" fmla="*/ 1019175 w 9807836"/>
              <a:gd name="connsiteY69" fmla="*/ 5216525 h 6858000"/>
              <a:gd name="connsiteX70" fmla="*/ 1012825 w 9807836"/>
              <a:gd name="connsiteY70" fmla="*/ 5292725 h 6858000"/>
              <a:gd name="connsiteX71" fmla="*/ 998537 w 9807836"/>
              <a:gd name="connsiteY71" fmla="*/ 5370512 h 6858000"/>
              <a:gd name="connsiteX72" fmla="*/ 976312 w 9807836"/>
              <a:gd name="connsiteY72" fmla="*/ 5440362 h 6858000"/>
              <a:gd name="connsiteX73" fmla="*/ 939800 w 9807836"/>
              <a:gd name="connsiteY73" fmla="*/ 5511800 h 6858000"/>
              <a:gd name="connsiteX74" fmla="*/ 896937 w 9807836"/>
              <a:gd name="connsiteY74" fmla="*/ 5575300 h 6858000"/>
              <a:gd name="connsiteX75" fmla="*/ 844550 w 9807836"/>
              <a:gd name="connsiteY75" fmla="*/ 5634037 h 6858000"/>
              <a:gd name="connsiteX76" fmla="*/ 787400 w 9807836"/>
              <a:gd name="connsiteY76" fmla="*/ 5692775 h 6858000"/>
              <a:gd name="connsiteX77" fmla="*/ 725487 w 9807836"/>
              <a:gd name="connsiteY77" fmla="*/ 5746750 h 6858000"/>
              <a:gd name="connsiteX78" fmla="*/ 660400 w 9807836"/>
              <a:gd name="connsiteY78" fmla="*/ 5797550 h 6858000"/>
              <a:gd name="connsiteX79" fmla="*/ 592137 w 9807836"/>
              <a:gd name="connsiteY79" fmla="*/ 5849937 h 6858000"/>
              <a:gd name="connsiteX80" fmla="*/ 525462 w 9807836"/>
              <a:gd name="connsiteY80" fmla="*/ 5900737 h 6858000"/>
              <a:gd name="connsiteX81" fmla="*/ 458787 w 9807836"/>
              <a:gd name="connsiteY81" fmla="*/ 5951537 h 6858000"/>
              <a:gd name="connsiteX82" fmla="*/ 395287 w 9807836"/>
              <a:gd name="connsiteY82" fmla="*/ 6005512 h 6858000"/>
              <a:gd name="connsiteX83" fmla="*/ 334962 w 9807836"/>
              <a:gd name="connsiteY83" fmla="*/ 6059487 h 6858000"/>
              <a:gd name="connsiteX84" fmla="*/ 282575 w 9807836"/>
              <a:gd name="connsiteY84" fmla="*/ 6118225 h 6858000"/>
              <a:gd name="connsiteX85" fmla="*/ 234950 w 9807836"/>
              <a:gd name="connsiteY85" fmla="*/ 6180137 h 6858000"/>
              <a:gd name="connsiteX86" fmla="*/ 192087 w 9807836"/>
              <a:gd name="connsiteY86" fmla="*/ 6253162 h 6858000"/>
              <a:gd name="connsiteX87" fmla="*/ 155575 w 9807836"/>
              <a:gd name="connsiteY87" fmla="*/ 6332537 h 6858000"/>
              <a:gd name="connsiteX88" fmla="*/ 127000 w 9807836"/>
              <a:gd name="connsiteY88" fmla="*/ 6416675 h 6858000"/>
              <a:gd name="connsiteX89" fmla="*/ 100012 w 9807836"/>
              <a:gd name="connsiteY89" fmla="*/ 6503987 h 6858000"/>
              <a:gd name="connsiteX90" fmla="*/ 77787 w 9807836"/>
              <a:gd name="connsiteY90" fmla="*/ 6594475 h 6858000"/>
              <a:gd name="connsiteX91" fmla="*/ 52387 w 9807836"/>
              <a:gd name="connsiteY91" fmla="*/ 6683375 h 6858000"/>
              <a:gd name="connsiteX92" fmla="*/ 26987 w 9807836"/>
              <a:gd name="connsiteY92" fmla="*/ 6770687 h 6858000"/>
              <a:gd name="connsiteX93" fmla="*/ 0 w 9807836"/>
              <a:gd name="connsiteY93" fmla="*/ 6858000 h 6858000"/>
              <a:gd name="connsiteX94" fmla="*/ 9807836 w 9807836"/>
              <a:gd name="connsiteY94" fmla="*/ 6858000 h 6858000"/>
              <a:gd name="connsiteX95" fmla="*/ 9807836 w 9807836"/>
              <a:gd name="connsiteY9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</a:cxnLst>
            <a:rect l="l" t="t" r="r" b="b"/>
            <a:pathLst>
              <a:path w="9807836" h="6858000">
                <a:moveTo>
                  <a:pt x="9807836" y="0"/>
                </a:moveTo>
                <a:lnTo>
                  <a:pt x="0" y="0"/>
                </a:lnTo>
                <a:lnTo>
                  <a:pt x="26987" y="87312"/>
                </a:lnTo>
                <a:lnTo>
                  <a:pt x="52387" y="174625"/>
                </a:lnTo>
                <a:lnTo>
                  <a:pt x="77787" y="263525"/>
                </a:lnTo>
                <a:lnTo>
                  <a:pt x="100012" y="354012"/>
                </a:lnTo>
                <a:lnTo>
                  <a:pt x="127000" y="441325"/>
                </a:lnTo>
                <a:lnTo>
                  <a:pt x="155575" y="525462"/>
                </a:lnTo>
                <a:lnTo>
                  <a:pt x="192087" y="604837"/>
                </a:lnTo>
                <a:lnTo>
                  <a:pt x="234950" y="677862"/>
                </a:lnTo>
                <a:lnTo>
                  <a:pt x="282575" y="739775"/>
                </a:lnTo>
                <a:lnTo>
                  <a:pt x="334962" y="798512"/>
                </a:lnTo>
                <a:lnTo>
                  <a:pt x="395287" y="852487"/>
                </a:lnTo>
                <a:lnTo>
                  <a:pt x="458787" y="906462"/>
                </a:lnTo>
                <a:lnTo>
                  <a:pt x="525462" y="957262"/>
                </a:lnTo>
                <a:lnTo>
                  <a:pt x="592137" y="1008062"/>
                </a:lnTo>
                <a:lnTo>
                  <a:pt x="660400" y="1060450"/>
                </a:lnTo>
                <a:lnTo>
                  <a:pt x="725487" y="1111250"/>
                </a:lnTo>
                <a:lnTo>
                  <a:pt x="787400" y="1165225"/>
                </a:lnTo>
                <a:lnTo>
                  <a:pt x="844550" y="1223962"/>
                </a:lnTo>
                <a:lnTo>
                  <a:pt x="896937" y="1282700"/>
                </a:lnTo>
                <a:lnTo>
                  <a:pt x="939800" y="1346200"/>
                </a:lnTo>
                <a:lnTo>
                  <a:pt x="976312" y="1417637"/>
                </a:lnTo>
                <a:lnTo>
                  <a:pt x="998537" y="1487487"/>
                </a:lnTo>
                <a:lnTo>
                  <a:pt x="1012825" y="1565275"/>
                </a:lnTo>
                <a:lnTo>
                  <a:pt x="1019175" y="1641475"/>
                </a:lnTo>
                <a:lnTo>
                  <a:pt x="1017587" y="1722437"/>
                </a:lnTo>
                <a:lnTo>
                  <a:pt x="1011237" y="1803400"/>
                </a:lnTo>
                <a:lnTo>
                  <a:pt x="1003300" y="1887537"/>
                </a:lnTo>
                <a:lnTo>
                  <a:pt x="992187" y="1971675"/>
                </a:lnTo>
                <a:lnTo>
                  <a:pt x="979487" y="2055812"/>
                </a:lnTo>
                <a:lnTo>
                  <a:pt x="969962" y="2139950"/>
                </a:lnTo>
                <a:lnTo>
                  <a:pt x="963612" y="2224087"/>
                </a:lnTo>
                <a:lnTo>
                  <a:pt x="958850" y="2305050"/>
                </a:lnTo>
                <a:lnTo>
                  <a:pt x="963612" y="2384425"/>
                </a:lnTo>
                <a:lnTo>
                  <a:pt x="973137" y="2462212"/>
                </a:lnTo>
                <a:lnTo>
                  <a:pt x="993775" y="2543175"/>
                </a:lnTo>
                <a:lnTo>
                  <a:pt x="1025525" y="2622550"/>
                </a:lnTo>
                <a:lnTo>
                  <a:pt x="1063625" y="2701925"/>
                </a:lnTo>
                <a:lnTo>
                  <a:pt x="1106487" y="2781300"/>
                </a:lnTo>
                <a:lnTo>
                  <a:pt x="1150937" y="2859087"/>
                </a:lnTo>
                <a:lnTo>
                  <a:pt x="1198562" y="2938462"/>
                </a:lnTo>
                <a:lnTo>
                  <a:pt x="1241425" y="3017837"/>
                </a:lnTo>
                <a:lnTo>
                  <a:pt x="1284288" y="3098800"/>
                </a:lnTo>
                <a:lnTo>
                  <a:pt x="1320800" y="3179762"/>
                </a:lnTo>
                <a:lnTo>
                  <a:pt x="1349375" y="3260725"/>
                </a:lnTo>
                <a:lnTo>
                  <a:pt x="1365250" y="3343275"/>
                </a:lnTo>
                <a:lnTo>
                  <a:pt x="1374775" y="3429000"/>
                </a:lnTo>
                <a:lnTo>
                  <a:pt x="1365250" y="3514725"/>
                </a:lnTo>
                <a:lnTo>
                  <a:pt x="1349375" y="3597275"/>
                </a:lnTo>
                <a:lnTo>
                  <a:pt x="1320800" y="3678237"/>
                </a:lnTo>
                <a:lnTo>
                  <a:pt x="1284288" y="3759200"/>
                </a:lnTo>
                <a:lnTo>
                  <a:pt x="1241425" y="3840162"/>
                </a:lnTo>
                <a:lnTo>
                  <a:pt x="1198562" y="3919537"/>
                </a:lnTo>
                <a:lnTo>
                  <a:pt x="1150937" y="3998912"/>
                </a:lnTo>
                <a:lnTo>
                  <a:pt x="1106487" y="4076700"/>
                </a:lnTo>
                <a:lnTo>
                  <a:pt x="1063625" y="4156075"/>
                </a:lnTo>
                <a:lnTo>
                  <a:pt x="1025525" y="4235450"/>
                </a:lnTo>
                <a:lnTo>
                  <a:pt x="993775" y="4314825"/>
                </a:lnTo>
                <a:lnTo>
                  <a:pt x="973137" y="4395787"/>
                </a:lnTo>
                <a:lnTo>
                  <a:pt x="963612" y="4473575"/>
                </a:lnTo>
                <a:lnTo>
                  <a:pt x="958850" y="4552950"/>
                </a:lnTo>
                <a:lnTo>
                  <a:pt x="963612" y="4633912"/>
                </a:lnTo>
                <a:lnTo>
                  <a:pt x="969962" y="4718050"/>
                </a:lnTo>
                <a:lnTo>
                  <a:pt x="979487" y="4802187"/>
                </a:lnTo>
                <a:lnTo>
                  <a:pt x="992187" y="4886325"/>
                </a:lnTo>
                <a:lnTo>
                  <a:pt x="1003300" y="4970462"/>
                </a:lnTo>
                <a:lnTo>
                  <a:pt x="1011237" y="5054600"/>
                </a:lnTo>
                <a:lnTo>
                  <a:pt x="1017587" y="5135562"/>
                </a:lnTo>
                <a:lnTo>
                  <a:pt x="1019175" y="5216525"/>
                </a:lnTo>
                <a:lnTo>
                  <a:pt x="1012825" y="5292725"/>
                </a:lnTo>
                <a:lnTo>
                  <a:pt x="998537" y="5370512"/>
                </a:lnTo>
                <a:lnTo>
                  <a:pt x="976312" y="5440362"/>
                </a:lnTo>
                <a:lnTo>
                  <a:pt x="939800" y="5511800"/>
                </a:lnTo>
                <a:lnTo>
                  <a:pt x="896937" y="5575300"/>
                </a:lnTo>
                <a:lnTo>
                  <a:pt x="844550" y="5634037"/>
                </a:lnTo>
                <a:lnTo>
                  <a:pt x="787400" y="5692775"/>
                </a:lnTo>
                <a:lnTo>
                  <a:pt x="725487" y="5746750"/>
                </a:lnTo>
                <a:lnTo>
                  <a:pt x="660400" y="5797550"/>
                </a:lnTo>
                <a:lnTo>
                  <a:pt x="592137" y="5849937"/>
                </a:lnTo>
                <a:lnTo>
                  <a:pt x="525462" y="5900737"/>
                </a:lnTo>
                <a:lnTo>
                  <a:pt x="458787" y="5951537"/>
                </a:lnTo>
                <a:lnTo>
                  <a:pt x="395287" y="6005512"/>
                </a:lnTo>
                <a:lnTo>
                  <a:pt x="334962" y="6059487"/>
                </a:lnTo>
                <a:lnTo>
                  <a:pt x="282575" y="6118225"/>
                </a:lnTo>
                <a:lnTo>
                  <a:pt x="234950" y="6180137"/>
                </a:lnTo>
                <a:lnTo>
                  <a:pt x="192087" y="6253162"/>
                </a:lnTo>
                <a:lnTo>
                  <a:pt x="155575" y="6332537"/>
                </a:lnTo>
                <a:lnTo>
                  <a:pt x="127000" y="6416675"/>
                </a:lnTo>
                <a:lnTo>
                  <a:pt x="100012" y="6503987"/>
                </a:lnTo>
                <a:lnTo>
                  <a:pt x="77787" y="6594475"/>
                </a:lnTo>
                <a:lnTo>
                  <a:pt x="52387" y="6683375"/>
                </a:lnTo>
                <a:lnTo>
                  <a:pt x="26987" y="6770687"/>
                </a:lnTo>
                <a:lnTo>
                  <a:pt x="0" y="6858000"/>
                </a:lnTo>
                <a:lnTo>
                  <a:pt x="9807836" y="6858000"/>
                </a:lnTo>
                <a:lnTo>
                  <a:pt x="9807836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it-IT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43E8B8-BD45-A48F-F0CF-F727346A8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195" y="1231894"/>
            <a:ext cx="4117607" cy="433917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defTabSz="914400"/>
            <a:r>
              <a:rPr lang="en-US" sz="3700" spc="800">
                <a:solidFill>
                  <a:srgbClr val="2A1A00"/>
                </a:solidFill>
              </a:rPr>
              <a:t>Suddivisione a blocchi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4363DD75-42D3-453C-A84D-D18B4215C9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12598" cy="6858000"/>
          </a:xfrm>
          <a:prstGeom prst="rect">
            <a:avLst/>
          </a:prstGeom>
          <a:solidFill>
            <a:srgbClr val="2A1A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pic>
        <p:nvPicPr>
          <p:cNvPr id="4" name="Immagine 3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948C5D7D-B3A7-100F-DDFA-E8666967F5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4708" y="1694058"/>
            <a:ext cx="2996694" cy="347442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386184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BD7255-496B-E16E-70E1-909318736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Freeform 6">
            <a:extLst>
              <a:ext uri="{FF2B5EF4-FFF2-40B4-BE49-F238E27FC236}">
                <a16:creationId xmlns:a16="http://schemas.microsoft.com/office/drawing/2014/main" id="{2EF17380-0335-ABF3-3BBE-25A07DF8F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2667762" y="630936"/>
            <a:ext cx="3926681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it-IT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B086E3F3-4E13-D8A0-BC69-6F33EFD5A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789018B7-F58D-F70E-2CF9-4C0FCF1E2A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64" name="Freeform 13">
            <a:extLst>
              <a:ext uri="{FF2B5EF4-FFF2-40B4-BE49-F238E27FC236}">
                <a16:creationId xmlns:a16="http://schemas.microsoft.com/office/drawing/2014/main" id="{E392DA8A-B313-119C-D1DA-8A4084117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 flipH="1">
            <a:off x="106297" y="0"/>
            <a:ext cx="5842211" cy="6858000"/>
          </a:xfrm>
          <a:custGeom>
            <a:avLst/>
            <a:gdLst>
              <a:gd name="connsiteX0" fmla="*/ 9807836 w 9807836"/>
              <a:gd name="connsiteY0" fmla="*/ 0 h 6858000"/>
              <a:gd name="connsiteX1" fmla="*/ 0 w 9807836"/>
              <a:gd name="connsiteY1" fmla="*/ 0 h 6858000"/>
              <a:gd name="connsiteX2" fmla="*/ 26987 w 9807836"/>
              <a:gd name="connsiteY2" fmla="*/ 87312 h 6858000"/>
              <a:gd name="connsiteX3" fmla="*/ 52387 w 9807836"/>
              <a:gd name="connsiteY3" fmla="*/ 174625 h 6858000"/>
              <a:gd name="connsiteX4" fmla="*/ 77787 w 9807836"/>
              <a:gd name="connsiteY4" fmla="*/ 263525 h 6858000"/>
              <a:gd name="connsiteX5" fmla="*/ 100012 w 9807836"/>
              <a:gd name="connsiteY5" fmla="*/ 354012 h 6858000"/>
              <a:gd name="connsiteX6" fmla="*/ 127000 w 9807836"/>
              <a:gd name="connsiteY6" fmla="*/ 441325 h 6858000"/>
              <a:gd name="connsiteX7" fmla="*/ 155575 w 9807836"/>
              <a:gd name="connsiteY7" fmla="*/ 525462 h 6858000"/>
              <a:gd name="connsiteX8" fmla="*/ 192087 w 9807836"/>
              <a:gd name="connsiteY8" fmla="*/ 604837 h 6858000"/>
              <a:gd name="connsiteX9" fmla="*/ 234950 w 9807836"/>
              <a:gd name="connsiteY9" fmla="*/ 677862 h 6858000"/>
              <a:gd name="connsiteX10" fmla="*/ 282575 w 9807836"/>
              <a:gd name="connsiteY10" fmla="*/ 739775 h 6858000"/>
              <a:gd name="connsiteX11" fmla="*/ 334962 w 9807836"/>
              <a:gd name="connsiteY11" fmla="*/ 798512 h 6858000"/>
              <a:gd name="connsiteX12" fmla="*/ 395287 w 9807836"/>
              <a:gd name="connsiteY12" fmla="*/ 852487 h 6858000"/>
              <a:gd name="connsiteX13" fmla="*/ 458787 w 9807836"/>
              <a:gd name="connsiteY13" fmla="*/ 906462 h 6858000"/>
              <a:gd name="connsiteX14" fmla="*/ 525462 w 9807836"/>
              <a:gd name="connsiteY14" fmla="*/ 957262 h 6858000"/>
              <a:gd name="connsiteX15" fmla="*/ 592137 w 9807836"/>
              <a:gd name="connsiteY15" fmla="*/ 1008062 h 6858000"/>
              <a:gd name="connsiteX16" fmla="*/ 660400 w 9807836"/>
              <a:gd name="connsiteY16" fmla="*/ 1060450 h 6858000"/>
              <a:gd name="connsiteX17" fmla="*/ 725487 w 9807836"/>
              <a:gd name="connsiteY17" fmla="*/ 1111250 h 6858000"/>
              <a:gd name="connsiteX18" fmla="*/ 787400 w 9807836"/>
              <a:gd name="connsiteY18" fmla="*/ 1165225 h 6858000"/>
              <a:gd name="connsiteX19" fmla="*/ 844550 w 9807836"/>
              <a:gd name="connsiteY19" fmla="*/ 1223962 h 6858000"/>
              <a:gd name="connsiteX20" fmla="*/ 896937 w 9807836"/>
              <a:gd name="connsiteY20" fmla="*/ 1282700 h 6858000"/>
              <a:gd name="connsiteX21" fmla="*/ 939800 w 9807836"/>
              <a:gd name="connsiteY21" fmla="*/ 1346200 h 6858000"/>
              <a:gd name="connsiteX22" fmla="*/ 976312 w 9807836"/>
              <a:gd name="connsiteY22" fmla="*/ 1417637 h 6858000"/>
              <a:gd name="connsiteX23" fmla="*/ 998537 w 9807836"/>
              <a:gd name="connsiteY23" fmla="*/ 1487487 h 6858000"/>
              <a:gd name="connsiteX24" fmla="*/ 1012825 w 9807836"/>
              <a:gd name="connsiteY24" fmla="*/ 1565275 h 6858000"/>
              <a:gd name="connsiteX25" fmla="*/ 1019175 w 9807836"/>
              <a:gd name="connsiteY25" fmla="*/ 1641475 h 6858000"/>
              <a:gd name="connsiteX26" fmla="*/ 1017587 w 9807836"/>
              <a:gd name="connsiteY26" fmla="*/ 1722437 h 6858000"/>
              <a:gd name="connsiteX27" fmla="*/ 1011237 w 9807836"/>
              <a:gd name="connsiteY27" fmla="*/ 1803400 h 6858000"/>
              <a:gd name="connsiteX28" fmla="*/ 1003300 w 9807836"/>
              <a:gd name="connsiteY28" fmla="*/ 1887537 h 6858000"/>
              <a:gd name="connsiteX29" fmla="*/ 992187 w 9807836"/>
              <a:gd name="connsiteY29" fmla="*/ 1971675 h 6858000"/>
              <a:gd name="connsiteX30" fmla="*/ 979487 w 9807836"/>
              <a:gd name="connsiteY30" fmla="*/ 2055812 h 6858000"/>
              <a:gd name="connsiteX31" fmla="*/ 969962 w 9807836"/>
              <a:gd name="connsiteY31" fmla="*/ 2139950 h 6858000"/>
              <a:gd name="connsiteX32" fmla="*/ 963612 w 9807836"/>
              <a:gd name="connsiteY32" fmla="*/ 2224087 h 6858000"/>
              <a:gd name="connsiteX33" fmla="*/ 958850 w 9807836"/>
              <a:gd name="connsiteY33" fmla="*/ 2305050 h 6858000"/>
              <a:gd name="connsiteX34" fmla="*/ 963612 w 9807836"/>
              <a:gd name="connsiteY34" fmla="*/ 2384425 h 6858000"/>
              <a:gd name="connsiteX35" fmla="*/ 973137 w 9807836"/>
              <a:gd name="connsiteY35" fmla="*/ 2462212 h 6858000"/>
              <a:gd name="connsiteX36" fmla="*/ 993775 w 9807836"/>
              <a:gd name="connsiteY36" fmla="*/ 2543175 h 6858000"/>
              <a:gd name="connsiteX37" fmla="*/ 1025525 w 9807836"/>
              <a:gd name="connsiteY37" fmla="*/ 2622550 h 6858000"/>
              <a:gd name="connsiteX38" fmla="*/ 1063625 w 9807836"/>
              <a:gd name="connsiteY38" fmla="*/ 2701925 h 6858000"/>
              <a:gd name="connsiteX39" fmla="*/ 1106487 w 9807836"/>
              <a:gd name="connsiteY39" fmla="*/ 2781300 h 6858000"/>
              <a:gd name="connsiteX40" fmla="*/ 1150937 w 9807836"/>
              <a:gd name="connsiteY40" fmla="*/ 2859087 h 6858000"/>
              <a:gd name="connsiteX41" fmla="*/ 1198562 w 9807836"/>
              <a:gd name="connsiteY41" fmla="*/ 2938462 h 6858000"/>
              <a:gd name="connsiteX42" fmla="*/ 1241425 w 9807836"/>
              <a:gd name="connsiteY42" fmla="*/ 3017837 h 6858000"/>
              <a:gd name="connsiteX43" fmla="*/ 1284288 w 9807836"/>
              <a:gd name="connsiteY43" fmla="*/ 3098800 h 6858000"/>
              <a:gd name="connsiteX44" fmla="*/ 1320800 w 9807836"/>
              <a:gd name="connsiteY44" fmla="*/ 3179762 h 6858000"/>
              <a:gd name="connsiteX45" fmla="*/ 1349375 w 9807836"/>
              <a:gd name="connsiteY45" fmla="*/ 3260725 h 6858000"/>
              <a:gd name="connsiteX46" fmla="*/ 1365250 w 9807836"/>
              <a:gd name="connsiteY46" fmla="*/ 3343275 h 6858000"/>
              <a:gd name="connsiteX47" fmla="*/ 1374775 w 9807836"/>
              <a:gd name="connsiteY47" fmla="*/ 3429000 h 6858000"/>
              <a:gd name="connsiteX48" fmla="*/ 1365250 w 9807836"/>
              <a:gd name="connsiteY48" fmla="*/ 3514725 h 6858000"/>
              <a:gd name="connsiteX49" fmla="*/ 1349375 w 9807836"/>
              <a:gd name="connsiteY49" fmla="*/ 3597275 h 6858000"/>
              <a:gd name="connsiteX50" fmla="*/ 1320800 w 9807836"/>
              <a:gd name="connsiteY50" fmla="*/ 3678237 h 6858000"/>
              <a:gd name="connsiteX51" fmla="*/ 1284288 w 9807836"/>
              <a:gd name="connsiteY51" fmla="*/ 3759200 h 6858000"/>
              <a:gd name="connsiteX52" fmla="*/ 1241425 w 9807836"/>
              <a:gd name="connsiteY52" fmla="*/ 3840162 h 6858000"/>
              <a:gd name="connsiteX53" fmla="*/ 1198562 w 9807836"/>
              <a:gd name="connsiteY53" fmla="*/ 3919537 h 6858000"/>
              <a:gd name="connsiteX54" fmla="*/ 1150937 w 9807836"/>
              <a:gd name="connsiteY54" fmla="*/ 3998912 h 6858000"/>
              <a:gd name="connsiteX55" fmla="*/ 1106487 w 9807836"/>
              <a:gd name="connsiteY55" fmla="*/ 4076700 h 6858000"/>
              <a:gd name="connsiteX56" fmla="*/ 1063625 w 9807836"/>
              <a:gd name="connsiteY56" fmla="*/ 4156075 h 6858000"/>
              <a:gd name="connsiteX57" fmla="*/ 1025525 w 9807836"/>
              <a:gd name="connsiteY57" fmla="*/ 4235450 h 6858000"/>
              <a:gd name="connsiteX58" fmla="*/ 993775 w 9807836"/>
              <a:gd name="connsiteY58" fmla="*/ 4314825 h 6858000"/>
              <a:gd name="connsiteX59" fmla="*/ 973137 w 9807836"/>
              <a:gd name="connsiteY59" fmla="*/ 4395787 h 6858000"/>
              <a:gd name="connsiteX60" fmla="*/ 963612 w 9807836"/>
              <a:gd name="connsiteY60" fmla="*/ 4473575 h 6858000"/>
              <a:gd name="connsiteX61" fmla="*/ 958850 w 9807836"/>
              <a:gd name="connsiteY61" fmla="*/ 4552950 h 6858000"/>
              <a:gd name="connsiteX62" fmla="*/ 963612 w 9807836"/>
              <a:gd name="connsiteY62" fmla="*/ 4633912 h 6858000"/>
              <a:gd name="connsiteX63" fmla="*/ 969962 w 9807836"/>
              <a:gd name="connsiteY63" fmla="*/ 4718050 h 6858000"/>
              <a:gd name="connsiteX64" fmla="*/ 979487 w 9807836"/>
              <a:gd name="connsiteY64" fmla="*/ 4802187 h 6858000"/>
              <a:gd name="connsiteX65" fmla="*/ 992187 w 9807836"/>
              <a:gd name="connsiteY65" fmla="*/ 4886325 h 6858000"/>
              <a:gd name="connsiteX66" fmla="*/ 1003300 w 9807836"/>
              <a:gd name="connsiteY66" fmla="*/ 4970462 h 6858000"/>
              <a:gd name="connsiteX67" fmla="*/ 1011237 w 9807836"/>
              <a:gd name="connsiteY67" fmla="*/ 5054600 h 6858000"/>
              <a:gd name="connsiteX68" fmla="*/ 1017587 w 9807836"/>
              <a:gd name="connsiteY68" fmla="*/ 5135562 h 6858000"/>
              <a:gd name="connsiteX69" fmla="*/ 1019175 w 9807836"/>
              <a:gd name="connsiteY69" fmla="*/ 5216525 h 6858000"/>
              <a:gd name="connsiteX70" fmla="*/ 1012825 w 9807836"/>
              <a:gd name="connsiteY70" fmla="*/ 5292725 h 6858000"/>
              <a:gd name="connsiteX71" fmla="*/ 998537 w 9807836"/>
              <a:gd name="connsiteY71" fmla="*/ 5370512 h 6858000"/>
              <a:gd name="connsiteX72" fmla="*/ 976312 w 9807836"/>
              <a:gd name="connsiteY72" fmla="*/ 5440362 h 6858000"/>
              <a:gd name="connsiteX73" fmla="*/ 939800 w 9807836"/>
              <a:gd name="connsiteY73" fmla="*/ 5511800 h 6858000"/>
              <a:gd name="connsiteX74" fmla="*/ 896937 w 9807836"/>
              <a:gd name="connsiteY74" fmla="*/ 5575300 h 6858000"/>
              <a:gd name="connsiteX75" fmla="*/ 844550 w 9807836"/>
              <a:gd name="connsiteY75" fmla="*/ 5634037 h 6858000"/>
              <a:gd name="connsiteX76" fmla="*/ 787400 w 9807836"/>
              <a:gd name="connsiteY76" fmla="*/ 5692775 h 6858000"/>
              <a:gd name="connsiteX77" fmla="*/ 725487 w 9807836"/>
              <a:gd name="connsiteY77" fmla="*/ 5746750 h 6858000"/>
              <a:gd name="connsiteX78" fmla="*/ 660400 w 9807836"/>
              <a:gd name="connsiteY78" fmla="*/ 5797550 h 6858000"/>
              <a:gd name="connsiteX79" fmla="*/ 592137 w 9807836"/>
              <a:gd name="connsiteY79" fmla="*/ 5849937 h 6858000"/>
              <a:gd name="connsiteX80" fmla="*/ 525462 w 9807836"/>
              <a:gd name="connsiteY80" fmla="*/ 5900737 h 6858000"/>
              <a:gd name="connsiteX81" fmla="*/ 458787 w 9807836"/>
              <a:gd name="connsiteY81" fmla="*/ 5951537 h 6858000"/>
              <a:gd name="connsiteX82" fmla="*/ 395287 w 9807836"/>
              <a:gd name="connsiteY82" fmla="*/ 6005512 h 6858000"/>
              <a:gd name="connsiteX83" fmla="*/ 334962 w 9807836"/>
              <a:gd name="connsiteY83" fmla="*/ 6059487 h 6858000"/>
              <a:gd name="connsiteX84" fmla="*/ 282575 w 9807836"/>
              <a:gd name="connsiteY84" fmla="*/ 6118225 h 6858000"/>
              <a:gd name="connsiteX85" fmla="*/ 234950 w 9807836"/>
              <a:gd name="connsiteY85" fmla="*/ 6180137 h 6858000"/>
              <a:gd name="connsiteX86" fmla="*/ 192087 w 9807836"/>
              <a:gd name="connsiteY86" fmla="*/ 6253162 h 6858000"/>
              <a:gd name="connsiteX87" fmla="*/ 155575 w 9807836"/>
              <a:gd name="connsiteY87" fmla="*/ 6332537 h 6858000"/>
              <a:gd name="connsiteX88" fmla="*/ 127000 w 9807836"/>
              <a:gd name="connsiteY88" fmla="*/ 6416675 h 6858000"/>
              <a:gd name="connsiteX89" fmla="*/ 100012 w 9807836"/>
              <a:gd name="connsiteY89" fmla="*/ 6503987 h 6858000"/>
              <a:gd name="connsiteX90" fmla="*/ 77787 w 9807836"/>
              <a:gd name="connsiteY90" fmla="*/ 6594475 h 6858000"/>
              <a:gd name="connsiteX91" fmla="*/ 52387 w 9807836"/>
              <a:gd name="connsiteY91" fmla="*/ 6683375 h 6858000"/>
              <a:gd name="connsiteX92" fmla="*/ 26987 w 9807836"/>
              <a:gd name="connsiteY92" fmla="*/ 6770687 h 6858000"/>
              <a:gd name="connsiteX93" fmla="*/ 0 w 9807836"/>
              <a:gd name="connsiteY93" fmla="*/ 6858000 h 6858000"/>
              <a:gd name="connsiteX94" fmla="*/ 9807836 w 9807836"/>
              <a:gd name="connsiteY94" fmla="*/ 6858000 h 6858000"/>
              <a:gd name="connsiteX95" fmla="*/ 9807836 w 9807836"/>
              <a:gd name="connsiteY9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</a:cxnLst>
            <a:rect l="l" t="t" r="r" b="b"/>
            <a:pathLst>
              <a:path w="9807836" h="6858000">
                <a:moveTo>
                  <a:pt x="9807836" y="0"/>
                </a:moveTo>
                <a:lnTo>
                  <a:pt x="0" y="0"/>
                </a:lnTo>
                <a:lnTo>
                  <a:pt x="26987" y="87312"/>
                </a:lnTo>
                <a:lnTo>
                  <a:pt x="52387" y="174625"/>
                </a:lnTo>
                <a:lnTo>
                  <a:pt x="77787" y="263525"/>
                </a:lnTo>
                <a:lnTo>
                  <a:pt x="100012" y="354012"/>
                </a:lnTo>
                <a:lnTo>
                  <a:pt x="127000" y="441325"/>
                </a:lnTo>
                <a:lnTo>
                  <a:pt x="155575" y="525462"/>
                </a:lnTo>
                <a:lnTo>
                  <a:pt x="192087" y="604837"/>
                </a:lnTo>
                <a:lnTo>
                  <a:pt x="234950" y="677862"/>
                </a:lnTo>
                <a:lnTo>
                  <a:pt x="282575" y="739775"/>
                </a:lnTo>
                <a:lnTo>
                  <a:pt x="334962" y="798512"/>
                </a:lnTo>
                <a:lnTo>
                  <a:pt x="395287" y="852487"/>
                </a:lnTo>
                <a:lnTo>
                  <a:pt x="458787" y="906462"/>
                </a:lnTo>
                <a:lnTo>
                  <a:pt x="525462" y="957262"/>
                </a:lnTo>
                <a:lnTo>
                  <a:pt x="592137" y="1008062"/>
                </a:lnTo>
                <a:lnTo>
                  <a:pt x="660400" y="1060450"/>
                </a:lnTo>
                <a:lnTo>
                  <a:pt x="725487" y="1111250"/>
                </a:lnTo>
                <a:lnTo>
                  <a:pt x="787400" y="1165225"/>
                </a:lnTo>
                <a:lnTo>
                  <a:pt x="844550" y="1223962"/>
                </a:lnTo>
                <a:lnTo>
                  <a:pt x="896937" y="1282700"/>
                </a:lnTo>
                <a:lnTo>
                  <a:pt x="939800" y="1346200"/>
                </a:lnTo>
                <a:lnTo>
                  <a:pt x="976312" y="1417637"/>
                </a:lnTo>
                <a:lnTo>
                  <a:pt x="998537" y="1487487"/>
                </a:lnTo>
                <a:lnTo>
                  <a:pt x="1012825" y="1565275"/>
                </a:lnTo>
                <a:lnTo>
                  <a:pt x="1019175" y="1641475"/>
                </a:lnTo>
                <a:lnTo>
                  <a:pt x="1017587" y="1722437"/>
                </a:lnTo>
                <a:lnTo>
                  <a:pt x="1011237" y="1803400"/>
                </a:lnTo>
                <a:lnTo>
                  <a:pt x="1003300" y="1887537"/>
                </a:lnTo>
                <a:lnTo>
                  <a:pt x="992187" y="1971675"/>
                </a:lnTo>
                <a:lnTo>
                  <a:pt x="979487" y="2055812"/>
                </a:lnTo>
                <a:lnTo>
                  <a:pt x="969962" y="2139950"/>
                </a:lnTo>
                <a:lnTo>
                  <a:pt x="963612" y="2224087"/>
                </a:lnTo>
                <a:lnTo>
                  <a:pt x="958850" y="2305050"/>
                </a:lnTo>
                <a:lnTo>
                  <a:pt x="963612" y="2384425"/>
                </a:lnTo>
                <a:lnTo>
                  <a:pt x="973137" y="2462212"/>
                </a:lnTo>
                <a:lnTo>
                  <a:pt x="993775" y="2543175"/>
                </a:lnTo>
                <a:lnTo>
                  <a:pt x="1025525" y="2622550"/>
                </a:lnTo>
                <a:lnTo>
                  <a:pt x="1063625" y="2701925"/>
                </a:lnTo>
                <a:lnTo>
                  <a:pt x="1106487" y="2781300"/>
                </a:lnTo>
                <a:lnTo>
                  <a:pt x="1150937" y="2859087"/>
                </a:lnTo>
                <a:lnTo>
                  <a:pt x="1198562" y="2938462"/>
                </a:lnTo>
                <a:lnTo>
                  <a:pt x="1241425" y="3017837"/>
                </a:lnTo>
                <a:lnTo>
                  <a:pt x="1284288" y="3098800"/>
                </a:lnTo>
                <a:lnTo>
                  <a:pt x="1320800" y="3179762"/>
                </a:lnTo>
                <a:lnTo>
                  <a:pt x="1349375" y="3260725"/>
                </a:lnTo>
                <a:lnTo>
                  <a:pt x="1365250" y="3343275"/>
                </a:lnTo>
                <a:lnTo>
                  <a:pt x="1374775" y="3429000"/>
                </a:lnTo>
                <a:lnTo>
                  <a:pt x="1365250" y="3514725"/>
                </a:lnTo>
                <a:lnTo>
                  <a:pt x="1349375" y="3597275"/>
                </a:lnTo>
                <a:lnTo>
                  <a:pt x="1320800" y="3678237"/>
                </a:lnTo>
                <a:lnTo>
                  <a:pt x="1284288" y="3759200"/>
                </a:lnTo>
                <a:lnTo>
                  <a:pt x="1241425" y="3840162"/>
                </a:lnTo>
                <a:lnTo>
                  <a:pt x="1198562" y="3919537"/>
                </a:lnTo>
                <a:lnTo>
                  <a:pt x="1150937" y="3998912"/>
                </a:lnTo>
                <a:lnTo>
                  <a:pt x="1106487" y="4076700"/>
                </a:lnTo>
                <a:lnTo>
                  <a:pt x="1063625" y="4156075"/>
                </a:lnTo>
                <a:lnTo>
                  <a:pt x="1025525" y="4235450"/>
                </a:lnTo>
                <a:lnTo>
                  <a:pt x="993775" y="4314825"/>
                </a:lnTo>
                <a:lnTo>
                  <a:pt x="973137" y="4395787"/>
                </a:lnTo>
                <a:lnTo>
                  <a:pt x="963612" y="4473575"/>
                </a:lnTo>
                <a:lnTo>
                  <a:pt x="958850" y="4552950"/>
                </a:lnTo>
                <a:lnTo>
                  <a:pt x="963612" y="4633912"/>
                </a:lnTo>
                <a:lnTo>
                  <a:pt x="969962" y="4718050"/>
                </a:lnTo>
                <a:lnTo>
                  <a:pt x="979487" y="4802187"/>
                </a:lnTo>
                <a:lnTo>
                  <a:pt x="992187" y="4886325"/>
                </a:lnTo>
                <a:lnTo>
                  <a:pt x="1003300" y="4970462"/>
                </a:lnTo>
                <a:lnTo>
                  <a:pt x="1011237" y="5054600"/>
                </a:lnTo>
                <a:lnTo>
                  <a:pt x="1017587" y="5135562"/>
                </a:lnTo>
                <a:lnTo>
                  <a:pt x="1019175" y="5216525"/>
                </a:lnTo>
                <a:lnTo>
                  <a:pt x="1012825" y="5292725"/>
                </a:lnTo>
                <a:lnTo>
                  <a:pt x="998537" y="5370512"/>
                </a:lnTo>
                <a:lnTo>
                  <a:pt x="976312" y="5440362"/>
                </a:lnTo>
                <a:lnTo>
                  <a:pt x="939800" y="5511800"/>
                </a:lnTo>
                <a:lnTo>
                  <a:pt x="896937" y="5575300"/>
                </a:lnTo>
                <a:lnTo>
                  <a:pt x="844550" y="5634037"/>
                </a:lnTo>
                <a:lnTo>
                  <a:pt x="787400" y="5692775"/>
                </a:lnTo>
                <a:lnTo>
                  <a:pt x="725487" y="5746750"/>
                </a:lnTo>
                <a:lnTo>
                  <a:pt x="660400" y="5797550"/>
                </a:lnTo>
                <a:lnTo>
                  <a:pt x="592137" y="5849937"/>
                </a:lnTo>
                <a:lnTo>
                  <a:pt x="525462" y="5900737"/>
                </a:lnTo>
                <a:lnTo>
                  <a:pt x="458787" y="5951537"/>
                </a:lnTo>
                <a:lnTo>
                  <a:pt x="395287" y="6005512"/>
                </a:lnTo>
                <a:lnTo>
                  <a:pt x="334962" y="6059487"/>
                </a:lnTo>
                <a:lnTo>
                  <a:pt x="282575" y="6118225"/>
                </a:lnTo>
                <a:lnTo>
                  <a:pt x="234950" y="6180137"/>
                </a:lnTo>
                <a:lnTo>
                  <a:pt x="192087" y="6253162"/>
                </a:lnTo>
                <a:lnTo>
                  <a:pt x="155575" y="6332537"/>
                </a:lnTo>
                <a:lnTo>
                  <a:pt x="127000" y="6416675"/>
                </a:lnTo>
                <a:lnTo>
                  <a:pt x="100012" y="6503987"/>
                </a:lnTo>
                <a:lnTo>
                  <a:pt x="77787" y="6594475"/>
                </a:lnTo>
                <a:lnTo>
                  <a:pt x="52387" y="6683375"/>
                </a:lnTo>
                <a:lnTo>
                  <a:pt x="26987" y="6770687"/>
                </a:lnTo>
                <a:lnTo>
                  <a:pt x="0" y="6858000"/>
                </a:lnTo>
                <a:lnTo>
                  <a:pt x="9807836" y="6858000"/>
                </a:lnTo>
                <a:lnTo>
                  <a:pt x="9807836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it-IT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255EF4-E6CE-0449-1E27-7CB586D0A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195" y="1231894"/>
            <a:ext cx="4117607" cy="433917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defTabSz="914400"/>
            <a:r>
              <a:rPr lang="en-US" sz="3700" spc="800">
                <a:solidFill>
                  <a:srgbClr val="2A1A00"/>
                </a:solidFill>
              </a:rPr>
              <a:t>Suddivisione a blocchi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06B98A8C-5C7E-BED0-9E5E-0A9A65A0DE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12598" cy="6858000"/>
          </a:xfrm>
          <a:prstGeom prst="rect">
            <a:avLst/>
          </a:prstGeom>
          <a:solidFill>
            <a:srgbClr val="2A1A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pic>
        <p:nvPicPr>
          <p:cNvPr id="4" name="Immagine 3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7D6F29FE-5E59-8B28-DB71-57C01851F8D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b="52794"/>
          <a:stretch>
            <a:fillRect/>
          </a:stretch>
        </p:blipFill>
        <p:spPr>
          <a:xfrm>
            <a:off x="318895" y="828656"/>
            <a:ext cx="8664797" cy="474241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F87CBCE6-EE8E-7AC2-6E3C-B35E850BB927}"/>
              </a:ext>
            </a:extLst>
          </p:cNvPr>
          <p:cNvSpPr/>
          <p:nvPr/>
        </p:nvSpPr>
        <p:spPr>
          <a:xfrm>
            <a:off x="986212" y="942804"/>
            <a:ext cx="5562998" cy="1364739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946D05DF-D811-E70D-938C-646BE5BED263}"/>
              </a:ext>
            </a:extLst>
          </p:cNvPr>
          <p:cNvSpPr/>
          <p:nvPr/>
        </p:nvSpPr>
        <p:spPr>
          <a:xfrm>
            <a:off x="953363" y="3136199"/>
            <a:ext cx="5562998" cy="1364739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3995884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asellaDiTesto 4">
            <a:extLst>
              <a:ext uri="{FF2B5EF4-FFF2-40B4-BE49-F238E27FC236}">
                <a16:creationId xmlns:a16="http://schemas.microsoft.com/office/drawing/2014/main" id="{63996D10-6936-7BAC-F6A9-9E75DEFFCC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46167115"/>
              </p:ext>
            </p:extLst>
          </p:nvPr>
        </p:nvGraphicFramePr>
        <p:xfrm>
          <a:off x="993392" y="938243"/>
          <a:ext cx="7157216" cy="49815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Graphic 45" descr="Portatile sicuro">
            <a:extLst>
              <a:ext uri="{FF2B5EF4-FFF2-40B4-BE49-F238E27FC236}">
                <a16:creationId xmlns:a16="http://schemas.microsoft.com/office/drawing/2014/main" id="{BC839161-722F-4CA7-49FD-A702C2FDA19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93392" y="1593401"/>
            <a:ext cx="1360446" cy="1360446"/>
          </a:xfrm>
          <a:prstGeom prst="rect">
            <a:avLst/>
          </a:prstGeom>
        </p:spPr>
      </p:pic>
      <p:pic>
        <p:nvPicPr>
          <p:cNvPr id="8" name="Graphic 45" descr="Blocca con riempimento a tinta unita">
            <a:extLst>
              <a:ext uri="{FF2B5EF4-FFF2-40B4-BE49-F238E27FC236}">
                <a16:creationId xmlns:a16="http://schemas.microsoft.com/office/drawing/2014/main" id="{7C0CA88D-5E6A-78CF-6239-0716A25D843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993392" y="3223931"/>
            <a:ext cx="1360446" cy="1360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09550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C2E03B-CEA5-318B-3E8B-962E85D25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magine 9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7FF06660-4EFD-0E7A-FA58-91AF7CD4BC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836" y="858862"/>
            <a:ext cx="3543427" cy="2112427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1B6081D-D3E8-4209-B85B-EB1C655A6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568410" y="1111170"/>
            <a:ext cx="8280" cy="4645103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Immagine 11" descr="Immagine che contiene testo, schermata, Carattere, linea&#10;&#10;Il contenuto generato dall'IA potrebbe non essere corretto.">
            <a:extLst>
              <a:ext uri="{FF2B5EF4-FFF2-40B4-BE49-F238E27FC236}">
                <a16:creationId xmlns:a16="http://schemas.microsoft.com/office/drawing/2014/main" id="{6EA24754-5F49-DCB2-AEBA-E9C0F0B866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3737" y="1608913"/>
            <a:ext cx="3549705" cy="612324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8CA55E4-1295-45C8-BA05-5A9E705B74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52270" y="3428998"/>
            <a:ext cx="3141678" cy="1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8C5794E-A9A1-4A23-AF68-C79A78223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57750" y="3428998"/>
            <a:ext cx="3141678" cy="1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Immagine 13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3A75D04B-DAB8-7B65-BD71-780D17C789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836" y="3748340"/>
            <a:ext cx="3543427" cy="239181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Immagine 2" descr="Immagine che contiene testo, schermata, documento, Carattere&#10;&#10;Il contenuto generato dall'IA potrebbe non essere corretto.">
            <a:extLst>
              <a:ext uri="{FF2B5EF4-FFF2-40B4-BE49-F238E27FC236}">
                <a16:creationId xmlns:a16="http://schemas.microsoft.com/office/drawing/2014/main" id="{013FEF59-110A-1C7A-187F-108862A08F7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89983" r="29998"/>
          <a:stretch>
            <a:fillRect/>
          </a:stretch>
        </p:blipFill>
        <p:spPr>
          <a:xfrm>
            <a:off x="4762018" y="4295041"/>
            <a:ext cx="3673442" cy="119466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1978339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8F53FD-3D2F-BF1A-251B-C5CA9B7E1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C479B32-1F49-B3E4-5371-721495F252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568410" y="1111170"/>
            <a:ext cx="8280" cy="4645103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15101EA-7B93-319A-99F7-6AC391A701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52270" y="3428998"/>
            <a:ext cx="3141678" cy="1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6D55DF1-49FE-D1E6-20E6-24E8BE3BB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57750" y="3428998"/>
            <a:ext cx="3141678" cy="1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Immagine 13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14BB50A7-CB82-BB59-3120-492969166B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836" y="3748340"/>
            <a:ext cx="3543427" cy="239181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Immagine 2" descr="Immagine che contiene testo, schermata, documento, Carattere&#10;&#10;Il contenuto generato dall'IA potrebbe non essere corretto.">
            <a:extLst>
              <a:ext uri="{FF2B5EF4-FFF2-40B4-BE49-F238E27FC236}">
                <a16:creationId xmlns:a16="http://schemas.microsoft.com/office/drawing/2014/main" id="{F8741E99-E851-C414-9AFE-67702FBE970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9983" r="29998"/>
          <a:stretch>
            <a:fillRect/>
          </a:stretch>
        </p:blipFill>
        <p:spPr>
          <a:xfrm>
            <a:off x="4762018" y="4295041"/>
            <a:ext cx="3673442" cy="119466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Immagine 11" descr="Immagine che contiene testo, schermata, Carattere, linea&#10;&#10;Il contenuto generato dall'IA potrebbe non essere corretto.">
            <a:extLst>
              <a:ext uri="{FF2B5EF4-FFF2-40B4-BE49-F238E27FC236}">
                <a16:creationId xmlns:a16="http://schemas.microsoft.com/office/drawing/2014/main" id="{C69A7F81-57B9-FA78-CFB1-074E55749C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146" y="4250474"/>
            <a:ext cx="8692632" cy="149635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Immagine 9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B92CEB7F-3753-E234-8E09-E9D6B5F13D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23396" y="717847"/>
            <a:ext cx="4706588" cy="2805850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4" name="Connettore 2 3">
            <a:extLst>
              <a:ext uri="{FF2B5EF4-FFF2-40B4-BE49-F238E27FC236}">
                <a16:creationId xmlns:a16="http://schemas.microsoft.com/office/drawing/2014/main" id="{B4BDB1B7-0A1F-DEF3-636E-2C363C67C80D}"/>
              </a:ext>
            </a:extLst>
          </p:cNvPr>
          <p:cNvCxnSpPr/>
          <p:nvPr/>
        </p:nvCxnSpPr>
        <p:spPr>
          <a:xfrm flipH="1" flipV="1">
            <a:off x="6598739" y="2230945"/>
            <a:ext cx="1500689" cy="3001721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ttore 2 4">
            <a:extLst>
              <a:ext uri="{FF2B5EF4-FFF2-40B4-BE49-F238E27FC236}">
                <a16:creationId xmlns:a16="http://schemas.microsoft.com/office/drawing/2014/main" id="{2993BD90-361E-BFED-181F-CCC13B2B10EA}"/>
              </a:ext>
            </a:extLst>
          </p:cNvPr>
          <p:cNvCxnSpPr>
            <a:cxnSpLocks/>
          </p:cNvCxnSpPr>
          <p:nvPr/>
        </p:nvCxnSpPr>
        <p:spPr>
          <a:xfrm flipH="1" flipV="1">
            <a:off x="6784067" y="1508042"/>
            <a:ext cx="1500689" cy="3164494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F77FA2DF-68B8-BEF3-79B7-724C630B8039}"/>
              </a:ext>
            </a:extLst>
          </p:cNvPr>
          <p:cNvCxnSpPr/>
          <p:nvPr/>
        </p:nvCxnSpPr>
        <p:spPr>
          <a:xfrm>
            <a:off x="5543849" y="1508042"/>
            <a:ext cx="1153772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ttore diritto 8">
            <a:extLst>
              <a:ext uri="{FF2B5EF4-FFF2-40B4-BE49-F238E27FC236}">
                <a16:creationId xmlns:a16="http://schemas.microsoft.com/office/drawing/2014/main" id="{8E9F0DBC-796D-FC2D-BADA-E7AFEDACFF79}"/>
              </a:ext>
            </a:extLst>
          </p:cNvPr>
          <p:cNvCxnSpPr/>
          <p:nvPr/>
        </p:nvCxnSpPr>
        <p:spPr>
          <a:xfrm>
            <a:off x="5543849" y="1881462"/>
            <a:ext cx="1153772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diritto 10">
            <a:extLst>
              <a:ext uri="{FF2B5EF4-FFF2-40B4-BE49-F238E27FC236}">
                <a16:creationId xmlns:a16="http://schemas.microsoft.com/office/drawing/2014/main" id="{4A316C5E-7E97-33A7-2F1F-E167AA678ECA}"/>
              </a:ext>
            </a:extLst>
          </p:cNvPr>
          <p:cNvCxnSpPr/>
          <p:nvPr/>
        </p:nvCxnSpPr>
        <p:spPr>
          <a:xfrm>
            <a:off x="5543849" y="2235733"/>
            <a:ext cx="1153772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ttore diritto 16">
            <a:extLst>
              <a:ext uri="{FF2B5EF4-FFF2-40B4-BE49-F238E27FC236}">
                <a16:creationId xmlns:a16="http://schemas.microsoft.com/office/drawing/2014/main" id="{C50A2561-4779-9639-792F-0846A3115486}"/>
              </a:ext>
            </a:extLst>
          </p:cNvPr>
          <p:cNvCxnSpPr>
            <a:cxnSpLocks/>
          </p:cNvCxnSpPr>
          <p:nvPr/>
        </p:nvCxnSpPr>
        <p:spPr>
          <a:xfrm>
            <a:off x="8038103" y="4844501"/>
            <a:ext cx="789926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ttore diritto 25">
            <a:extLst>
              <a:ext uri="{FF2B5EF4-FFF2-40B4-BE49-F238E27FC236}">
                <a16:creationId xmlns:a16="http://schemas.microsoft.com/office/drawing/2014/main" id="{ECFE36DA-A9AB-D459-59E9-41D860617B6B}"/>
              </a:ext>
            </a:extLst>
          </p:cNvPr>
          <p:cNvCxnSpPr>
            <a:cxnSpLocks/>
          </p:cNvCxnSpPr>
          <p:nvPr/>
        </p:nvCxnSpPr>
        <p:spPr>
          <a:xfrm>
            <a:off x="8038103" y="5385864"/>
            <a:ext cx="789926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43589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513B88-926F-1F6D-CDB6-EE1CD5322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magine 9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04F2229D-5A73-9348-A8D8-09F9A19B47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836" y="858862"/>
            <a:ext cx="3543427" cy="2112427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BE93EDC-B771-7C87-CF17-BB2AFE177A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568410" y="1111170"/>
            <a:ext cx="8280" cy="4645103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Immagine 11" descr="Immagine che contiene testo, schermata, Carattere, linea&#10;&#10;Il contenuto generato dall'IA potrebbe non essere corretto.">
            <a:extLst>
              <a:ext uri="{FF2B5EF4-FFF2-40B4-BE49-F238E27FC236}">
                <a16:creationId xmlns:a16="http://schemas.microsoft.com/office/drawing/2014/main" id="{C6FF55A7-3E08-D799-6A30-98862C0CF6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3737" y="1608913"/>
            <a:ext cx="3549705" cy="612324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0532E78-4037-68F0-8316-28A9BE442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52270" y="3428998"/>
            <a:ext cx="3141678" cy="1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75CBA98-B02D-47CB-561E-26503F67ED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57750" y="3428998"/>
            <a:ext cx="3141678" cy="1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magine 2" descr="Immagine che contiene testo, schermata, documento, Carattere&#10;&#10;Il contenuto generato dall'IA potrebbe non essere corretto.">
            <a:extLst>
              <a:ext uri="{FF2B5EF4-FFF2-40B4-BE49-F238E27FC236}">
                <a16:creationId xmlns:a16="http://schemas.microsoft.com/office/drawing/2014/main" id="{A1A2964A-2FE9-A4D1-FB97-B7ACFBFA582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9983" r="29998"/>
          <a:stretch>
            <a:fillRect/>
          </a:stretch>
        </p:blipFill>
        <p:spPr>
          <a:xfrm>
            <a:off x="4762018" y="4295041"/>
            <a:ext cx="3673442" cy="119466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Immagine 13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396C51FF-BFD1-1ED9-F220-4B70C582E6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836" y="761202"/>
            <a:ext cx="7968817" cy="537895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8242B563-7A7C-B88A-B0FB-62E179BC4ACE}"/>
              </a:ext>
            </a:extLst>
          </p:cNvPr>
          <p:cNvSpPr/>
          <p:nvPr/>
        </p:nvSpPr>
        <p:spPr>
          <a:xfrm>
            <a:off x="708540" y="3758138"/>
            <a:ext cx="4366141" cy="2382015"/>
          </a:xfrm>
          <a:prstGeom prst="roundRect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D6E8CC1B-1537-8C72-682D-2274CED92F90}"/>
              </a:ext>
            </a:extLst>
          </p:cNvPr>
          <p:cNvCxnSpPr/>
          <p:nvPr/>
        </p:nvCxnSpPr>
        <p:spPr>
          <a:xfrm>
            <a:off x="986212" y="986212"/>
            <a:ext cx="4035807" cy="0"/>
          </a:xfrm>
          <a:prstGeom prst="line">
            <a:avLst/>
          </a:prstGeom>
          <a:ln w="381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92761DA4-AF1E-6229-0A47-4CA0FE4905D0}"/>
              </a:ext>
            </a:extLst>
          </p:cNvPr>
          <p:cNvCxnSpPr/>
          <p:nvPr/>
        </p:nvCxnSpPr>
        <p:spPr>
          <a:xfrm flipH="1">
            <a:off x="3528339" y="986212"/>
            <a:ext cx="665609" cy="2834161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68945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10A4E0E-502E-444B-B37E-40557A2662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A68F03-D88C-4F27-AD65-034133F1A8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3227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4DB13C2-D61D-4A8D-B973-BE6546C7BE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55266"/>
            <a:ext cx="1734910" cy="5947468"/>
          </a:xfrm>
          <a:custGeom>
            <a:avLst/>
            <a:gdLst>
              <a:gd name="connsiteX0" fmla="*/ 162291 w 2313214"/>
              <a:gd name="connsiteY0" fmla="*/ 0 h 5947468"/>
              <a:gd name="connsiteX1" fmla="*/ 224243 w 2313214"/>
              <a:gd name="connsiteY1" fmla="*/ 1936 h 5947468"/>
              <a:gd name="connsiteX2" fmla="*/ 284260 w 2313214"/>
              <a:gd name="connsiteY2" fmla="*/ 9680 h 5947468"/>
              <a:gd name="connsiteX3" fmla="*/ 342341 w 2313214"/>
              <a:gd name="connsiteY3" fmla="*/ 27104 h 5947468"/>
              <a:gd name="connsiteX4" fmla="*/ 390742 w 2313214"/>
              <a:gd name="connsiteY4" fmla="*/ 52273 h 5947468"/>
              <a:gd name="connsiteX5" fmla="*/ 437206 w 2313214"/>
              <a:gd name="connsiteY5" fmla="*/ 85185 h 5947468"/>
              <a:gd name="connsiteX6" fmla="*/ 477863 w 2313214"/>
              <a:gd name="connsiteY6" fmla="*/ 123905 h 5947468"/>
              <a:gd name="connsiteX7" fmla="*/ 518519 w 2313214"/>
              <a:gd name="connsiteY7" fmla="*/ 168434 h 5947468"/>
              <a:gd name="connsiteX8" fmla="*/ 555304 w 2313214"/>
              <a:gd name="connsiteY8" fmla="*/ 214899 h 5947468"/>
              <a:gd name="connsiteX9" fmla="*/ 592088 w 2313214"/>
              <a:gd name="connsiteY9" fmla="*/ 263299 h 5947468"/>
              <a:gd name="connsiteX10" fmla="*/ 628873 w 2313214"/>
              <a:gd name="connsiteY10" fmla="*/ 311700 h 5947468"/>
              <a:gd name="connsiteX11" fmla="*/ 665657 w 2313214"/>
              <a:gd name="connsiteY11" fmla="*/ 358165 h 5947468"/>
              <a:gd name="connsiteX12" fmla="*/ 704378 w 2313214"/>
              <a:gd name="connsiteY12" fmla="*/ 402693 h 5947468"/>
              <a:gd name="connsiteX13" fmla="*/ 748906 w 2313214"/>
              <a:gd name="connsiteY13" fmla="*/ 441414 h 5947468"/>
              <a:gd name="connsiteX14" fmla="*/ 791499 w 2313214"/>
              <a:gd name="connsiteY14" fmla="*/ 476262 h 5947468"/>
              <a:gd name="connsiteX15" fmla="*/ 839899 w 2313214"/>
              <a:gd name="connsiteY15" fmla="*/ 503366 h 5947468"/>
              <a:gd name="connsiteX16" fmla="*/ 892172 w 2313214"/>
              <a:gd name="connsiteY16" fmla="*/ 526599 h 5947468"/>
              <a:gd name="connsiteX17" fmla="*/ 948317 w 2313214"/>
              <a:gd name="connsiteY17" fmla="*/ 545959 h 5947468"/>
              <a:gd name="connsiteX18" fmla="*/ 1006397 w 2313214"/>
              <a:gd name="connsiteY18" fmla="*/ 563383 h 5947468"/>
              <a:gd name="connsiteX19" fmla="*/ 1064478 w 2313214"/>
              <a:gd name="connsiteY19" fmla="*/ 578871 h 5947468"/>
              <a:gd name="connsiteX20" fmla="*/ 1124495 w 2313214"/>
              <a:gd name="connsiteY20" fmla="*/ 594360 h 5947468"/>
              <a:gd name="connsiteX21" fmla="*/ 1180640 w 2313214"/>
              <a:gd name="connsiteY21" fmla="*/ 611784 h 5947468"/>
              <a:gd name="connsiteX22" fmla="*/ 1236784 w 2313214"/>
              <a:gd name="connsiteY22" fmla="*/ 631144 h 5947468"/>
              <a:gd name="connsiteX23" fmla="*/ 1289057 w 2313214"/>
              <a:gd name="connsiteY23" fmla="*/ 654376 h 5947468"/>
              <a:gd name="connsiteX24" fmla="*/ 1335522 w 2313214"/>
              <a:gd name="connsiteY24" fmla="*/ 683417 h 5947468"/>
              <a:gd name="connsiteX25" fmla="*/ 1378114 w 2313214"/>
              <a:gd name="connsiteY25" fmla="*/ 718265 h 5947468"/>
              <a:gd name="connsiteX26" fmla="*/ 1412963 w 2313214"/>
              <a:gd name="connsiteY26" fmla="*/ 760858 h 5947468"/>
              <a:gd name="connsiteX27" fmla="*/ 1442003 w 2313214"/>
              <a:gd name="connsiteY27" fmla="*/ 807322 h 5947468"/>
              <a:gd name="connsiteX28" fmla="*/ 1465235 w 2313214"/>
              <a:gd name="connsiteY28" fmla="*/ 859595 h 5947468"/>
              <a:gd name="connsiteX29" fmla="*/ 1484596 w 2313214"/>
              <a:gd name="connsiteY29" fmla="*/ 915740 h 5947468"/>
              <a:gd name="connsiteX30" fmla="*/ 1502020 w 2313214"/>
              <a:gd name="connsiteY30" fmla="*/ 971884 h 5947468"/>
              <a:gd name="connsiteX31" fmla="*/ 1517508 w 2313214"/>
              <a:gd name="connsiteY31" fmla="*/ 1031901 h 5947468"/>
              <a:gd name="connsiteX32" fmla="*/ 1532996 w 2313214"/>
              <a:gd name="connsiteY32" fmla="*/ 1089982 h 5947468"/>
              <a:gd name="connsiteX33" fmla="*/ 1550420 w 2313214"/>
              <a:gd name="connsiteY33" fmla="*/ 1148063 h 5947468"/>
              <a:gd name="connsiteX34" fmla="*/ 1569781 w 2313214"/>
              <a:gd name="connsiteY34" fmla="*/ 1204207 h 5947468"/>
              <a:gd name="connsiteX35" fmla="*/ 1593013 w 2313214"/>
              <a:gd name="connsiteY35" fmla="*/ 1256480 h 5947468"/>
              <a:gd name="connsiteX36" fmla="*/ 1620117 w 2313214"/>
              <a:gd name="connsiteY36" fmla="*/ 1304881 h 5947468"/>
              <a:gd name="connsiteX37" fmla="*/ 1654966 w 2313214"/>
              <a:gd name="connsiteY37" fmla="*/ 1347473 h 5947468"/>
              <a:gd name="connsiteX38" fmla="*/ 1693686 w 2313214"/>
              <a:gd name="connsiteY38" fmla="*/ 1392002 h 5947468"/>
              <a:gd name="connsiteX39" fmla="*/ 1738215 w 2313214"/>
              <a:gd name="connsiteY39" fmla="*/ 1430722 h 5947468"/>
              <a:gd name="connsiteX40" fmla="*/ 1784679 w 2313214"/>
              <a:gd name="connsiteY40" fmla="*/ 1467507 h 5947468"/>
              <a:gd name="connsiteX41" fmla="*/ 1835016 w 2313214"/>
              <a:gd name="connsiteY41" fmla="*/ 1504291 h 5947468"/>
              <a:gd name="connsiteX42" fmla="*/ 1883417 w 2313214"/>
              <a:gd name="connsiteY42" fmla="*/ 1541076 h 5947468"/>
              <a:gd name="connsiteX43" fmla="*/ 1929881 w 2313214"/>
              <a:gd name="connsiteY43" fmla="*/ 1577860 h 5947468"/>
              <a:gd name="connsiteX44" fmla="*/ 1974410 w 2313214"/>
              <a:gd name="connsiteY44" fmla="*/ 1618517 h 5947468"/>
              <a:gd name="connsiteX45" fmla="*/ 2013130 w 2313214"/>
              <a:gd name="connsiteY45" fmla="*/ 1659173 h 5947468"/>
              <a:gd name="connsiteX46" fmla="*/ 2046043 w 2313214"/>
              <a:gd name="connsiteY46" fmla="*/ 1705638 h 5947468"/>
              <a:gd name="connsiteX47" fmla="*/ 2071211 w 2313214"/>
              <a:gd name="connsiteY47" fmla="*/ 1754039 h 5947468"/>
              <a:gd name="connsiteX48" fmla="*/ 2088635 w 2313214"/>
              <a:gd name="connsiteY48" fmla="*/ 1812119 h 5947468"/>
              <a:gd name="connsiteX49" fmla="*/ 2096379 w 2313214"/>
              <a:gd name="connsiteY49" fmla="*/ 1872136 h 5947468"/>
              <a:gd name="connsiteX50" fmla="*/ 2098315 w 2313214"/>
              <a:gd name="connsiteY50" fmla="*/ 1934089 h 5947468"/>
              <a:gd name="connsiteX51" fmla="*/ 2092507 w 2313214"/>
              <a:gd name="connsiteY51" fmla="*/ 1999914 h 5947468"/>
              <a:gd name="connsiteX52" fmla="*/ 2084763 w 2313214"/>
              <a:gd name="connsiteY52" fmla="*/ 2065738 h 5947468"/>
              <a:gd name="connsiteX53" fmla="*/ 2075083 w 2313214"/>
              <a:gd name="connsiteY53" fmla="*/ 2131563 h 5947468"/>
              <a:gd name="connsiteX54" fmla="*/ 2067339 w 2313214"/>
              <a:gd name="connsiteY54" fmla="*/ 2197388 h 5947468"/>
              <a:gd name="connsiteX55" fmla="*/ 2063467 w 2313214"/>
              <a:gd name="connsiteY55" fmla="*/ 2263213 h 5947468"/>
              <a:gd name="connsiteX56" fmla="*/ 2063467 w 2313214"/>
              <a:gd name="connsiteY56" fmla="*/ 2327102 h 5947468"/>
              <a:gd name="connsiteX57" fmla="*/ 2071211 w 2313214"/>
              <a:gd name="connsiteY57" fmla="*/ 2387119 h 5947468"/>
              <a:gd name="connsiteX58" fmla="*/ 2086699 w 2313214"/>
              <a:gd name="connsiteY58" fmla="*/ 2447135 h 5947468"/>
              <a:gd name="connsiteX59" fmla="*/ 2109932 w 2313214"/>
              <a:gd name="connsiteY59" fmla="*/ 2503280 h 5947468"/>
              <a:gd name="connsiteX60" fmla="*/ 2140908 w 2313214"/>
              <a:gd name="connsiteY60" fmla="*/ 2561361 h 5947468"/>
              <a:gd name="connsiteX61" fmla="*/ 2171884 w 2313214"/>
              <a:gd name="connsiteY61" fmla="*/ 2619442 h 5947468"/>
              <a:gd name="connsiteX62" fmla="*/ 2206733 w 2313214"/>
              <a:gd name="connsiteY62" fmla="*/ 2677522 h 5947468"/>
              <a:gd name="connsiteX63" fmla="*/ 2239645 w 2313214"/>
              <a:gd name="connsiteY63" fmla="*/ 2733667 h 5947468"/>
              <a:gd name="connsiteX64" fmla="*/ 2268686 w 2313214"/>
              <a:gd name="connsiteY64" fmla="*/ 2793684 h 5947468"/>
              <a:gd name="connsiteX65" fmla="*/ 2291918 w 2313214"/>
              <a:gd name="connsiteY65" fmla="*/ 2851765 h 5947468"/>
              <a:gd name="connsiteX66" fmla="*/ 2307406 w 2313214"/>
              <a:gd name="connsiteY66" fmla="*/ 2911781 h 5947468"/>
              <a:gd name="connsiteX67" fmla="*/ 2313214 w 2313214"/>
              <a:gd name="connsiteY67" fmla="*/ 2973734 h 5947468"/>
              <a:gd name="connsiteX68" fmla="*/ 2307406 w 2313214"/>
              <a:gd name="connsiteY68" fmla="*/ 3035687 h 5947468"/>
              <a:gd name="connsiteX69" fmla="*/ 2291918 w 2313214"/>
              <a:gd name="connsiteY69" fmla="*/ 3095704 h 5947468"/>
              <a:gd name="connsiteX70" fmla="*/ 2268686 w 2313214"/>
              <a:gd name="connsiteY70" fmla="*/ 3153784 h 5947468"/>
              <a:gd name="connsiteX71" fmla="*/ 2239645 w 2313214"/>
              <a:gd name="connsiteY71" fmla="*/ 3213801 h 5947468"/>
              <a:gd name="connsiteX72" fmla="*/ 2206733 w 2313214"/>
              <a:gd name="connsiteY72" fmla="*/ 3269946 h 5947468"/>
              <a:gd name="connsiteX73" fmla="*/ 2171884 w 2313214"/>
              <a:gd name="connsiteY73" fmla="*/ 3328027 h 5947468"/>
              <a:gd name="connsiteX74" fmla="*/ 2140908 w 2313214"/>
              <a:gd name="connsiteY74" fmla="*/ 3386107 h 5947468"/>
              <a:gd name="connsiteX75" fmla="*/ 2109932 w 2313214"/>
              <a:gd name="connsiteY75" fmla="*/ 3444188 h 5947468"/>
              <a:gd name="connsiteX76" fmla="*/ 2086699 w 2313214"/>
              <a:gd name="connsiteY76" fmla="*/ 3500333 h 5947468"/>
              <a:gd name="connsiteX77" fmla="*/ 2071211 w 2313214"/>
              <a:gd name="connsiteY77" fmla="*/ 3560350 h 5947468"/>
              <a:gd name="connsiteX78" fmla="*/ 2063467 w 2313214"/>
              <a:gd name="connsiteY78" fmla="*/ 3620366 h 5947468"/>
              <a:gd name="connsiteX79" fmla="*/ 2063467 w 2313214"/>
              <a:gd name="connsiteY79" fmla="*/ 3684255 h 5947468"/>
              <a:gd name="connsiteX80" fmla="*/ 2067339 w 2313214"/>
              <a:gd name="connsiteY80" fmla="*/ 3750080 h 5947468"/>
              <a:gd name="connsiteX81" fmla="*/ 2075083 w 2313214"/>
              <a:gd name="connsiteY81" fmla="*/ 3815905 h 5947468"/>
              <a:gd name="connsiteX82" fmla="*/ 2084763 w 2313214"/>
              <a:gd name="connsiteY82" fmla="*/ 3881730 h 5947468"/>
              <a:gd name="connsiteX83" fmla="*/ 2092507 w 2313214"/>
              <a:gd name="connsiteY83" fmla="*/ 3947555 h 5947468"/>
              <a:gd name="connsiteX84" fmla="*/ 2098315 w 2313214"/>
              <a:gd name="connsiteY84" fmla="*/ 4013380 h 5947468"/>
              <a:gd name="connsiteX85" fmla="*/ 2096379 w 2313214"/>
              <a:gd name="connsiteY85" fmla="*/ 4075332 h 5947468"/>
              <a:gd name="connsiteX86" fmla="*/ 2088635 w 2313214"/>
              <a:gd name="connsiteY86" fmla="*/ 4135349 h 5947468"/>
              <a:gd name="connsiteX87" fmla="*/ 2071211 w 2313214"/>
              <a:gd name="connsiteY87" fmla="*/ 4193430 h 5947468"/>
              <a:gd name="connsiteX88" fmla="*/ 2046043 w 2313214"/>
              <a:gd name="connsiteY88" fmla="*/ 4241831 h 5947468"/>
              <a:gd name="connsiteX89" fmla="*/ 2013130 w 2313214"/>
              <a:gd name="connsiteY89" fmla="*/ 4288295 h 5947468"/>
              <a:gd name="connsiteX90" fmla="*/ 1974410 w 2313214"/>
              <a:gd name="connsiteY90" fmla="*/ 4328952 h 5947468"/>
              <a:gd name="connsiteX91" fmla="*/ 1929881 w 2313214"/>
              <a:gd name="connsiteY91" fmla="*/ 4369608 h 5947468"/>
              <a:gd name="connsiteX92" fmla="*/ 1883417 w 2313214"/>
              <a:gd name="connsiteY92" fmla="*/ 4406393 h 5947468"/>
              <a:gd name="connsiteX93" fmla="*/ 1835016 w 2313214"/>
              <a:gd name="connsiteY93" fmla="*/ 4443177 h 5947468"/>
              <a:gd name="connsiteX94" fmla="*/ 1784679 w 2313214"/>
              <a:gd name="connsiteY94" fmla="*/ 4479962 h 5947468"/>
              <a:gd name="connsiteX95" fmla="*/ 1738215 w 2313214"/>
              <a:gd name="connsiteY95" fmla="*/ 4516746 h 5947468"/>
              <a:gd name="connsiteX96" fmla="*/ 1693686 w 2313214"/>
              <a:gd name="connsiteY96" fmla="*/ 4555467 h 5947468"/>
              <a:gd name="connsiteX97" fmla="*/ 1654966 w 2313214"/>
              <a:gd name="connsiteY97" fmla="*/ 4599995 h 5947468"/>
              <a:gd name="connsiteX98" fmla="*/ 1620117 w 2313214"/>
              <a:gd name="connsiteY98" fmla="*/ 4642588 h 5947468"/>
              <a:gd name="connsiteX99" fmla="*/ 1593013 w 2313214"/>
              <a:gd name="connsiteY99" fmla="*/ 4690988 h 5947468"/>
              <a:gd name="connsiteX100" fmla="*/ 1569781 w 2313214"/>
              <a:gd name="connsiteY100" fmla="*/ 4743261 h 5947468"/>
              <a:gd name="connsiteX101" fmla="*/ 1550420 w 2313214"/>
              <a:gd name="connsiteY101" fmla="*/ 4799406 h 5947468"/>
              <a:gd name="connsiteX102" fmla="*/ 1532996 w 2313214"/>
              <a:gd name="connsiteY102" fmla="*/ 4857486 h 5947468"/>
              <a:gd name="connsiteX103" fmla="*/ 1517508 w 2313214"/>
              <a:gd name="connsiteY103" fmla="*/ 4915567 h 5947468"/>
              <a:gd name="connsiteX104" fmla="*/ 1502020 w 2313214"/>
              <a:gd name="connsiteY104" fmla="*/ 4975584 h 5947468"/>
              <a:gd name="connsiteX105" fmla="*/ 1484596 w 2313214"/>
              <a:gd name="connsiteY105" fmla="*/ 5031729 h 5947468"/>
              <a:gd name="connsiteX106" fmla="*/ 1465235 w 2313214"/>
              <a:gd name="connsiteY106" fmla="*/ 5087873 h 5947468"/>
              <a:gd name="connsiteX107" fmla="*/ 1442003 w 2313214"/>
              <a:gd name="connsiteY107" fmla="*/ 5140146 h 5947468"/>
              <a:gd name="connsiteX108" fmla="*/ 1412963 w 2313214"/>
              <a:gd name="connsiteY108" fmla="*/ 5186611 h 5947468"/>
              <a:gd name="connsiteX109" fmla="*/ 1378114 w 2313214"/>
              <a:gd name="connsiteY109" fmla="*/ 5229203 h 5947468"/>
              <a:gd name="connsiteX110" fmla="*/ 1335522 w 2313214"/>
              <a:gd name="connsiteY110" fmla="*/ 5264052 h 5947468"/>
              <a:gd name="connsiteX111" fmla="*/ 1289057 w 2313214"/>
              <a:gd name="connsiteY111" fmla="*/ 5293092 h 5947468"/>
              <a:gd name="connsiteX112" fmla="*/ 1236784 w 2313214"/>
              <a:gd name="connsiteY112" fmla="*/ 5316324 h 5947468"/>
              <a:gd name="connsiteX113" fmla="*/ 1180640 w 2313214"/>
              <a:gd name="connsiteY113" fmla="*/ 5335685 h 5947468"/>
              <a:gd name="connsiteX114" fmla="*/ 1124495 w 2313214"/>
              <a:gd name="connsiteY114" fmla="*/ 5353109 h 5947468"/>
              <a:gd name="connsiteX115" fmla="*/ 1064478 w 2313214"/>
              <a:gd name="connsiteY115" fmla="*/ 5368597 h 5947468"/>
              <a:gd name="connsiteX116" fmla="*/ 1006397 w 2313214"/>
              <a:gd name="connsiteY116" fmla="*/ 5384085 h 5947468"/>
              <a:gd name="connsiteX117" fmla="*/ 948317 w 2313214"/>
              <a:gd name="connsiteY117" fmla="*/ 5401509 h 5947468"/>
              <a:gd name="connsiteX118" fmla="*/ 892172 w 2313214"/>
              <a:gd name="connsiteY118" fmla="*/ 5420870 h 5947468"/>
              <a:gd name="connsiteX119" fmla="*/ 839899 w 2313214"/>
              <a:gd name="connsiteY119" fmla="*/ 5444102 h 5947468"/>
              <a:gd name="connsiteX120" fmla="*/ 791499 w 2313214"/>
              <a:gd name="connsiteY120" fmla="*/ 5471206 h 5947468"/>
              <a:gd name="connsiteX121" fmla="*/ 748906 w 2313214"/>
              <a:gd name="connsiteY121" fmla="*/ 5506055 h 5947468"/>
              <a:gd name="connsiteX122" fmla="*/ 704378 w 2313214"/>
              <a:gd name="connsiteY122" fmla="*/ 5544775 h 5947468"/>
              <a:gd name="connsiteX123" fmla="*/ 665657 w 2313214"/>
              <a:gd name="connsiteY123" fmla="*/ 5589304 h 5947468"/>
              <a:gd name="connsiteX124" fmla="*/ 628873 w 2313214"/>
              <a:gd name="connsiteY124" fmla="*/ 5635768 h 5947468"/>
              <a:gd name="connsiteX125" fmla="*/ 592088 w 2313214"/>
              <a:gd name="connsiteY125" fmla="*/ 5684169 h 5947468"/>
              <a:gd name="connsiteX126" fmla="*/ 555304 w 2313214"/>
              <a:gd name="connsiteY126" fmla="*/ 5732570 h 5947468"/>
              <a:gd name="connsiteX127" fmla="*/ 518519 w 2313214"/>
              <a:gd name="connsiteY127" fmla="*/ 5779034 h 5947468"/>
              <a:gd name="connsiteX128" fmla="*/ 477863 w 2313214"/>
              <a:gd name="connsiteY128" fmla="*/ 5823563 h 5947468"/>
              <a:gd name="connsiteX129" fmla="*/ 437206 w 2313214"/>
              <a:gd name="connsiteY129" fmla="*/ 5862283 h 5947468"/>
              <a:gd name="connsiteX130" fmla="*/ 390742 w 2313214"/>
              <a:gd name="connsiteY130" fmla="*/ 5895196 h 5947468"/>
              <a:gd name="connsiteX131" fmla="*/ 342341 w 2313214"/>
              <a:gd name="connsiteY131" fmla="*/ 5920364 h 5947468"/>
              <a:gd name="connsiteX132" fmla="*/ 284260 w 2313214"/>
              <a:gd name="connsiteY132" fmla="*/ 5937788 h 5947468"/>
              <a:gd name="connsiteX133" fmla="*/ 224243 w 2313214"/>
              <a:gd name="connsiteY133" fmla="*/ 5945532 h 5947468"/>
              <a:gd name="connsiteX134" fmla="*/ 162291 w 2313214"/>
              <a:gd name="connsiteY134" fmla="*/ 5947468 h 5947468"/>
              <a:gd name="connsiteX135" fmla="*/ 96466 w 2313214"/>
              <a:gd name="connsiteY135" fmla="*/ 5941660 h 5947468"/>
              <a:gd name="connsiteX136" fmla="*/ 30641 w 2313214"/>
              <a:gd name="connsiteY136" fmla="*/ 5933916 h 5947468"/>
              <a:gd name="connsiteX137" fmla="*/ 0 w 2313214"/>
              <a:gd name="connsiteY137" fmla="*/ 5929410 h 5947468"/>
              <a:gd name="connsiteX138" fmla="*/ 0 w 2313214"/>
              <a:gd name="connsiteY138" fmla="*/ 18058 h 5947468"/>
              <a:gd name="connsiteX139" fmla="*/ 30641 w 2313214"/>
              <a:gd name="connsiteY139" fmla="*/ 13552 h 5947468"/>
              <a:gd name="connsiteX140" fmla="*/ 96466 w 2313214"/>
              <a:gd name="connsiteY140" fmla="*/ 5808 h 5947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</a:cxnLst>
            <a:rect l="l" t="t" r="r" b="b"/>
            <a:pathLst>
              <a:path w="2313214" h="5947468">
                <a:moveTo>
                  <a:pt x="162291" y="0"/>
                </a:moveTo>
                <a:lnTo>
                  <a:pt x="224243" y="1936"/>
                </a:lnTo>
                <a:lnTo>
                  <a:pt x="284260" y="9680"/>
                </a:lnTo>
                <a:lnTo>
                  <a:pt x="342341" y="27104"/>
                </a:lnTo>
                <a:lnTo>
                  <a:pt x="390742" y="52273"/>
                </a:lnTo>
                <a:lnTo>
                  <a:pt x="437206" y="85185"/>
                </a:lnTo>
                <a:lnTo>
                  <a:pt x="477863" y="123905"/>
                </a:lnTo>
                <a:lnTo>
                  <a:pt x="518519" y="168434"/>
                </a:lnTo>
                <a:lnTo>
                  <a:pt x="555304" y="214899"/>
                </a:lnTo>
                <a:lnTo>
                  <a:pt x="592088" y="263299"/>
                </a:lnTo>
                <a:lnTo>
                  <a:pt x="628873" y="311700"/>
                </a:lnTo>
                <a:lnTo>
                  <a:pt x="665657" y="358165"/>
                </a:lnTo>
                <a:lnTo>
                  <a:pt x="704378" y="402693"/>
                </a:lnTo>
                <a:lnTo>
                  <a:pt x="748906" y="441414"/>
                </a:lnTo>
                <a:lnTo>
                  <a:pt x="791499" y="476262"/>
                </a:lnTo>
                <a:lnTo>
                  <a:pt x="839899" y="503366"/>
                </a:lnTo>
                <a:lnTo>
                  <a:pt x="892172" y="526599"/>
                </a:lnTo>
                <a:lnTo>
                  <a:pt x="948317" y="545959"/>
                </a:lnTo>
                <a:lnTo>
                  <a:pt x="1006397" y="563383"/>
                </a:lnTo>
                <a:lnTo>
                  <a:pt x="1064478" y="578871"/>
                </a:lnTo>
                <a:lnTo>
                  <a:pt x="1124495" y="594360"/>
                </a:lnTo>
                <a:lnTo>
                  <a:pt x="1180640" y="611784"/>
                </a:lnTo>
                <a:lnTo>
                  <a:pt x="1236784" y="631144"/>
                </a:lnTo>
                <a:lnTo>
                  <a:pt x="1289057" y="654376"/>
                </a:lnTo>
                <a:lnTo>
                  <a:pt x="1335522" y="683417"/>
                </a:lnTo>
                <a:lnTo>
                  <a:pt x="1378114" y="718265"/>
                </a:lnTo>
                <a:lnTo>
                  <a:pt x="1412963" y="760858"/>
                </a:lnTo>
                <a:lnTo>
                  <a:pt x="1442003" y="807322"/>
                </a:lnTo>
                <a:lnTo>
                  <a:pt x="1465235" y="859595"/>
                </a:lnTo>
                <a:lnTo>
                  <a:pt x="1484596" y="915740"/>
                </a:lnTo>
                <a:lnTo>
                  <a:pt x="1502020" y="971884"/>
                </a:lnTo>
                <a:lnTo>
                  <a:pt x="1517508" y="1031901"/>
                </a:lnTo>
                <a:lnTo>
                  <a:pt x="1532996" y="1089982"/>
                </a:lnTo>
                <a:lnTo>
                  <a:pt x="1550420" y="1148063"/>
                </a:lnTo>
                <a:lnTo>
                  <a:pt x="1569781" y="1204207"/>
                </a:lnTo>
                <a:lnTo>
                  <a:pt x="1593013" y="1256480"/>
                </a:lnTo>
                <a:lnTo>
                  <a:pt x="1620117" y="1304881"/>
                </a:lnTo>
                <a:lnTo>
                  <a:pt x="1654966" y="1347473"/>
                </a:lnTo>
                <a:lnTo>
                  <a:pt x="1693686" y="1392002"/>
                </a:lnTo>
                <a:lnTo>
                  <a:pt x="1738215" y="1430722"/>
                </a:lnTo>
                <a:lnTo>
                  <a:pt x="1784679" y="1467507"/>
                </a:lnTo>
                <a:lnTo>
                  <a:pt x="1835016" y="1504291"/>
                </a:lnTo>
                <a:lnTo>
                  <a:pt x="1883417" y="1541076"/>
                </a:lnTo>
                <a:lnTo>
                  <a:pt x="1929881" y="1577860"/>
                </a:lnTo>
                <a:lnTo>
                  <a:pt x="1974410" y="1618517"/>
                </a:lnTo>
                <a:lnTo>
                  <a:pt x="2013130" y="1659173"/>
                </a:lnTo>
                <a:lnTo>
                  <a:pt x="2046043" y="1705638"/>
                </a:lnTo>
                <a:lnTo>
                  <a:pt x="2071211" y="1754039"/>
                </a:lnTo>
                <a:lnTo>
                  <a:pt x="2088635" y="1812119"/>
                </a:lnTo>
                <a:lnTo>
                  <a:pt x="2096379" y="1872136"/>
                </a:lnTo>
                <a:lnTo>
                  <a:pt x="2098315" y="1934089"/>
                </a:lnTo>
                <a:lnTo>
                  <a:pt x="2092507" y="1999914"/>
                </a:lnTo>
                <a:lnTo>
                  <a:pt x="2084763" y="2065738"/>
                </a:lnTo>
                <a:lnTo>
                  <a:pt x="2075083" y="2131563"/>
                </a:lnTo>
                <a:lnTo>
                  <a:pt x="2067339" y="2197388"/>
                </a:lnTo>
                <a:lnTo>
                  <a:pt x="2063467" y="2263213"/>
                </a:lnTo>
                <a:lnTo>
                  <a:pt x="2063467" y="2327102"/>
                </a:lnTo>
                <a:lnTo>
                  <a:pt x="2071211" y="2387119"/>
                </a:lnTo>
                <a:lnTo>
                  <a:pt x="2086699" y="2447135"/>
                </a:lnTo>
                <a:lnTo>
                  <a:pt x="2109932" y="2503280"/>
                </a:lnTo>
                <a:lnTo>
                  <a:pt x="2140908" y="2561361"/>
                </a:lnTo>
                <a:lnTo>
                  <a:pt x="2171884" y="2619442"/>
                </a:lnTo>
                <a:lnTo>
                  <a:pt x="2206733" y="2677522"/>
                </a:lnTo>
                <a:lnTo>
                  <a:pt x="2239645" y="2733667"/>
                </a:lnTo>
                <a:lnTo>
                  <a:pt x="2268686" y="2793684"/>
                </a:lnTo>
                <a:lnTo>
                  <a:pt x="2291918" y="2851765"/>
                </a:lnTo>
                <a:lnTo>
                  <a:pt x="2307406" y="2911781"/>
                </a:lnTo>
                <a:lnTo>
                  <a:pt x="2313214" y="2973734"/>
                </a:lnTo>
                <a:lnTo>
                  <a:pt x="2307406" y="3035687"/>
                </a:lnTo>
                <a:lnTo>
                  <a:pt x="2291918" y="3095704"/>
                </a:lnTo>
                <a:lnTo>
                  <a:pt x="2268686" y="3153784"/>
                </a:lnTo>
                <a:lnTo>
                  <a:pt x="2239645" y="3213801"/>
                </a:lnTo>
                <a:lnTo>
                  <a:pt x="2206733" y="3269946"/>
                </a:lnTo>
                <a:lnTo>
                  <a:pt x="2171884" y="3328027"/>
                </a:lnTo>
                <a:lnTo>
                  <a:pt x="2140908" y="3386107"/>
                </a:lnTo>
                <a:lnTo>
                  <a:pt x="2109932" y="3444188"/>
                </a:lnTo>
                <a:lnTo>
                  <a:pt x="2086699" y="3500333"/>
                </a:lnTo>
                <a:lnTo>
                  <a:pt x="2071211" y="3560350"/>
                </a:lnTo>
                <a:lnTo>
                  <a:pt x="2063467" y="3620366"/>
                </a:lnTo>
                <a:lnTo>
                  <a:pt x="2063467" y="3684255"/>
                </a:lnTo>
                <a:lnTo>
                  <a:pt x="2067339" y="3750080"/>
                </a:lnTo>
                <a:lnTo>
                  <a:pt x="2075083" y="3815905"/>
                </a:lnTo>
                <a:lnTo>
                  <a:pt x="2084763" y="3881730"/>
                </a:lnTo>
                <a:lnTo>
                  <a:pt x="2092507" y="3947555"/>
                </a:lnTo>
                <a:lnTo>
                  <a:pt x="2098315" y="4013380"/>
                </a:lnTo>
                <a:lnTo>
                  <a:pt x="2096379" y="4075332"/>
                </a:lnTo>
                <a:lnTo>
                  <a:pt x="2088635" y="4135349"/>
                </a:lnTo>
                <a:lnTo>
                  <a:pt x="2071211" y="4193430"/>
                </a:lnTo>
                <a:lnTo>
                  <a:pt x="2046043" y="4241831"/>
                </a:lnTo>
                <a:lnTo>
                  <a:pt x="2013130" y="4288295"/>
                </a:lnTo>
                <a:lnTo>
                  <a:pt x="1974410" y="4328952"/>
                </a:lnTo>
                <a:lnTo>
                  <a:pt x="1929881" y="4369608"/>
                </a:lnTo>
                <a:lnTo>
                  <a:pt x="1883417" y="4406393"/>
                </a:lnTo>
                <a:lnTo>
                  <a:pt x="1835016" y="4443177"/>
                </a:lnTo>
                <a:lnTo>
                  <a:pt x="1784679" y="4479962"/>
                </a:lnTo>
                <a:lnTo>
                  <a:pt x="1738215" y="4516746"/>
                </a:lnTo>
                <a:lnTo>
                  <a:pt x="1693686" y="4555467"/>
                </a:lnTo>
                <a:lnTo>
                  <a:pt x="1654966" y="4599995"/>
                </a:lnTo>
                <a:lnTo>
                  <a:pt x="1620117" y="4642588"/>
                </a:lnTo>
                <a:lnTo>
                  <a:pt x="1593013" y="4690988"/>
                </a:lnTo>
                <a:lnTo>
                  <a:pt x="1569781" y="4743261"/>
                </a:lnTo>
                <a:lnTo>
                  <a:pt x="1550420" y="4799406"/>
                </a:lnTo>
                <a:lnTo>
                  <a:pt x="1532996" y="4857486"/>
                </a:lnTo>
                <a:lnTo>
                  <a:pt x="1517508" y="4915567"/>
                </a:lnTo>
                <a:lnTo>
                  <a:pt x="1502020" y="4975584"/>
                </a:lnTo>
                <a:lnTo>
                  <a:pt x="1484596" y="5031729"/>
                </a:lnTo>
                <a:lnTo>
                  <a:pt x="1465235" y="5087873"/>
                </a:lnTo>
                <a:lnTo>
                  <a:pt x="1442003" y="5140146"/>
                </a:lnTo>
                <a:lnTo>
                  <a:pt x="1412963" y="5186611"/>
                </a:lnTo>
                <a:lnTo>
                  <a:pt x="1378114" y="5229203"/>
                </a:lnTo>
                <a:lnTo>
                  <a:pt x="1335522" y="5264052"/>
                </a:lnTo>
                <a:lnTo>
                  <a:pt x="1289057" y="5293092"/>
                </a:lnTo>
                <a:lnTo>
                  <a:pt x="1236784" y="5316324"/>
                </a:lnTo>
                <a:lnTo>
                  <a:pt x="1180640" y="5335685"/>
                </a:lnTo>
                <a:lnTo>
                  <a:pt x="1124495" y="5353109"/>
                </a:lnTo>
                <a:lnTo>
                  <a:pt x="1064478" y="5368597"/>
                </a:lnTo>
                <a:lnTo>
                  <a:pt x="1006397" y="5384085"/>
                </a:lnTo>
                <a:lnTo>
                  <a:pt x="948317" y="5401509"/>
                </a:lnTo>
                <a:lnTo>
                  <a:pt x="892172" y="5420870"/>
                </a:lnTo>
                <a:lnTo>
                  <a:pt x="839899" y="5444102"/>
                </a:lnTo>
                <a:lnTo>
                  <a:pt x="791499" y="5471206"/>
                </a:lnTo>
                <a:lnTo>
                  <a:pt x="748906" y="5506055"/>
                </a:lnTo>
                <a:lnTo>
                  <a:pt x="704378" y="5544775"/>
                </a:lnTo>
                <a:lnTo>
                  <a:pt x="665657" y="5589304"/>
                </a:lnTo>
                <a:lnTo>
                  <a:pt x="628873" y="5635768"/>
                </a:lnTo>
                <a:lnTo>
                  <a:pt x="592088" y="5684169"/>
                </a:lnTo>
                <a:lnTo>
                  <a:pt x="555304" y="5732570"/>
                </a:lnTo>
                <a:lnTo>
                  <a:pt x="518519" y="5779034"/>
                </a:lnTo>
                <a:lnTo>
                  <a:pt x="477863" y="5823563"/>
                </a:lnTo>
                <a:lnTo>
                  <a:pt x="437206" y="5862283"/>
                </a:lnTo>
                <a:lnTo>
                  <a:pt x="390742" y="5895196"/>
                </a:lnTo>
                <a:lnTo>
                  <a:pt x="342341" y="5920364"/>
                </a:lnTo>
                <a:lnTo>
                  <a:pt x="284260" y="5937788"/>
                </a:lnTo>
                <a:lnTo>
                  <a:pt x="224243" y="5945532"/>
                </a:lnTo>
                <a:lnTo>
                  <a:pt x="162291" y="5947468"/>
                </a:lnTo>
                <a:lnTo>
                  <a:pt x="96466" y="5941660"/>
                </a:lnTo>
                <a:lnTo>
                  <a:pt x="30641" y="5933916"/>
                </a:lnTo>
                <a:lnTo>
                  <a:pt x="0" y="5929410"/>
                </a:lnTo>
                <a:lnTo>
                  <a:pt x="0" y="18058"/>
                </a:lnTo>
                <a:lnTo>
                  <a:pt x="30641" y="13552"/>
                </a:lnTo>
                <a:lnTo>
                  <a:pt x="96466" y="5808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it-IT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9741" y="776175"/>
            <a:ext cx="2992842" cy="5305650"/>
          </a:xfrm>
        </p:spPr>
        <p:txBody>
          <a:bodyPr anchor="b">
            <a:normAutofit/>
          </a:bodyPr>
          <a:lstStyle/>
          <a:p>
            <a:r>
              <a:rPr lang="it-IT" sz="3200"/>
              <a:t>Modellazione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5185" y="870113"/>
            <a:ext cx="4637315" cy="5117775"/>
          </a:xfrm>
        </p:spPr>
        <p:txBody>
          <a:bodyPr anchor="ctr">
            <a:normAutofit/>
          </a:bodyPr>
          <a:lstStyle/>
          <a:p>
            <a:r>
              <a:t>Diagramma delle classi</a:t>
            </a:r>
          </a:p>
          <a:p>
            <a:pPr lvl="1"/>
            <a:r>
              <a:t>Diagramma dei package</a:t>
            </a:r>
          </a:p>
          <a:p>
            <a:pPr lvl="1"/>
            <a:r>
              <a:t>Diagramma architetturale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1B0A7D14-7B67-4022-A8BE-1CCD4A0F1B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DAE7086-C4F3-BC93-D212-F0548934183C}"/>
              </a:ext>
            </a:extLst>
          </p:cNvPr>
          <p:cNvSpPr>
            <a:spLocks noGrp="1"/>
          </p:cNvSpPr>
          <p:nvPr/>
        </p:nvSpPr>
        <p:spPr>
          <a:xfrm>
            <a:off x="0" y="382385"/>
            <a:ext cx="9144000" cy="14921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5100" cap="all" spc="200" dirty="0" err="1">
                <a:solidFill>
                  <a:schemeClr val="tx2"/>
                </a:solidFill>
              </a:rPr>
              <a:t>Implementazione</a:t>
            </a:r>
            <a:endParaRPr lang="en-US" sz="5100" cap="all" spc="200" dirty="0">
              <a:solidFill>
                <a:schemeClr val="tx2"/>
              </a:solidFill>
            </a:endParaRPr>
          </a:p>
        </p:txBody>
      </p:sp>
      <p:sp>
        <p:nvSpPr>
          <p:cNvPr id="29" name="Freeform 6">
            <a:extLst>
              <a:ext uri="{FF2B5EF4-FFF2-40B4-BE49-F238E27FC236}">
                <a16:creationId xmlns:a16="http://schemas.microsoft.com/office/drawing/2014/main" id="{AB09A9E8-BF27-4613-A775-071F082083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664368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it-IT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3AFE299-6F79-44AF-9A77-2DC2DC1F84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1402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graphicFrame>
        <p:nvGraphicFramePr>
          <p:cNvPr id="23" name="TextBox 3">
            <a:extLst>
              <a:ext uri="{FF2B5EF4-FFF2-40B4-BE49-F238E27FC236}">
                <a16:creationId xmlns:a16="http://schemas.microsoft.com/office/drawing/2014/main" id="{CFD91B8A-C885-D9BD-FFE1-0E1AE9B560E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61473110"/>
              </p:ext>
            </p:extLst>
          </p:nvPr>
        </p:nvGraphicFramePr>
        <p:xfrm>
          <a:off x="2734447" y="4336546"/>
          <a:ext cx="3675106" cy="17301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24" name="TextBox 4">
            <a:extLst>
              <a:ext uri="{FF2B5EF4-FFF2-40B4-BE49-F238E27FC236}">
                <a16:creationId xmlns:a16="http://schemas.microsoft.com/office/drawing/2014/main" id="{0489B882-8E97-1035-7290-4CBA29C93C2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20402688"/>
              </p:ext>
            </p:extLst>
          </p:nvPr>
        </p:nvGraphicFramePr>
        <p:xfrm>
          <a:off x="2009142" y="1788944"/>
          <a:ext cx="5577486" cy="26257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98AD482-27A4-454E-8A3A-84F73CBDA7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22422E2-F15A-43AE-98F1-7210710B0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80257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BDC8164B-5FC0-4CBD-B7AE-0CB8780FFC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664368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  <a:alpha val="7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it-IT"/>
          </a:p>
        </p:txBody>
      </p:sp>
      <p:graphicFrame>
        <p:nvGraphicFramePr>
          <p:cNvPr id="14" name="TextBox 3">
            <a:extLst>
              <a:ext uri="{FF2B5EF4-FFF2-40B4-BE49-F238E27FC236}">
                <a16:creationId xmlns:a16="http://schemas.microsoft.com/office/drawing/2014/main" id="{F1615B30-2EAE-71A4-F54E-8E7503FC33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91830295"/>
              </p:ext>
            </p:extLst>
          </p:nvPr>
        </p:nvGraphicFramePr>
        <p:xfrm>
          <a:off x="957487" y="1689964"/>
          <a:ext cx="7229025" cy="35678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B8CA2E30-A0FE-658F-DFF8-BCF4E8C4FB1F}"/>
              </a:ext>
            </a:extLst>
          </p:cNvPr>
          <p:cNvSpPr txBox="1">
            <a:spLocks/>
          </p:cNvSpPr>
          <p:nvPr/>
        </p:nvSpPr>
        <p:spPr>
          <a:xfrm>
            <a:off x="3477918" y="559344"/>
            <a:ext cx="2188164" cy="7799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1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sz="3100" dirty="0"/>
              <a:t>Testing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8A61DE-2715-BD8B-D816-4C885494D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421483D-6ED1-2174-917E-6F43B92E9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EA9188-CC5A-49C0-9F64-57E7B0025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80257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B28DD1F7-905E-CAE6-8EF2-5B191F292F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664368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  <a:alpha val="7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it-IT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8086F64-9366-15E3-EB52-73B4AD91A913}"/>
              </a:ext>
            </a:extLst>
          </p:cNvPr>
          <p:cNvSpPr txBox="1">
            <a:spLocks/>
          </p:cNvSpPr>
          <p:nvPr/>
        </p:nvSpPr>
        <p:spPr>
          <a:xfrm>
            <a:off x="3477918" y="559344"/>
            <a:ext cx="2188164" cy="7799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1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sz="3100" dirty="0"/>
              <a:t>Testing</a:t>
            </a:r>
          </a:p>
        </p:txBody>
      </p:sp>
      <p:pic>
        <p:nvPicPr>
          <p:cNvPr id="3" name="Immagine 2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0BEA5B48-8EDF-E4F1-0B97-53EDCFD30A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776" y="1110468"/>
            <a:ext cx="7064447" cy="4637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12015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558AB3-C181-7EB7-C8E6-54437AF1F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90EDAF0-DF3A-45D0-BA6F-8B1C1761A5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95C088-B391-CE13-67E5-D480BED19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80257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834766FE-CE41-E5F7-8819-F01A69FE60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664368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  <a:alpha val="7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it-IT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9ED383D-D9DA-971C-BF10-F19A230CD2BB}"/>
              </a:ext>
            </a:extLst>
          </p:cNvPr>
          <p:cNvSpPr txBox="1">
            <a:spLocks/>
          </p:cNvSpPr>
          <p:nvPr/>
        </p:nvSpPr>
        <p:spPr>
          <a:xfrm>
            <a:off x="3477918" y="559344"/>
            <a:ext cx="2188164" cy="7799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1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sz="3100" dirty="0"/>
              <a:t>Testing</a:t>
            </a:r>
          </a:p>
        </p:txBody>
      </p:sp>
      <p:pic>
        <p:nvPicPr>
          <p:cNvPr id="4" name="Immagine 3" descr="Immagine che contiene testo, documen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46517478-1A0A-01B7-0321-9FECDA587A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6991" y="1427439"/>
            <a:ext cx="2773126" cy="487121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Immagine 5" descr="Immagine che contiene testo, schermata, documento, Carattere&#10;&#10;Il contenuto generato dall'IA potrebbe non essere corretto.">
            <a:extLst>
              <a:ext uri="{FF2B5EF4-FFF2-40B4-BE49-F238E27FC236}">
                <a16:creationId xmlns:a16="http://schemas.microsoft.com/office/drawing/2014/main" id="{9AB08D27-8494-A4B3-6DAD-7754C50D3F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418" y="1147768"/>
            <a:ext cx="2385386" cy="5430559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17C42D1B-1575-6078-5D17-B0040A19374B}"/>
              </a:ext>
            </a:extLst>
          </p:cNvPr>
          <p:cNvCxnSpPr>
            <a:stCxn id="6" idx="3"/>
            <a:endCxn id="4" idx="1"/>
          </p:cNvCxnSpPr>
          <p:nvPr/>
        </p:nvCxnSpPr>
        <p:spPr>
          <a:xfrm flipV="1">
            <a:off x="3065804" y="3863047"/>
            <a:ext cx="2351187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573776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29126E-26FA-43A0-D70B-F0BCAB4FC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5046F-F80C-E0AB-8667-1A5F52445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759" y="644525"/>
            <a:ext cx="2538247" cy="540886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3500" spc="200"/>
              <a:t>Testing</a:t>
            </a:r>
          </a:p>
        </p:txBody>
      </p:sp>
      <p:graphicFrame>
        <p:nvGraphicFramePr>
          <p:cNvPr id="14" name="TextBox 3">
            <a:extLst>
              <a:ext uri="{FF2B5EF4-FFF2-40B4-BE49-F238E27FC236}">
                <a16:creationId xmlns:a16="http://schemas.microsoft.com/office/drawing/2014/main" id="{7A46714F-2408-898A-3A6C-88E863A1DE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98141178"/>
              </p:ext>
            </p:extLst>
          </p:nvPr>
        </p:nvGraphicFramePr>
        <p:xfrm>
          <a:off x="3881437" y="644525"/>
          <a:ext cx="4691063" cy="54088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Immagine 4">
            <a:extLst>
              <a:ext uri="{FF2B5EF4-FFF2-40B4-BE49-F238E27FC236}">
                <a16:creationId xmlns:a16="http://schemas.microsoft.com/office/drawing/2014/main" id="{55F8175B-29B6-BA0B-FC29-FB4F5DDCA20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35694" y="330287"/>
            <a:ext cx="6587510" cy="38117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5946280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F3FE39-995C-A77C-9297-47239D595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1B662-9D07-87A0-C326-50053E0F2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868" y="3076234"/>
            <a:ext cx="2538247" cy="70553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/>
            <a:r>
              <a:rPr lang="en-US" sz="3500" spc="200" dirty="0"/>
              <a:t>Testing</a:t>
            </a:r>
          </a:p>
        </p:txBody>
      </p:sp>
      <p:graphicFrame>
        <p:nvGraphicFramePr>
          <p:cNvPr id="5" name="TextBox 3">
            <a:extLst>
              <a:ext uri="{FF2B5EF4-FFF2-40B4-BE49-F238E27FC236}">
                <a16:creationId xmlns:a16="http://schemas.microsoft.com/office/drawing/2014/main" id="{ECE9B033-C00D-A788-08A1-4FC806770EC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02145134"/>
              </p:ext>
            </p:extLst>
          </p:nvPr>
        </p:nvGraphicFramePr>
        <p:xfrm>
          <a:off x="3073533" y="769580"/>
          <a:ext cx="5498968" cy="53188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6516505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D17F87-FE96-4A5F-83F2-3E87B953B0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497" y="666625"/>
            <a:ext cx="8001003" cy="1207892"/>
          </a:xfrm>
        </p:spPr>
        <p:txBody>
          <a:bodyPr anchor="ctr">
            <a:normAutofit/>
          </a:bodyPr>
          <a:lstStyle/>
          <a:p>
            <a:pPr algn="r"/>
            <a:r>
              <a:rPr lang="it-IT"/>
              <a:t>Demo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46C973-6034-4DAE-8C50-764E316048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32278" cy="6858000"/>
          </a:xfrm>
          <a:prstGeom prst="rect">
            <a:avLst/>
          </a:prstGeom>
          <a:solidFill>
            <a:schemeClr val="tx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C2ADC72-9292-411C-B17E-1DC83998D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65244" y="666625"/>
            <a:ext cx="0" cy="1207892"/>
          </a:xfrm>
          <a:prstGeom prst="line">
            <a:avLst/>
          </a:prstGeom>
          <a:ln w="222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497" y="2286001"/>
            <a:ext cx="6007325" cy="3593592"/>
          </a:xfrm>
        </p:spPr>
        <p:txBody>
          <a:bodyPr>
            <a:normAutofit/>
          </a:bodyPr>
          <a:lstStyle/>
          <a:p>
            <a:r>
              <a:rPr lang="it-IT"/>
              <a:t>Login Root</a:t>
            </a:r>
          </a:p>
          <a:p>
            <a:pPr lvl="1"/>
            <a:r>
              <a:rPr lang="it-IT"/>
              <a:t>Creazione utente</a:t>
            </a:r>
          </a:p>
          <a:p>
            <a:pPr lvl="1"/>
            <a:r>
              <a:rPr lang="it-IT"/>
              <a:t>Gestione CSV</a:t>
            </a:r>
          </a:p>
          <a:p>
            <a:pPr lvl="1"/>
            <a:r>
              <a:rPr lang="it-IT"/>
              <a:t>Ricerca dipendente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1B0A7D14-7B67-4022-A8BE-1CCD4A0F1B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8758" y="904213"/>
            <a:ext cx="7633742" cy="149213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/>
            <a:r>
              <a:rPr lang="en-US" spc="200" dirty="0" err="1"/>
              <a:t>Conclusione</a:t>
            </a:r>
            <a:endParaRPr lang="en-US" spc="200" dirty="0"/>
          </a:p>
        </p:txBody>
      </p:sp>
      <p:sp>
        <p:nvSpPr>
          <p:cNvPr id="23" name="Freeform 6">
            <a:extLst>
              <a:ext uri="{FF2B5EF4-FFF2-40B4-BE49-F238E27FC236}">
                <a16:creationId xmlns:a16="http://schemas.microsoft.com/office/drawing/2014/main" id="{AB09A9E8-BF27-4613-A775-071F082083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664368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it-IT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3AFE299-6F79-44AF-9A77-2DC2DC1F84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1402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graphicFrame>
        <p:nvGraphicFramePr>
          <p:cNvPr id="17" name="CasellaDiTesto 5">
            <a:extLst>
              <a:ext uri="{FF2B5EF4-FFF2-40B4-BE49-F238E27FC236}">
                <a16:creationId xmlns:a16="http://schemas.microsoft.com/office/drawing/2014/main" id="{DC487A54-406E-A55C-E7C0-2D470AC356E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93713162"/>
              </p:ext>
            </p:extLst>
          </p:nvPr>
        </p:nvGraphicFramePr>
        <p:xfrm>
          <a:off x="801563" y="1555916"/>
          <a:ext cx="7908132" cy="41231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TM10001106[[fn=Badge]]</Template>
  <TotalTime>567</TotalTime>
  <Words>714</Words>
  <Application>Microsoft Office PowerPoint</Application>
  <PresentationFormat>Presentazione su schermo (4:3)</PresentationFormat>
  <Paragraphs>186</Paragraphs>
  <Slides>52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52</vt:i4>
      </vt:variant>
    </vt:vector>
  </HeadingPairs>
  <TitlesOfParts>
    <vt:vector size="58" baseType="lpstr">
      <vt:lpstr>Arial</vt:lpstr>
      <vt:lpstr>Calibri</vt:lpstr>
      <vt:lpstr>Gill Sans MT</vt:lpstr>
      <vt:lpstr>Impact</vt:lpstr>
      <vt:lpstr>Wingdings</vt:lpstr>
      <vt:lpstr>Badge</vt:lpstr>
      <vt:lpstr>Progetto Ingegneria del Software</vt:lpstr>
      <vt:lpstr>Obiettivo</vt:lpstr>
      <vt:lpstr>Difficoltà incontrate</vt:lpstr>
      <vt:lpstr>Paradigma e Tools</vt:lpstr>
      <vt:lpstr>Software Configuration Management</vt:lpstr>
      <vt:lpstr>Il lavoro su git</vt:lpstr>
      <vt:lpstr>Il lavoro su git</vt:lpstr>
      <vt:lpstr>Il lavoro su git</vt:lpstr>
      <vt:lpstr>Il lavoro su git</vt:lpstr>
      <vt:lpstr>Il lavoro su git</vt:lpstr>
      <vt:lpstr>Il lavoro su git</vt:lpstr>
      <vt:lpstr>Il lavoro su git</vt:lpstr>
      <vt:lpstr>Software Life Cycle</vt:lpstr>
      <vt:lpstr>Software Life Cycle</vt:lpstr>
      <vt:lpstr>Software Life Cycle</vt:lpstr>
      <vt:lpstr>Requisiti</vt:lpstr>
      <vt:lpstr>Architettura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Architettura</vt:lpstr>
      <vt:lpstr>Presentazione standard di PowerPoint</vt:lpstr>
      <vt:lpstr>Design Pattern</vt:lpstr>
      <vt:lpstr>Function Decomposition</vt:lpstr>
      <vt:lpstr>Function Decomposition</vt:lpstr>
      <vt:lpstr>Function Decomposition</vt:lpstr>
      <vt:lpstr>Function Decomposition</vt:lpstr>
      <vt:lpstr>Orientamento a oggetti</vt:lpstr>
      <vt:lpstr>Orientamento a oggetti</vt:lpstr>
      <vt:lpstr>Orientamento a oggetti</vt:lpstr>
      <vt:lpstr>Orientamento a oggetti</vt:lpstr>
      <vt:lpstr>Orientamento a oggetti</vt:lpstr>
      <vt:lpstr>Orientamento a oggetti</vt:lpstr>
      <vt:lpstr>domain</vt:lpstr>
      <vt:lpstr>Suddivisione a blocchi</vt:lpstr>
      <vt:lpstr>Suddivisione a blocchi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Modellazione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Testing</vt:lpstr>
      <vt:lpstr>Testing</vt:lpstr>
      <vt:lpstr>Demo</vt:lpstr>
      <vt:lpstr>Conclusione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Riccardo</dc:creator>
  <cp:keywords/>
  <dc:description>generated using python-pptx</dc:description>
  <cp:lastModifiedBy>RICCARDO SCOLA COLOMBO</cp:lastModifiedBy>
  <cp:revision>38</cp:revision>
  <dcterms:created xsi:type="dcterms:W3CDTF">2013-01-27T09:14:16Z</dcterms:created>
  <dcterms:modified xsi:type="dcterms:W3CDTF">2026-02-17T17:29:38Z</dcterms:modified>
  <cp:category/>
</cp:coreProperties>
</file>